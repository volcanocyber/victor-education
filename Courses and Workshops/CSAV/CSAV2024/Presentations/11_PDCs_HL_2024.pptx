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47"/>
  </p:notesMasterIdLst>
  <p:sldIdLst>
    <p:sldId id="422" r:id="rId2"/>
    <p:sldId id="423" r:id="rId3"/>
    <p:sldId id="340" r:id="rId4"/>
    <p:sldId id="339" r:id="rId5"/>
    <p:sldId id="338" r:id="rId6"/>
    <p:sldId id="337" r:id="rId7"/>
    <p:sldId id="336" r:id="rId8"/>
    <p:sldId id="424" r:id="rId9"/>
    <p:sldId id="349" r:id="rId10"/>
    <p:sldId id="366" r:id="rId11"/>
    <p:sldId id="279" r:id="rId12"/>
    <p:sldId id="388" r:id="rId13"/>
    <p:sldId id="389" r:id="rId14"/>
    <p:sldId id="288" r:id="rId15"/>
    <p:sldId id="295" r:id="rId16"/>
    <p:sldId id="289" r:id="rId17"/>
    <p:sldId id="391" r:id="rId18"/>
    <p:sldId id="287" r:id="rId19"/>
    <p:sldId id="412" r:id="rId20"/>
    <p:sldId id="383" r:id="rId21"/>
    <p:sldId id="260" r:id="rId22"/>
    <p:sldId id="370" r:id="rId23"/>
    <p:sldId id="418" r:id="rId24"/>
    <p:sldId id="411" r:id="rId25"/>
    <p:sldId id="281" r:id="rId26"/>
    <p:sldId id="392" r:id="rId27"/>
    <p:sldId id="393" r:id="rId28"/>
    <p:sldId id="394" r:id="rId29"/>
    <p:sldId id="282" r:id="rId30"/>
    <p:sldId id="377" r:id="rId31"/>
    <p:sldId id="367" r:id="rId32"/>
    <p:sldId id="368" r:id="rId33"/>
    <p:sldId id="386" r:id="rId34"/>
    <p:sldId id="379" r:id="rId35"/>
    <p:sldId id="263" r:id="rId36"/>
    <p:sldId id="322" r:id="rId37"/>
    <p:sldId id="324" r:id="rId38"/>
    <p:sldId id="419" r:id="rId39"/>
    <p:sldId id="420" r:id="rId40"/>
    <p:sldId id="421" r:id="rId41"/>
    <p:sldId id="314" r:id="rId42"/>
    <p:sldId id="398" r:id="rId43"/>
    <p:sldId id="399" r:id="rId44"/>
    <p:sldId id="275" r:id="rId45"/>
    <p:sldId id="39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rah Ogburn" initials="SO" lastIdx="12" clrIdx="0">
    <p:extLst>
      <p:ext uri="{19B8F6BF-5375-455C-9EA6-DF929625EA0E}">
        <p15:presenceInfo xmlns:p15="http://schemas.microsoft.com/office/powerpoint/2012/main" userId="69a0d912f2f2bef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195634-52A2-477F-AF85-38FA28E6BE2D}" v="127" dt="2024-06-14T21:50:13.65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68" autoAdjust="0"/>
    <p:restoredTop sz="94660"/>
  </p:normalViewPr>
  <p:slideViewPr>
    <p:cSldViewPr snapToGrid="0">
      <p:cViewPr varScale="1">
        <p:scale>
          <a:sx n="77" d="100"/>
          <a:sy n="77" d="100"/>
        </p:scale>
        <p:origin x="58"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gburn, Sarah E" userId="c40d2df0-46c9-4be9-b5a6-5c158e399904" providerId="ADAL" clId="{C5195634-52A2-477F-AF85-38FA28E6BE2D}"/>
    <pc:docChg chg="undo custSel addSld delSld modSld modMainMaster modNotesMaster">
      <pc:chgData name="Ogburn, Sarah E" userId="c40d2df0-46c9-4be9-b5a6-5c158e399904" providerId="ADAL" clId="{C5195634-52A2-477F-AF85-38FA28E6BE2D}" dt="2024-06-14T21:51:10.691" v="436" actId="403"/>
      <pc:docMkLst>
        <pc:docMk/>
      </pc:docMkLst>
      <pc:sldChg chg="addSp modSp add del setBg">
        <pc:chgData name="Ogburn, Sarah E" userId="c40d2df0-46c9-4be9-b5a6-5c158e399904" providerId="ADAL" clId="{C5195634-52A2-477F-AF85-38FA28E6BE2D}" dt="2024-06-14T21:40:53.268" v="291" actId="1076"/>
        <pc:sldMkLst>
          <pc:docMk/>
          <pc:sldMk cId="3167988685" sldId="260"/>
        </pc:sldMkLst>
        <pc:spChg chg="mod">
          <ac:chgData name="Ogburn, Sarah E" userId="c40d2df0-46c9-4be9-b5a6-5c158e399904" providerId="ADAL" clId="{C5195634-52A2-477F-AF85-38FA28E6BE2D}" dt="2024-06-14T21:40:09.833" v="287"/>
          <ac:spMkLst>
            <pc:docMk/>
            <pc:sldMk cId="3167988685" sldId="260"/>
            <ac:spMk id="3" creationId="{29FE5587-D2D7-8ACE-0FEA-1AB2C970352B}"/>
          </ac:spMkLst>
        </pc:spChg>
        <pc:spChg chg="mod">
          <ac:chgData name="Ogburn, Sarah E" userId="c40d2df0-46c9-4be9-b5a6-5c158e399904" providerId="ADAL" clId="{C5195634-52A2-477F-AF85-38FA28E6BE2D}" dt="2024-06-14T21:40:53.268" v="291" actId="1076"/>
          <ac:spMkLst>
            <pc:docMk/>
            <pc:sldMk cId="3167988685" sldId="260"/>
            <ac:spMk id="3" creationId="{59BBC307-1D44-D726-D2C0-5A2F2E69D844}"/>
          </ac:spMkLst>
        </pc:spChg>
        <pc:spChg chg="mod">
          <ac:chgData name="Ogburn, Sarah E" userId="c40d2df0-46c9-4be9-b5a6-5c158e399904" providerId="ADAL" clId="{C5195634-52A2-477F-AF85-38FA28E6BE2D}" dt="2024-06-14T21:26:43.040" v="5"/>
          <ac:spMkLst>
            <pc:docMk/>
            <pc:sldMk cId="3167988685" sldId="260"/>
            <ac:spMk id="15" creationId="{00000000-0000-0000-0000-000000000000}"/>
          </ac:spMkLst>
        </pc:spChg>
        <pc:spChg chg="mod">
          <ac:chgData name="Ogburn, Sarah E" userId="c40d2df0-46c9-4be9-b5a6-5c158e399904" providerId="ADAL" clId="{C5195634-52A2-477F-AF85-38FA28E6BE2D}" dt="2024-06-14T21:40:53.268" v="291" actId="1076"/>
          <ac:spMkLst>
            <pc:docMk/>
            <pc:sldMk cId="3167988685" sldId="260"/>
            <ac:spMk id="45058" creationId="{00000000-0000-0000-0000-000000000000}"/>
          </ac:spMkLst>
        </pc:spChg>
        <pc:spChg chg="mod">
          <ac:chgData name="Ogburn, Sarah E" userId="c40d2df0-46c9-4be9-b5a6-5c158e399904" providerId="ADAL" clId="{C5195634-52A2-477F-AF85-38FA28E6BE2D}" dt="2024-06-14T21:26:43.040" v="5"/>
          <ac:spMkLst>
            <pc:docMk/>
            <pc:sldMk cId="3167988685" sldId="260"/>
            <ac:spMk id="45060" creationId="{00000000-0000-0000-0000-000000000000}"/>
          </ac:spMkLst>
        </pc:spChg>
        <pc:spChg chg="mod">
          <ac:chgData name="Ogburn, Sarah E" userId="c40d2df0-46c9-4be9-b5a6-5c158e399904" providerId="ADAL" clId="{C5195634-52A2-477F-AF85-38FA28E6BE2D}" dt="2024-06-14T21:26:43.040" v="5"/>
          <ac:spMkLst>
            <pc:docMk/>
            <pc:sldMk cId="3167988685" sldId="260"/>
            <ac:spMk id="45061" creationId="{00000000-0000-0000-0000-000000000000}"/>
          </ac:spMkLst>
        </pc:spChg>
        <pc:spChg chg="mod">
          <ac:chgData name="Ogburn, Sarah E" userId="c40d2df0-46c9-4be9-b5a6-5c158e399904" providerId="ADAL" clId="{C5195634-52A2-477F-AF85-38FA28E6BE2D}" dt="2024-06-14T21:26:43.040" v="5"/>
          <ac:spMkLst>
            <pc:docMk/>
            <pc:sldMk cId="3167988685" sldId="260"/>
            <ac:spMk id="45064" creationId="{00000000-0000-0000-0000-000000000000}"/>
          </ac:spMkLst>
        </pc:spChg>
        <pc:spChg chg="mod">
          <ac:chgData name="Ogburn, Sarah E" userId="c40d2df0-46c9-4be9-b5a6-5c158e399904" providerId="ADAL" clId="{C5195634-52A2-477F-AF85-38FA28E6BE2D}" dt="2024-06-14T21:26:43.040" v="5"/>
          <ac:spMkLst>
            <pc:docMk/>
            <pc:sldMk cId="3167988685" sldId="260"/>
            <ac:spMk id="45065" creationId="{00000000-0000-0000-0000-000000000000}"/>
          </ac:spMkLst>
        </pc:spChg>
        <pc:spChg chg="mod">
          <ac:chgData name="Ogburn, Sarah E" userId="c40d2df0-46c9-4be9-b5a6-5c158e399904" providerId="ADAL" clId="{C5195634-52A2-477F-AF85-38FA28E6BE2D}" dt="2024-06-14T21:26:43.040" v="5"/>
          <ac:spMkLst>
            <pc:docMk/>
            <pc:sldMk cId="3167988685" sldId="260"/>
            <ac:spMk id="45066" creationId="{00000000-0000-0000-0000-000000000000}"/>
          </ac:spMkLst>
        </pc:spChg>
        <pc:spChg chg="mod">
          <ac:chgData name="Ogburn, Sarah E" userId="c40d2df0-46c9-4be9-b5a6-5c158e399904" providerId="ADAL" clId="{C5195634-52A2-477F-AF85-38FA28E6BE2D}" dt="2024-06-14T21:26:43.040" v="5"/>
          <ac:spMkLst>
            <pc:docMk/>
            <pc:sldMk cId="3167988685" sldId="260"/>
            <ac:spMk id="45071" creationId="{00000000-0000-0000-0000-000000000000}"/>
          </ac:spMkLst>
        </pc:spChg>
        <pc:grpChg chg="add mod">
          <ac:chgData name="Ogburn, Sarah E" userId="c40d2df0-46c9-4be9-b5a6-5c158e399904" providerId="ADAL" clId="{C5195634-52A2-477F-AF85-38FA28E6BE2D}" dt="2024-06-14T21:40:09.833" v="287"/>
          <ac:grpSpMkLst>
            <pc:docMk/>
            <pc:sldMk cId="3167988685" sldId="260"/>
            <ac:grpSpMk id="2" creationId="{500A101D-F89C-61B2-CEED-FB292F790B24}"/>
          </ac:grpSpMkLst>
        </pc:grpChg>
        <pc:grpChg chg="mod">
          <ac:chgData name="Ogburn, Sarah E" userId="c40d2df0-46c9-4be9-b5a6-5c158e399904" providerId="ADAL" clId="{C5195634-52A2-477F-AF85-38FA28E6BE2D}" dt="2024-06-14T21:40:09.833" v="287"/>
          <ac:grpSpMkLst>
            <pc:docMk/>
            <pc:sldMk cId="3167988685" sldId="260"/>
            <ac:grpSpMk id="4" creationId="{83699722-ED03-2692-8C35-032F07425D6F}"/>
          </ac:grpSpMkLst>
        </pc:grpChg>
        <pc:picChg chg="mod">
          <ac:chgData name="Ogburn, Sarah E" userId="c40d2df0-46c9-4be9-b5a6-5c158e399904" providerId="ADAL" clId="{C5195634-52A2-477F-AF85-38FA28E6BE2D}" dt="2024-06-14T21:40:09.833" v="287"/>
          <ac:picMkLst>
            <pc:docMk/>
            <pc:sldMk cId="3167988685" sldId="260"/>
            <ac:picMk id="5" creationId="{C820AB68-54B4-918C-DC50-6159DDFDE93F}"/>
          </ac:picMkLst>
        </pc:picChg>
        <pc:picChg chg="mod">
          <ac:chgData name="Ogburn, Sarah E" userId="c40d2df0-46c9-4be9-b5a6-5c158e399904" providerId="ADAL" clId="{C5195634-52A2-477F-AF85-38FA28E6BE2D}" dt="2024-06-14T21:40:09.833" v="287"/>
          <ac:picMkLst>
            <pc:docMk/>
            <pc:sldMk cId="3167988685" sldId="260"/>
            <ac:picMk id="6" creationId="{A8DF1042-5DA1-1E0F-C700-6335F4A22CDC}"/>
          </ac:picMkLst>
        </pc:picChg>
        <pc:picChg chg="mod">
          <ac:chgData name="Ogburn, Sarah E" userId="c40d2df0-46c9-4be9-b5a6-5c158e399904" providerId="ADAL" clId="{C5195634-52A2-477F-AF85-38FA28E6BE2D}" dt="2024-06-14T21:40:09.833" v="287"/>
          <ac:picMkLst>
            <pc:docMk/>
            <pc:sldMk cId="3167988685" sldId="260"/>
            <ac:picMk id="7" creationId="{CCB107C7-B093-4CFB-1574-6EFD15FC1583}"/>
          </ac:picMkLst>
        </pc:picChg>
        <pc:picChg chg="mod">
          <ac:chgData name="Ogburn, Sarah E" userId="c40d2df0-46c9-4be9-b5a6-5c158e399904" providerId="ADAL" clId="{C5195634-52A2-477F-AF85-38FA28E6BE2D}" dt="2024-06-14T21:26:43.040" v="5"/>
          <ac:picMkLst>
            <pc:docMk/>
            <pc:sldMk cId="3167988685" sldId="260"/>
            <ac:picMk id="45059" creationId="{00000000-0000-0000-0000-000000000000}"/>
          </ac:picMkLst>
        </pc:picChg>
      </pc:sldChg>
      <pc:sldChg chg="modSp mod">
        <pc:chgData name="Ogburn, Sarah E" userId="c40d2df0-46c9-4be9-b5a6-5c158e399904" providerId="ADAL" clId="{C5195634-52A2-477F-AF85-38FA28E6BE2D}" dt="2024-06-14T21:47:30.792" v="386" actId="14100"/>
        <pc:sldMkLst>
          <pc:docMk/>
          <pc:sldMk cId="1001819382" sldId="263"/>
        </pc:sldMkLst>
        <pc:spChg chg="mod">
          <ac:chgData name="Ogburn, Sarah E" userId="c40d2df0-46c9-4be9-b5a6-5c158e399904" providerId="ADAL" clId="{C5195634-52A2-477F-AF85-38FA28E6BE2D}" dt="2024-06-14T21:26:43.040" v="5"/>
          <ac:spMkLst>
            <pc:docMk/>
            <pc:sldMk cId="1001819382" sldId="263"/>
            <ac:spMk id="5" creationId="{00000000-0000-0000-0000-000000000000}"/>
          </ac:spMkLst>
        </pc:spChg>
        <pc:spChg chg="mod">
          <ac:chgData name="Ogburn, Sarah E" userId="c40d2df0-46c9-4be9-b5a6-5c158e399904" providerId="ADAL" clId="{C5195634-52A2-477F-AF85-38FA28E6BE2D}" dt="2024-06-14T21:26:43.040" v="5"/>
          <ac:spMkLst>
            <pc:docMk/>
            <pc:sldMk cId="1001819382" sldId="263"/>
            <ac:spMk id="8" creationId="{00000000-0000-0000-0000-000000000000}"/>
          </ac:spMkLst>
        </pc:spChg>
        <pc:graphicFrameChg chg="mod modGraphic">
          <ac:chgData name="Ogburn, Sarah E" userId="c40d2df0-46c9-4be9-b5a6-5c158e399904" providerId="ADAL" clId="{C5195634-52A2-477F-AF85-38FA28E6BE2D}" dt="2024-06-14T21:47:30.792" v="386" actId="14100"/>
          <ac:graphicFrameMkLst>
            <pc:docMk/>
            <pc:sldMk cId="1001819382" sldId="263"/>
            <ac:graphicFrameMk id="7" creationId="{00000000-0000-0000-0000-000000000000}"/>
          </ac:graphicFrameMkLst>
        </pc:graphicFrameChg>
      </pc:sldChg>
      <pc:sldChg chg="modSp">
        <pc:chgData name="Ogburn, Sarah E" userId="c40d2df0-46c9-4be9-b5a6-5c158e399904" providerId="ADAL" clId="{C5195634-52A2-477F-AF85-38FA28E6BE2D}" dt="2024-06-14T21:26:43.040" v="5"/>
        <pc:sldMkLst>
          <pc:docMk/>
          <pc:sldMk cId="753535876" sldId="275"/>
        </pc:sldMkLst>
        <pc:graphicFrameChg chg="mod">
          <ac:chgData name="Ogburn, Sarah E" userId="c40d2df0-46c9-4be9-b5a6-5c158e399904" providerId="ADAL" clId="{C5195634-52A2-477F-AF85-38FA28E6BE2D}" dt="2024-06-14T21:26:43.040" v="5"/>
          <ac:graphicFrameMkLst>
            <pc:docMk/>
            <pc:sldMk cId="753535876" sldId="275"/>
            <ac:graphicFrameMk id="2" creationId="{00000000-0000-0000-0000-000000000000}"/>
          </ac:graphicFrameMkLst>
        </pc:graphicFrameChg>
      </pc:sldChg>
      <pc:sldChg chg="del">
        <pc:chgData name="Ogburn, Sarah E" userId="c40d2df0-46c9-4be9-b5a6-5c158e399904" providerId="ADAL" clId="{C5195634-52A2-477F-AF85-38FA28E6BE2D}" dt="2024-06-10T21:18:52.498" v="0" actId="2696"/>
        <pc:sldMkLst>
          <pc:docMk/>
          <pc:sldMk cId="3276240904" sldId="276"/>
        </pc:sldMkLst>
      </pc:sldChg>
      <pc:sldChg chg="addSp modSp mod modNotes">
        <pc:chgData name="Ogburn, Sarah E" userId="c40d2df0-46c9-4be9-b5a6-5c158e399904" providerId="ADAL" clId="{C5195634-52A2-477F-AF85-38FA28E6BE2D}" dt="2024-06-14T21:30:31.297" v="79"/>
        <pc:sldMkLst>
          <pc:docMk/>
          <pc:sldMk cId="1903455318" sldId="279"/>
        </pc:sldMkLst>
        <pc:spChg chg="mod">
          <ac:chgData name="Ogburn, Sarah E" userId="c40d2df0-46c9-4be9-b5a6-5c158e399904" providerId="ADAL" clId="{C5195634-52A2-477F-AF85-38FA28E6BE2D}" dt="2024-06-14T21:30:24.367" v="78" actId="14100"/>
          <ac:spMkLst>
            <pc:docMk/>
            <pc:sldMk cId="1903455318" sldId="279"/>
            <ac:spMk id="2" creationId="{00000000-0000-0000-0000-000000000000}"/>
          </ac:spMkLst>
        </pc:spChg>
        <pc:spChg chg="mod">
          <ac:chgData name="Ogburn, Sarah E" userId="c40d2df0-46c9-4be9-b5a6-5c158e399904" providerId="ADAL" clId="{C5195634-52A2-477F-AF85-38FA28E6BE2D}" dt="2024-06-14T21:26:43.040" v="5"/>
          <ac:spMkLst>
            <pc:docMk/>
            <pc:sldMk cId="1903455318" sldId="279"/>
            <ac:spMk id="4" creationId="{00000000-0000-0000-0000-000000000000}"/>
          </ac:spMkLst>
        </pc:spChg>
        <pc:spChg chg="mod">
          <ac:chgData name="Ogburn, Sarah E" userId="c40d2df0-46c9-4be9-b5a6-5c158e399904" providerId="ADAL" clId="{C5195634-52A2-477F-AF85-38FA28E6BE2D}" dt="2024-06-14T21:30:31.297" v="79"/>
          <ac:spMkLst>
            <pc:docMk/>
            <pc:sldMk cId="1903455318" sldId="279"/>
            <ac:spMk id="5" creationId="{8E7C1D84-2D79-2715-B5D1-C3E6F8D418B1}"/>
          </ac:spMkLst>
        </pc:spChg>
        <pc:spChg chg="mod">
          <ac:chgData name="Ogburn, Sarah E" userId="c40d2df0-46c9-4be9-b5a6-5c158e399904" providerId="ADAL" clId="{C5195634-52A2-477F-AF85-38FA28E6BE2D}" dt="2024-06-14T21:30:18.086" v="76" actId="403"/>
          <ac:spMkLst>
            <pc:docMk/>
            <pc:sldMk cId="1903455318" sldId="279"/>
            <ac:spMk id="7" creationId="{00000000-0000-0000-0000-000000000000}"/>
          </ac:spMkLst>
        </pc:spChg>
        <pc:spChg chg="mod">
          <ac:chgData name="Ogburn, Sarah E" userId="c40d2df0-46c9-4be9-b5a6-5c158e399904" providerId="ADAL" clId="{C5195634-52A2-477F-AF85-38FA28E6BE2D}" dt="2024-06-14T21:26:43.040" v="5"/>
          <ac:spMkLst>
            <pc:docMk/>
            <pc:sldMk cId="1903455318" sldId="279"/>
            <ac:spMk id="12" creationId="{00000000-0000-0000-0000-000000000000}"/>
          </ac:spMkLst>
        </pc:spChg>
        <pc:spChg chg="mod">
          <ac:chgData name="Ogburn, Sarah E" userId="c40d2df0-46c9-4be9-b5a6-5c158e399904" providerId="ADAL" clId="{C5195634-52A2-477F-AF85-38FA28E6BE2D}" dt="2024-06-14T21:26:43.040" v="5"/>
          <ac:spMkLst>
            <pc:docMk/>
            <pc:sldMk cId="1903455318" sldId="279"/>
            <ac:spMk id="16" creationId="{00000000-0000-0000-0000-000000000000}"/>
          </ac:spMkLst>
        </pc:spChg>
        <pc:spChg chg="mod">
          <ac:chgData name="Ogburn, Sarah E" userId="c40d2df0-46c9-4be9-b5a6-5c158e399904" providerId="ADAL" clId="{C5195634-52A2-477F-AF85-38FA28E6BE2D}" dt="2024-06-14T21:26:43.040" v="5"/>
          <ac:spMkLst>
            <pc:docMk/>
            <pc:sldMk cId="1903455318" sldId="279"/>
            <ac:spMk id="17" creationId="{00000000-0000-0000-0000-000000000000}"/>
          </ac:spMkLst>
        </pc:spChg>
        <pc:grpChg chg="add mod">
          <ac:chgData name="Ogburn, Sarah E" userId="c40d2df0-46c9-4be9-b5a6-5c158e399904" providerId="ADAL" clId="{C5195634-52A2-477F-AF85-38FA28E6BE2D}" dt="2024-06-14T21:30:31.297" v="79"/>
          <ac:grpSpMkLst>
            <pc:docMk/>
            <pc:sldMk cId="1903455318" sldId="279"/>
            <ac:grpSpMk id="3" creationId="{393EC221-119D-3C2F-0887-CB25587312AC}"/>
          </ac:grpSpMkLst>
        </pc:grpChg>
        <pc:grpChg chg="mod">
          <ac:chgData name="Ogburn, Sarah E" userId="c40d2df0-46c9-4be9-b5a6-5c158e399904" providerId="ADAL" clId="{C5195634-52A2-477F-AF85-38FA28E6BE2D}" dt="2024-06-14T21:30:31.297" v="79"/>
          <ac:grpSpMkLst>
            <pc:docMk/>
            <pc:sldMk cId="1903455318" sldId="279"/>
            <ac:grpSpMk id="6" creationId="{79CDB7C6-FF4A-80A6-7A95-437609AE31E2}"/>
          </ac:grpSpMkLst>
        </pc:grpChg>
        <pc:picChg chg="mod">
          <ac:chgData name="Ogburn, Sarah E" userId="c40d2df0-46c9-4be9-b5a6-5c158e399904" providerId="ADAL" clId="{C5195634-52A2-477F-AF85-38FA28E6BE2D}" dt="2024-06-14T21:30:31.297" v="79"/>
          <ac:picMkLst>
            <pc:docMk/>
            <pc:sldMk cId="1903455318" sldId="279"/>
            <ac:picMk id="8" creationId="{3D518B23-D8E1-92BE-8252-6568C2597E2E}"/>
          </ac:picMkLst>
        </pc:picChg>
        <pc:picChg chg="mod">
          <ac:chgData name="Ogburn, Sarah E" userId="c40d2df0-46c9-4be9-b5a6-5c158e399904" providerId="ADAL" clId="{C5195634-52A2-477F-AF85-38FA28E6BE2D}" dt="2024-06-14T21:26:43.040" v="5"/>
          <ac:picMkLst>
            <pc:docMk/>
            <pc:sldMk cId="1903455318" sldId="279"/>
            <ac:picMk id="9" creationId="{00000000-0000-0000-0000-000000000000}"/>
          </ac:picMkLst>
        </pc:picChg>
        <pc:picChg chg="mod">
          <ac:chgData name="Ogburn, Sarah E" userId="c40d2df0-46c9-4be9-b5a6-5c158e399904" providerId="ADAL" clId="{C5195634-52A2-477F-AF85-38FA28E6BE2D}" dt="2024-06-14T21:26:43.040" v="5"/>
          <ac:picMkLst>
            <pc:docMk/>
            <pc:sldMk cId="1903455318" sldId="279"/>
            <ac:picMk id="10" creationId="{00000000-0000-0000-0000-000000000000}"/>
          </ac:picMkLst>
        </pc:picChg>
        <pc:picChg chg="mod">
          <ac:chgData name="Ogburn, Sarah E" userId="c40d2df0-46c9-4be9-b5a6-5c158e399904" providerId="ADAL" clId="{C5195634-52A2-477F-AF85-38FA28E6BE2D}" dt="2024-06-14T21:30:31.297" v="79"/>
          <ac:picMkLst>
            <pc:docMk/>
            <pc:sldMk cId="1903455318" sldId="279"/>
            <ac:picMk id="11" creationId="{14BE8040-79EE-B394-C9B5-D5464BF6F8FC}"/>
          </ac:picMkLst>
        </pc:picChg>
        <pc:picChg chg="mod">
          <ac:chgData name="Ogburn, Sarah E" userId="c40d2df0-46c9-4be9-b5a6-5c158e399904" providerId="ADAL" clId="{C5195634-52A2-477F-AF85-38FA28E6BE2D}" dt="2024-06-14T21:30:31.297" v="79"/>
          <ac:picMkLst>
            <pc:docMk/>
            <pc:sldMk cId="1903455318" sldId="279"/>
            <ac:picMk id="13" creationId="{90D75E23-CCA6-CC9A-0E34-78BB22606DA6}"/>
          </ac:picMkLst>
        </pc:picChg>
      </pc:sldChg>
      <pc:sldChg chg="addSp modSp mod modNotes">
        <pc:chgData name="Ogburn, Sarah E" userId="c40d2df0-46c9-4be9-b5a6-5c158e399904" providerId="ADAL" clId="{C5195634-52A2-477F-AF85-38FA28E6BE2D}" dt="2024-06-14T21:43:21.364" v="329" actId="1076"/>
        <pc:sldMkLst>
          <pc:docMk/>
          <pc:sldMk cId="2896566053" sldId="281"/>
        </pc:sldMkLst>
        <pc:spChg chg="mod">
          <ac:chgData name="Ogburn, Sarah E" userId="c40d2df0-46c9-4be9-b5a6-5c158e399904" providerId="ADAL" clId="{C5195634-52A2-477F-AF85-38FA28E6BE2D}" dt="2024-06-14T21:42:57.511" v="321" actId="1076"/>
          <ac:spMkLst>
            <pc:docMk/>
            <pc:sldMk cId="2896566053" sldId="281"/>
            <ac:spMk id="2" creationId="{00000000-0000-0000-0000-000000000000}"/>
          </ac:spMkLst>
        </pc:spChg>
        <pc:spChg chg="mod">
          <ac:chgData name="Ogburn, Sarah E" userId="c40d2df0-46c9-4be9-b5a6-5c158e399904" providerId="ADAL" clId="{C5195634-52A2-477F-AF85-38FA28E6BE2D}" dt="2024-06-14T21:43:07.036" v="324" actId="1076"/>
          <ac:spMkLst>
            <pc:docMk/>
            <pc:sldMk cId="2896566053" sldId="281"/>
            <ac:spMk id="3" creationId="{00000000-0000-0000-0000-000000000000}"/>
          </ac:spMkLst>
        </pc:spChg>
        <pc:spChg chg="mod">
          <ac:chgData name="Ogburn, Sarah E" userId="c40d2df0-46c9-4be9-b5a6-5c158e399904" providerId="ADAL" clId="{C5195634-52A2-477F-AF85-38FA28E6BE2D}" dt="2024-06-14T21:42:48.649" v="317"/>
          <ac:spMkLst>
            <pc:docMk/>
            <pc:sldMk cId="2896566053" sldId="281"/>
            <ac:spMk id="5" creationId="{82A11D2E-D5E3-03DB-7EAF-56F0DD9E344B}"/>
          </ac:spMkLst>
        </pc:spChg>
        <pc:spChg chg="mod">
          <ac:chgData name="Ogburn, Sarah E" userId="c40d2df0-46c9-4be9-b5a6-5c158e399904" providerId="ADAL" clId="{C5195634-52A2-477F-AF85-38FA28E6BE2D}" dt="2024-06-14T21:42:54.052" v="320" actId="14100"/>
          <ac:spMkLst>
            <pc:docMk/>
            <pc:sldMk cId="2896566053" sldId="281"/>
            <ac:spMk id="7" creationId="{00000000-0000-0000-0000-000000000000}"/>
          </ac:spMkLst>
        </pc:spChg>
        <pc:spChg chg="mod">
          <ac:chgData name="Ogburn, Sarah E" userId="c40d2df0-46c9-4be9-b5a6-5c158e399904" providerId="ADAL" clId="{C5195634-52A2-477F-AF85-38FA28E6BE2D}" dt="2024-06-14T21:43:21.364" v="329" actId="1076"/>
          <ac:spMkLst>
            <pc:docMk/>
            <pc:sldMk cId="2896566053" sldId="281"/>
            <ac:spMk id="11" creationId="{00000000-0000-0000-0000-000000000000}"/>
          </ac:spMkLst>
        </pc:spChg>
        <pc:spChg chg="mod">
          <ac:chgData name="Ogburn, Sarah E" userId="c40d2df0-46c9-4be9-b5a6-5c158e399904" providerId="ADAL" clId="{C5195634-52A2-477F-AF85-38FA28E6BE2D}" dt="2024-06-14T21:26:43.040" v="5"/>
          <ac:spMkLst>
            <pc:docMk/>
            <pc:sldMk cId="2896566053" sldId="281"/>
            <ac:spMk id="12" creationId="{00000000-0000-0000-0000-000000000000}"/>
          </ac:spMkLst>
        </pc:spChg>
        <pc:spChg chg="mod">
          <ac:chgData name="Ogburn, Sarah E" userId="c40d2df0-46c9-4be9-b5a6-5c158e399904" providerId="ADAL" clId="{C5195634-52A2-477F-AF85-38FA28E6BE2D}" dt="2024-06-14T21:26:43.040" v="5"/>
          <ac:spMkLst>
            <pc:docMk/>
            <pc:sldMk cId="2896566053" sldId="281"/>
            <ac:spMk id="16" creationId="{00000000-0000-0000-0000-000000000000}"/>
          </ac:spMkLst>
        </pc:spChg>
        <pc:spChg chg="mod">
          <ac:chgData name="Ogburn, Sarah E" userId="c40d2df0-46c9-4be9-b5a6-5c158e399904" providerId="ADAL" clId="{C5195634-52A2-477F-AF85-38FA28E6BE2D}" dt="2024-06-14T21:43:15.350" v="327" actId="1076"/>
          <ac:spMkLst>
            <pc:docMk/>
            <pc:sldMk cId="2896566053" sldId="281"/>
            <ac:spMk id="17" creationId="{00000000-0000-0000-0000-000000000000}"/>
          </ac:spMkLst>
        </pc:spChg>
        <pc:grpChg chg="add mod">
          <ac:chgData name="Ogburn, Sarah E" userId="c40d2df0-46c9-4be9-b5a6-5c158e399904" providerId="ADAL" clId="{C5195634-52A2-477F-AF85-38FA28E6BE2D}" dt="2024-06-14T21:42:48.649" v="317"/>
          <ac:grpSpMkLst>
            <pc:docMk/>
            <pc:sldMk cId="2896566053" sldId="281"/>
            <ac:grpSpMk id="4" creationId="{2917834F-9665-858A-1FC8-DBB7486A0098}"/>
          </ac:grpSpMkLst>
        </pc:grpChg>
        <pc:grpChg chg="mod">
          <ac:chgData name="Ogburn, Sarah E" userId="c40d2df0-46c9-4be9-b5a6-5c158e399904" providerId="ADAL" clId="{C5195634-52A2-477F-AF85-38FA28E6BE2D}" dt="2024-06-14T21:42:48.649" v="317"/>
          <ac:grpSpMkLst>
            <pc:docMk/>
            <pc:sldMk cId="2896566053" sldId="281"/>
            <ac:grpSpMk id="6" creationId="{A9E5E399-2AE1-739A-6D49-348B13F31360}"/>
          </ac:grpSpMkLst>
        </pc:grpChg>
        <pc:picChg chg="mod">
          <ac:chgData name="Ogburn, Sarah E" userId="c40d2df0-46c9-4be9-b5a6-5c158e399904" providerId="ADAL" clId="{C5195634-52A2-477F-AF85-38FA28E6BE2D}" dt="2024-06-14T21:42:48.649" v="317"/>
          <ac:picMkLst>
            <pc:docMk/>
            <pc:sldMk cId="2896566053" sldId="281"/>
            <ac:picMk id="8" creationId="{455DE2D4-6067-7601-0F63-E7797C60E3F8}"/>
          </ac:picMkLst>
        </pc:picChg>
        <pc:picChg chg="mod">
          <ac:chgData name="Ogburn, Sarah E" userId="c40d2df0-46c9-4be9-b5a6-5c158e399904" providerId="ADAL" clId="{C5195634-52A2-477F-AF85-38FA28E6BE2D}" dt="2024-06-14T21:42:48.649" v="317"/>
          <ac:picMkLst>
            <pc:docMk/>
            <pc:sldMk cId="2896566053" sldId="281"/>
            <ac:picMk id="9" creationId="{EA0ABF1F-541F-4A54-7367-6A7D7989686F}"/>
          </ac:picMkLst>
        </pc:picChg>
        <pc:picChg chg="mod">
          <ac:chgData name="Ogburn, Sarah E" userId="c40d2df0-46c9-4be9-b5a6-5c158e399904" providerId="ADAL" clId="{C5195634-52A2-477F-AF85-38FA28E6BE2D}" dt="2024-06-14T21:42:48.649" v="317"/>
          <ac:picMkLst>
            <pc:docMk/>
            <pc:sldMk cId="2896566053" sldId="281"/>
            <ac:picMk id="10" creationId="{1A77C182-2A06-577D-4D3B-B65E0FB7EB2A}"/>
          </ac:picMkLst>
        </pc:picChg>
        <pc:picChg chg="mod">
          <ac:chgData name="Ogburn, Sarah E" userId="c40d2df0-46c9-4be9-b5a6-5c158e399904" providerId="ADAL" clId="{C5195634-52A2-477F-AF85-38FA28E6BE2D}" dt="2024-06-14T21:43:12.177" v="326" actId="1076"/>
          <ac:picMkLst>
            <pc:docMk/>
            <pc:sldMk cId="2896566053" sldId="281"/>
            <ac:picMk id="15" creationId="{00000000-0000-0000-0000-000000000000}"/>
          </ac:picMkLst>
        </pc:picChg>
        <pc:picChg chg="mod">
          <ac:chgData name="Ogburn, Sarah E" userId="c40d2df0-46c9-4be9-b5a6-5c158e399904" providerId="ADAL" clId="{C5195634-52A2-477F-AF85-38FA28E6BE2D}" dt="2024-06-14T21:43:17.589" v="328" actId="14100"/>
          <ac:picMkLst>
            <pc:docMk/>
            <pc:sldMk cId="2896566053" sldId="281"/>
            <ac:picMk id="11266" creationId="{00000000-0000-0000-0000-000000000000}"/>
          </ac:picMkLst>
        </pc:picChg>
        <pc:picChg chg="mod">
          <ac:chgData name="Ogburn, Sarah E" userId="c40d2df0-46c9-4be9-b5a6-5c158e399904" providerId="ADAL" clId="{C5195634-52A2-477F-AF85-38FA28E6BE2D}" dt="2024-06-14T21:43:09.923" v="325" actId="14100"/>
          <ac:picMkLst>
            <pc:docMk/>
            <pc:sldMk cId="2896566053" sldId="281"/>
            <ac:picMk id="11267" creationId="{00000000-0000-0000-0000-000000000000}"/>
          </ac:picMkLst>
        </pc:picChg>
      </pc:sldChg>
      <pc:sldChg chg="addSp modSp mod modNotes">
        <pc:chgData name="Ogburn, Sarah E" userId="c40d2df0-46c9-4be9-b5a6-5c158e399904" providerId="ADAL" clId="{C5195634-52A2-477F-AF85-38FA28E6BE2D}" dt="2024-06-14T21:45:00.420" v="349" actId="170"/>
        <pc:sldMkLst>
          <pc:docMk/>
          <pc:sldMk cId="49363179" sldId="282"/>
        </pc:sldMkLst>
        <pc:spChg chg="mod">
          <ac:chgData name="Ogburn, Sarah E" userId="c40d2df0-46c9-4be9-b5a6-5c158e399904" providerId="ADAL" clId="{C5195634-52A2-477F-AF85-38FA28E6BE2D}" dt="2024-06-14T21:26:43.040" v="5"/>
          <ac:spMkLst>
            <pc:docMk/>
            <pc:sldMk cId="49363179" sldId="282"/>
            <ac:spMk id="2" creationId="{00000000-0000-0000-0000-000000000000}"/>
          </ac:spMkLst>
        </pc:spChg>
        <pc:spChg chg="mod">
          <ac:chgData name="Ogburn, Sarah E" userId="c40d2df0-46c9-4be9-b5a6-5c158e399904" providerId="ADAL" clId="{C5195634-52A2-477F-AF85-38FA28E6BE2D}" dt="2024-06-14T21:26:43.040" v="5"/>
          <ac:spMkLst>
            <pc:docMk/>
            <pc:sldMk cId="49363179" sldId="282"/>
            <ac:spMk id="3" creationId="{00000000-0000-0000-0000-000000000000}"/>
          </ac:spMkLst>
        </pc:spChg>
        <pc:spChg chg="mod">
          <ac:chgData name="Ogburn, Sarah E" userId="c40d2df0-46c9-4be9-b5a6-5c158e399904" providerId="ADAL" clId="{C5195634-52A2-477F-AF85-38FA28E6BE2D}" dt="2024-06-14T21:26:43.040" v="5"/>
          <ac:spMkLst>
            <pc:docMk/>
            <pc:sldMk cId="49363179" sldId="282"/>
            <ac:spMk id="6" creationId="{00000000-0000-0000-0000-000000000000}"/>
          </ac:spMkLst>
        </pc:spChg>
        <pc:spChg chg="mod">
          <ac:chgData name="Ogburn, Sarah E" userId="c40d2df0-46c9-4be9-b5a6-5c158e399904" providerId="ADAL" clId="{C5195634-52A2-477F-AF85-38FA28E6BE2D}" dt="2024-06-14T21:44:49.128" v="345" actId="14100"/>
          <ac:spMkLst>
            <pc:docMk/>
            <pc:sldMk cId="49363179" sldId="282"/>
            <ac:spMk id="7" creationId="{00000000-0000-0000-0000-000000000000}"/>
          </ac:spMkLst>
        </pc:spChg>
        <pc:spChg chg="mod">
          <ac:chgData name="Ogburn, Sarah E" userId="c40d2df0-46c9-4be9-b5a6-5c158e399904" providerId="ADAL" clId="{C5195634-52A2-477F-AF85-38FA28E6BE2D}" dt="2024-06-14T21:44:49.742" v="346"/>
          <ac:spMkLst>
            <pc:docMk/>
            <pc:sldMk cId="49363179" sldId="282"/>
            <ac:spMk id="9" creationId="{8C65C6CF-003C-8E55-8A94-69DAC02FC597}"/>
          </ac:spMkLst>
        </pc:spChg>
        <pc:spChg chg="mod">
          <ac:chgData name="Ogburn, Sarah E" userId="c40d2df0-46c9-4be9-b5a6-5c158e399904" providerId="ADAL" clId="{C5195634-52A2-477F-AF85-38FA28E6BE2D}" dt="2024-06-14T21:45:00.420" v="349" actId="170"/>
          <ac:spMkLst>
            <pc:docMk/>
            <pc:sldMk cId="49363179" sldId="282"/>
            <ac:spMk id="10" creationId="{00000000-0000-0000-0000-000000000000}"/>
          </ac:spMkLst>
        </pc:spChg>
        <pc:spChg chg="mod">
          <ac:chgData name="Ogburn, Sarah E" userId="c40d2df0-46c9-4be9-b5a6-5c158e399904" providerId="ADAL" clId="{C5195634-52A2-477F-AF85-38FA28E6BE2D}" dt="2024-06-14T21:45:00.420" v="349" actId="170"/>
          <ac:spMkLst>
            <pc:docMk/>
            <pc:sldMk cId="49363179" sldId="282"/>
            <ac:spMk id="11" creationId="{00000000-0000-0000-0000-000000000000}"/>
          </ac:spMkLst>
        </pc:spChg>
        <pc:spChg chg="mod">
          <ac:chgData name="Ogburn, Sarah E" userId="c40d2df0-46c9-4be9-b5a6-5c158e399904" providerId="ADAL" clId="{C5195634-52A2-477F-AF85-38FA28E6BE2D}" dt="2024-06-14T21:26:43.040" v="5"/>
          <ac:spMkLst>
            <pc:docMk/>
            <pc:sldMk cId="49363179" sldId="282"/>
            <ac:spMk id="13" creationId="{00000000-0000-0000-0000-000000000000}"/>
          </ac:spMkLst>
        </pc:spChg>
        <pc:spChg chg="mod">
          <ac:chgData name="Ogburn, Sarah E" userId="c40d2df0-46c9-4be9-b5a6-5c158e399904" providerId="ADAL" clId="{C5195634-52A2-477F-AF85-38FA28E6BE2D}" dt="2024-06-14T21:26:43.040" v="5"/>
          <ac:spMkLst>
            <pc:docMk/>
            <pc:sldMk cId="49363179" sldId="282"/>
            <ac:spMk id="14" creationId="{00000000-0000-0000-0000-000000000000}"/>
          </ac:spMkLst>
        </pc:spChg>
        <pc:grpChg chg="add mod">
          <ac:chgData name="Ogburn, Sarah E" userId="c40d2df0-46c9-4be9-b5a6-5c158e399904" providerId="ADAL" clId="{C5195634-52A2-477F-AF85-38FA28E6BE2D}" dt="2024-06-14T21:44:49.742" v="346"/>
          <ac:grpSpMkLst>
            <pc:docMk/>
            <pc:sldMk cId="49363179" sldId="282"/>
            <ac:grpSpMk id="8" creationId="{A5151B64-8D22-82DE-E19A-5C999ACC3F6E}"/>
          </ac:grpSpMkLst>
        </pc:grpChg>
        <pc:grpChg chg="mod">
          <ac:chgData name="Ogburn, Sarah E" userId="c40d2df0-46c9-4be9-b5a6-5c158e399904" providerId="ADAL" clId="{C5195634-52A2-477F-AF85-38FA28E6BE2D}" dt="2024-06-14T21:44:49.742" v="346"/>
          <ac:grpSpMkLst>
            <pc:docMk/>
            <pc:sldMk cId="49363179" sldId="282"/>
            <ac:grpSpMk id="12" creationId="{129DCC5B-C340-E31F-3F0C-1D9728B14314}"/>
          </ac:grpSpMkLst>
        </pc:grpChg>
        <pc:picChg chg="mod">
          <ac:chgData name="Ogburn, Sarah E" userId="c40d2df0-46c9-4be9-b5a6-5c158e399904" providerId="ADAL" clId="{C5195634-52A2-477F-AF85-38FA28E6BE2D}" dt="2024-06-14T21:26:43.040" v="5"/>
          <ac:picMkLst>
            <pc:docMk/>
            <pc:sldMk cId="49363179" sldId="282"/>
            <ac:picMk id="4" creationId="{00000000-0000-0000-0000-000000000000}"/>
          </ac:picMkLst>
        </pc:picChg>
        <pc:picChg chg="mod">
          <ac:chgData name="Ogburn, Sarah E" userId="c40d2df0-46c9-4be9-b5a6-5c158e399904" providerId="ADAL" clId="{C5195634-52A2-477F-AF85-38FA28E6BE2D}" dt="2024-06-14T21:26:43.040" v="5"/>
          <ac:picMkLst>
            <pc:docMk/>
            <pc:sldMk cId="49363179" sldId="282"/>
            <ac:picMk id="5" creationId="{00000000-0000-0000-0000-000000000000}"/>
          </ac:picMkLst>
        </pc:picChg>
        <pc:picChg chg="mod">
          <ac:chgData name="Ogburn, Sarah E" userId="c40d2df0-46c9-4be9-b5a6-5c158e399904" providerId="ADAL" clId="{C5195634-52A2-477F-AF85-38FA28E6BE2D}" dt="2024-06-14T21:44:49.742" v="346"/>
          <ac:picMkLst>
            <pc:docMk/>
            <pc:sldMk cId="49363179" sldId="282"/>
            <ac:picMk id="15" creationId="{C544F901-8068-7741-3ECF-A76F1BF16C6A}"/>
          </ac:picMkLst>
        </pc:picChg>
        <pc:picChg chg="mod">
          <ac:chgData name="Ogburn, Sarah E" userId="c40d2df0-46c9-4be9-b5a6-5c158e399904" providerId="ADAL" clId="{C5195634-52A2-477F-AF85-38FA28E6BE2D}" dt="2024-06-14T21:44:49.742" v="346"/>
          <ac:picMkLst>
            <pc:docMk/>
            <pc:sldMk cId="49363179" sldId="282"/>
            <ac:picMk id="16" creationId="{6E475057-2C3C-3F6C-1D8B-0C1B5CD45E6D}"/>
          </ac:picMkLst>
        </pc:picChg>
        <pc:picChg chg="mod">
          <ac:chgData name="Ogburn, Sarah E" userId="c40d2df0-46c9-4be9-b5a6-5c158e399904" providerId="ADAL" clId="{C5195634-52A2-477F-AF85-38FA28E6BE2D}" dt="2024-06-14T21:44:49.742" v="346"/>
          <ac:picMkLst>
            <pc:docMk/>
            <pc:sldMk cId="49363179" sldId="282"/>
            <ac:picMk id="17" creationId="{70B62701-BE0A-679F-47DB-8BF7163BF9CC}"/>
          </ac:picMkLst>
        </pc:picChg>
        <pc:picChg chg="mod">
          <ac:chgData name="Ogburn, Sarah E" userId="c40d2df0-46c9-4be9-b5a6-5c158e399904" providerId="ADAL" clId="{C5195634-52A2-477F-AF85-38FA28E6BE2D}" dt="2024-06-14T21:45:00.420" v="349" actId="170"/>
          <ac:picMkLst>
            <pc:docMk/>
            <pc:sldMk cId="49363179" sldId="282"/>
            <ac:picMk id="10242" creationId="{00000000-0000-0000-0000-000000000000}"/>
          </ac:picMkLst>
        </pc:picChg>
      </pc:sldChg>
      <pc:sldChg chg="addSp delSp modSp mod">
        <pc:chgData name="Ogburn, Sarah E" userId="c40d2df0-46c9-4be9-b5a6-5c158e399904" providerId="ADAL" clId="{C5195634-52A2-477F-AF85-38FA28E6BE2D}" dt="2024-06-14T21:38:31.249" v="268"/>
        <pc:sldMkLst>
          <pc:docMk/>
          <pc:sldMk cId="250436378" sldId="287"/>
        </pc:sldMkLst>
        <pc:spChg chg="mod">
          <ac:chgData name="Ogburn, Sarah E" userId="c40d2df0-46c9-4be9-b5a6-5c158e399904" providerId="ADAL" clId="{C5195634-52A2-477F-AF85-38FA28E6BE2D}" dt="2024-06-14T21:38:06.450" v="261" actId="403"/>
          <ac:spMkLst>
            <pc:docMk/>
            <pc:sldMk cId="250436378" sldId="287"/>
            <ac:spMk id="2" creationId="{00000000-0000-0000-0000-000000000000}"/>
          </ac:spMkLst>
        </pc:spChg>
        <pc:spChg chg="mod">
          <ac:chgData name="Ogburn, Sarah E" userId="c40d2df0-46c9-4be9-b5a6-5c158e399904" providerId="ADAL" clId="{C5195634-52A2-477F-AF85-38FA28E6BE2D}" dt="2024-06-14T21:38:02.318" v="259" actId="27636"/>
          <ac:spMkLst>
            <pc:docMk/>
            <pc:sldMk cId="250436378" sldId="287"/>
            <ac:spMk id="3" creationId="{00000000-0000-0000-0000-000000000000}"/>
          </ac:spMkLst>
        </pc:spChg>
        <pc:spChg chg="mod">
          <ac:chgData name="Ogburn, Sarah E" userId="c40d2df0-46c9-4be9-b5a6-5c158e399904" providerId="ADAL" clId="{C5195634-52A2-477F-AF85-38FA28E6BE2D}" dt="2024-06-14T21:38:31.249" v="268"/>
          <ac:spMkLst>
            <pc:docMk/>
            <pc:sldMk cId="250436378" sldId="287"/>
            <ac:spMk id="5" creationId="{BA82DE97-61BF-6FCF-7AEC-9D6D1DB92FF8}"/>
          </ac:spMkLst>
        </pc:spChg>
        <pc:spChg chg="del">
          <ac:chgData name="Ogburn, Sarah E" userId="c40d2df0-46c9-4be9-b5a6-5c158e399904" providerId="ADAL" clId="{C5195634-52A2-477F-AF85-38FA28E6BE2D}" dt="2024-06-14T21:38:12.892" v="262" actId="478"/>
          <ac:spMkLst>
            <pc:docMk/>
            <pc:sldMk cId="250436378" sldId="287"/>
            <ac:spMk id="14" creationId="{00000000-0000-0000-0000-000000000000}"/>
          </ac:spMkLst>
        </pc:spChg>
        <pc:grpChg chg="add mod">
          <ac:chgData name="Ogburn, Sarah E" userId="c40d2df0-46c9-4be9-b5a6-5c158e399904" providerId="ADAL" clId="{C5195634-52A2-477F-AF85-38FA28E6BE2D}" dt="2024-06-14T21:38:31.249" v="268"/>
          <ac:grpSpMkLst>
            <pc:docMk/>
            <pc:sldMk cId="250436378" sldId="287"/>
            <ac:grpSpMk id="4" creationId="{29556EF8-9215-6219-ECC0-DE9901121DDC}"/>
          </ac:grpSpMkLst>
        </pc:grpChg>
        <pc:grpChg chg="mod">
          <ac:chgData name="Ogburn, Sarah E" userId="c40d2df0-46c9-4be9-b5a6-5c158e399904" providerId="ADAL" clId="{C5195634-52A2-477F-AF85-38FA28E6BE2D}" dt="2024-06-14T21:38:31.249" v="268"/>
          <ac:grpSpMkLst>
            <pc:docMk/>
            <pc:sldMk cId="250436378" sldId="287"/>
            <ac:grpSpMk id="6" creationId="{06CFDE27-9994-FFBF-5544-3966298D9559}"/>
          </ac:grpSpMkLst>
        </pc:grpChg>
        <pc:picChg chg="mod">
          <ac:chgData name="Ogburn, Sarah E" userId="c40d2df0-46c9-4be9-b5a6-5c158e399904" providerId="ADAL" clId="{C5195634-52A2-477F-AF85-38FA28E6BE2D}" dt="2024-06-14T21:38:31.249" v="268"/>
          <ac:picMkLst>
            <pc:docMk/>
            <pc:sldMk cId="250436378" sldId="287"/>
            <ac:picMk id="7" creationId="{EC363567-22D8-5F6D-9579-0E04DEABA978}"/>
          </ac:picMkLst>
        </pc:picChg>
        <pc:picChg chg="mod">
          <ac:chgData name="Ogburn, Sarah E" userId="c40d2df0-46c9-4be9-b5a6-5c158e399904" providerId="ADAL" clId="{C5195634-52A2-477F-AF85-38FA28E6BE2D}" dt="2024-06-14T21:38:31.249" v="268"/>
          <ac:picMkLst>
            <pc:docMk/>
            <pc:sldMk cId="250436378" sldId="287"/>
            <ac:picMk id="8" creationId="{2364F763-E854-62E3-99F5-F5B2A2E8F612}"/>
          </ac:picMkLst>
        </pc:picChg>
        <pc:picChg chg="mod">
          <ac:chgData name="Ogburn, Sarah E" userId="c40d2df0-46c9-4be9-b5a6-5c158e399904" providerId="ADAL" clId="{C5195634-52A2-477F-AF85-38FA28E6BE2D}" dt="2024-06-14T21:38:31.249" v="268"/>
          <ac:picMkLst>
            <pc:docMk/>
            <pc:sldMk cId="250436378" sldId="287"/>
            <ac:picMk id="9" creationId="{C34A7F36-932C-F221-DE53-B243D6138997}"/>
          </ac:picMkLst>
        </pc:picChg>
        <pc:picChg chg="mod">
          <ac:chgData name="Ogburn, Sarah E" userId="c40d2df0-46c9-4be9-b5a6-5c158e399904" providerId="ADAL" clId="{C5195634-52A2-477F-AF85-38FA28E6BE2D}" dt="2024-06-14T21:38:18.419" v="265" actId="1076"/>
          <ac:picMkLst>
            <pc:docMk/>
            <pc:sldMk cId="250436378" sldId="287"/>
            <ac:picMk id="11" creationId="{00000000-0000-0000-0000-000000000000}"/>
          </ac:picMkLst>
        </pc:picChg>
        <pc:picChg chg="mod">
          <ac:chgData name="Ogburn, Sarah E" userId="c40d2df0-46c9-4be9-b5a6-5c158e399904" providerId="ADAL" clId="{C5195634-52A2-477F-AF85-38FA28E6BE2D}" dt="2024-06-14T21:38:23.314" v="267" actId="14100"/>
          <ac:picMkLst>
            <pc:docMk/>
            <pc:sldMk cId="250436378" sldId="287"/>
            <ac:picMk id="15" creationId="{00000000-0000-0000-0000-000000000000}"/>
          </ac:picMkLst>
        </pc:picChg>
      </pc:sldChg>
      <pc:sldChg chg="addSp delSp modSp mod">
        <pc:chgData name="Ogburn, Sarah E" userId="c40d2df0-46c9-4be9-b5a6-5c158e399904" providerId="ADAL" clId="{C5195634-52A2-477F-AF85-38FA28E6BE2D}" dt="2024-06-14T21:34:05.750" v="139" actId="27918"/>
        <pc:sldMkLst>
          <pc:docMk/>
          <pc:sldMk cId="1240242253" sldId="288"/>
        </pc:sldMkLst>
        <pc:spChg chg="mod">
          <ac:chgData name="Ogburn, Sarah E" userId="c40d2df0-46c9-4be9-b5a6-5c158e399904" providerId="ADAL" clId="{C5195634-52A2-477F-AF85-38FA28E6BE2D}" dt="2024-06-14T21:32:24.207" v="117" actId="1076"/>
          <ac:spMkLst>
            <pc:docMk/>
            <pc:sldMk cId="1240242253" sldId="288"/>
            <ac:spMk id="2" creationId="{00000000-0000-0000-0000-000000000000}"/>
          </ac:spMkLst>
        </pc:spChg>
        <pc:spChg chg="mod">
          <ac:chgData name="Ogburn, Sarah E" userId="c40d2df0-46c9-4be9-b5a6-5c158e399904" providerId="ADAL" clId="{C5195634-52A2-477F-AF85-38FA28E6BE2D}" dt="2024-06-14T21:32:00.346" v="111" actId="27636"/>
          <ac:spMkLst>
            <pc:docMk/>
            <pc:sldMk cId="1240242253" sldId="288"/>
            <ac:spMk id="3" creationId="{00000000-0000-0000-0000-000000000000}"/>
          </ac:spMkLst>
        </pc:spChg>
        <pc:spChg chg="mod">
          <ac:chgData name="Ogburn, Sarah E" userId="c40d2df0-46c9-4be9-b5a6-5c158e399904" providerId="ADAL" clId="{C5195634-52A2-477F-AF85-38FA28E6BE2D}" dt="2024-06-14T21:26:43.040" v="5"/>
          <ac:spMkLst>
            <pc:docMk/>
            <pc:sldMk cId="1240242253" sldId="288"/>
            <ac:spMk id="4" creationId="{00000000-0000-0000-0000-000000000000}"/>
          </ac:spMkLst>
        </pc:spChg>
        <pc:spChg chg="del mod">
          <ac:chgData name="Ogburn, Sarah E" userId="c40d2df0-46c9-4be9-b5a6-5c158e399904" providerId="ADAL" clId="{C5195634-52A2-477F-AF85-38FA28E6BE2D}" dt="2024-06-14T21:32:04.317" v="112" actId="478"/>
          <ac:spMkLst>
            <pc:docMk/>
            <pc:sldMk cId="1240242253" sldId="288"/>
            <ac:spMk id="5" creationId="{00000000-0000-0000-0000-000000000000}"/>
          </ac:spMkLst>
        </pc:spChg>
        <pc:spChg chg="mod">
          <ac:chgData name="Ogburn, Sarah E" userId="c40d2df0-46c9-4be9-b5a6-5c158e399904" providerId="ADAL" clId="{C5195634-52A2-477F-AF85-38FA28E6BE2D}" dt="2024-06-14T21:26:43.040" v="5"/>
          <ac:spMkLst>
            <pc:docMk/>
            <pc:sldMk cId="1240242253" sldId="288"/>
            <ac:spMk id="7" creationId="{00000000-0000-0000-0000-000000000000}"/>
          </ac:spMkLst>
        </pc:spChg>
        <pc:spChg chg="mod">
          <ac:chgData name="Ogburn, Sarah E" userId="c40d2df0-46c9-4be9-b5a6-5c158e399904" providerId="ADAL" clId="{C5195634-52A2-477F-AF85-38FA28E6BE2D}" dt="2024-06-14T21:26:43.040" v="5"/>
          <ac:spMkLst>
            <pc:docMk/>
            <pc:sldMk cId="1240242253" sldId="288"/>
            <ac:spMk id="9" creationId="{00000000-0000-0000-0000-000000000000}"/>
          </ac:spMkLst>
        </pc:spChg>
        <pc:spChg chg="mod">
          <ac:chgData name="Ogburn, Sarah E" userId="c40d2df0-46c9-4be9-b5a6-5c158e399904" providerId="ADAL" clId="{C5195634-52A2-477F-AF85-38FA28E6BE2D}" dt="2024-06-14T21:30:40.154" v="82"/>
          <ac:spMkLst>
            <pc:docMk/>
            <pc:sldMk cId="1240242253" sldId="288"/>
            <ac:spMk id="10" creationId="{06C5940E-A47A-3F10-45EA-9732E2941222}"/>
          </ac:spMkLst>
        </pc:spChg>
        <pc:spChg chg="mod">
          <ac:chgData name="Ogburn, Sarah E" userId="c40d2df0-46c9-4be9-b5a6-5c158e399904" providerId="ADAL" clId="{C5195634-52A2-477F-AF85-38FA28E6BE2D}" dt="2024-06-14T21:30:41.460" v="83"/>
          <ac:spMkLst>
            <pc:docMk/>
            <pc:sldMk cId="1240242253" sldId="288"/>
            <ac:spMk id="16" creationId="{13FF976E-3AE4-20EA-4FFA-F42320827D0C}"/>
          </ac:spMkLst>
        </pc:spChg>
        <pc:spChg chg="add del mod">
          <ac:chgData name="Ogburn, Sarah E" userId="c40d2df0-46c9-4be9-b5a6-5c158e399904" providerId="ADAL" clId="{C5195634-52A2-477F-AF85-38FA28E6BE2D}" dt="2024-06-14T21:32:07.014" v="113" actId="478"/>
          <ac:spMkLst>
            <pc:docMk/>
            <pc:sldMk cId="1240242253" sldId="288"/>
            <ac:spMk id="22" creationId="{2982F38B-5EFA-0FF6-1302-0225F4BF34CB}"/>
          </ac:spMkLst>
        </pc:spChg>
        <pc:spChg chg="add mod">
          <ac:chgData name="Ogburn, Sarah E" userId="c40d2df0-46c9-4be9-b5a6-5c158e399904" providerId="ADAL" clId="{C5195634-52A2-477F-AF85-38FA28E6BE2D}" dt="2024-06-14T21:32:11.836" v="114"/>
          <ac:spMkLst>
            <pc:docMk/>
            <pc:sldMk cId="1240242253" sldId="288"/>
            <ac:spMk id="23" creationId="{A2BB1D53-90E5-59D5-8511-52A29EC4E4CB}"/>
          </ac:spMkLst>
        </pc:spChg>
        <pc:grpChg chg="add mod">
          <ac:chgData name="Ogburn, Sarah E" userId="c40d2df0-46c9-4be9-b5a6-5c158e399904" providerId="ADAL" clId="{C5195634-52A2-477F-AF85-38FA28E6BE2D}" dt="2024-06-14T21:30:40.154" v="82"/>
          <ac:grpSpMkLst>
            <pc:docMk/>
            <pc:sldMk cId="1240242253" sldId="288"/>
            <ac:grpSpMk id="8" creationId="{6C59478B-BD5F-11AA-7204-D6B388BFD65B}"/>
          </ac:grpSpMkLst>
        </pc:grpChg>
        <pc:grpChg chg="mod">
          <ac:chgData name="Ogburn, Sarah E" userId="c40d2df0-46c9-4be9-b5a6-5c158e399904" providerId="ADAL" clId="{C5195634-52A2-477F-AF85-38FA28E6BE2D}" dt="2024-06-14T21:30:40.154" v="82"/>
          <ac:grpSpMkLst>
            <pc:docMk/>
            <pc:sldMk cId="1240242253" sldId="288"/>
            <ac:grpSpMk id="11" creationId="{ADD9C9CC-AF2B-90FA-5BDF-6B89B68F8C1A}"/>
          </ac:grpSpMkLst>
        </pc:grpChg>
        <pc:grpChg chg="add del mod">
          <ac:chgData name="Ogburn, Sarah E" userId="c40d2df0-46c9-4be9-b5a6-5c158e399904" providerId="ADAL" clId="{C5195634-52A2-477F-AF85-38FA28E6BE2D}" dt="2024-06-14T21:30:43.380" v="84"/>
          <ac:grpSpMkLst>
            <pc:docMk/>
            <pc:sldMk cId="1240242253" sldId="288"/>
            <ac:grpSpMk id="15" creationId="{299EE092-DEED-16A3-8691-2EC425E5F0CF}"/>
          </ac:grpSpMkLst>
        </pc:grpChg>
        <pc:grpChg chg="mod">
          <ac:chgData name="Ogburn, Sarah E" userId="c40d2df0-46c9-4be9-b5a6-5c158e399904" providerId="ADAL" clId="{C5195634-52A2-477F-AF85-38FA28E6BE2D}" dt="2024-06-14T21:30:41.460" v="83"/>
          <ac:grpSpMkLst>
            <pc:docMk/>
            <pc:sldMk cId="1240242253" sldId="288"/>
            <ac:grpSpMk id="17" creationId="{6843BED4-898E-6726-9C91-522CC03F7AC3}"/>
          </ac:grpSpMkLst>
        </pc:grpChg>
        <pc:graphicFrameChg chg="mod">
          <ac:chgData name="Ogburn, Sarah E" userId="c40d2df0-46c9-4be9-b5a6-5c158e399904" providerId="ADAL" clId="{C5195634-52A2-477F-AF85-38FA28E6BE2D}" dt="2024-06-14T21:34:02.814" v="138"/>
          <ac:graphicFrameMkLst>
            <pc:docMk/>
            <pc:sldMk cId="1240242253" sldId="288"/>
            <ac:graphicFrameMk id="6" creationId="{00000000-0000-0000-0000-000000000000}"/>
          </ac:graphicFrameMkLst>
        </pc:graphicFrameChg>
        <pc:picChg chg="mod">
          <ac:chgData name="Ogburn, Sarah E" userId="c40d2df0-46c9-4be9-b5a6-5c158e399904" providerId="ADAL" clId="{C5195634-52A2-477F-AF85-38FA28E6BE2D}" dt="2024-06-14T21:30:40.154" v="82"/>
          <ac:picMkLst>
            <pc:docMk/>
            <pc:sldMk cId="1240242253" sldId="288"/>
            <ac:picMk id="12" creationId="{91AB7057-F594-5188-DA53-BDCB75F98080}"/>
          </ac:picMkLst>
        </pc:picChg>
        <pc:picChg chg="mod">
          <ac:chgData name="Ogburn, Sarah E" userId="c40d2df0-46c9-4be9-b5a6-5c158e399904" providerId="ADAL" clId="{C5195634-52A2-477F-AF85-38FA28E6BE2D}" dt="2024-06-14T21:30:40.154" v="82"/>
          <ac:picMkLst>
            <pc:docMk/>
            <pc:sldMk cId="1240242253" sldId="288"/>
            <ac:picMk id="13" creationId="{CA8E8EDB-95C4-6AC0-F961-4DC21359FCE5}"/>
          </ac:picMkLst>
        </pc:picChg>
        <pc:picChg chg="mod">
          <ac:chgData name="Ogburn, Sarah E" userId="c40d2df0-46c9-4be9-b5a6-5c158e399904" providerId="ADAL" clId="{C5195634-52A2-477F-AF85-38FA28E6BE2D}" dt="2024-06-14T21:30:40.154" v="82"/>
          <ac:picMkLst>
            <pc:docMk/>
            <pc:sldMk cId="1240242253" sldId="288"/>
            <ac:picMk id="14" creationId="{9FAE19BB-58EA-4A0E-859B-C0867B8A1587}"/>
          </ac:picMkLst>
        </pc:picChg>
        <pc:picChg chg="mod">
          <ac:chgData name="Ogburn, Sarah E" userId="c40d2df0-46c9-4be9-b5a6-5c158e399904" providerId="ADAL" clId="{C5195634-52A2-477F-AF85-38FA28E6BE2D}" dt="2024-06-14T21:30:41.460" v="83"/>
          <ac:picMkLst>
            <pc:docMk/>
            <pc:sldMk cId="1240242253" sldId="288"/>
            <ac:picMk id="18" creationId="{CD3DF64E-5FAD-EFE3-3152-BDC4546666D7}"/>
          </ac:picMkLst>
        </pc:picChg>
        <pc:picChg chg="mod">
          <ac:chgData name="Ogburn, Sarah E" userId="c40d2df0-46c9-4be9-b5a6-5c158e399904" providerId="ADAL" clId="{C5195634-52A2-477F-AF85-38FA28E6BE2D}" dt="2024-06-14T21:30:41.460" v="83"/>
          <ac:picMkLst>
            <pc:docMk/>
            <pc:sldMk cId="1240242253" sldId="288"/>
            <ac:picMk id="19" creationId="{C05273B3-73F9-ADB3-5E83-BE29CE6F30EB}"/>
          </ac:picMkLst>
        </pc:picChg>
        <pc:picChg chg="mod">
          <ac:chgData name="Ogburn, Sarah E" userId="c40d2df0-46c9-4be9-b5a6-5c158e399904" providerId="ADAL" clId="{C5195634-52A2-477F-AF85-38FA28E6BE2D}" dt="2024-06-14T21:30:41.460" v="83"/>
          <ac:picMkLst>
            <pc:docMk/>
            <pc:sldMk cId="1240242253" sldId="288"/>
            <ac:picMk id="20" creationId="{097DEA91-01EC-43CD-F849-3A527C5E5CDB}"/>
          </ac:picMkLst>
        </pc:picChg>
      </pc:sldChg>
      <pc:sldChg chg="addSp modSp mod">
        <pc:chgData name="Ogburn, Sarah E" userId="c40d2df0-46c9-4be9-b5a6-5c158e399904" providerId="ADAL" clId="{C5195634-52A2-477F-AF85-38FA28E6BE2D}" dt="2024-06-14T21:37:13.978" v="251" actId="403"/>
        <pc:sldMkLst>
          <pc:docMk/>
          <pc:sldMk cId="650890767" sldId="289"/>
        </pc:sldMkLst>
        <pc:spChg chg="mod">
          <ac:chgData name="Ogburn, Sarah E" userId="c40d2df0-46c9-4be9-b5a6-5c158e399904" providerId="ADAL" clId="{C5195634-52A2-477F-AF85-38FA28E6BE2D}" dt="2024-06-14T21:30:50.372" v="88"/>
          <ac:spMkLst>
            <pc:docMk/>
            <pc:sldMk cId="650890767" sldId="289"/>
            <ac:spMk id="3" creationId="{A7819B3D-199B-0E30-3929-3266B5D6B060}"/>
          </ac:spMkLst>
        </pc:spChg>
        <pc:spChg chg="mod">
          <ac:chgData name="Ogburn, Sarah E" userId="c40d2df0-46c9-4be9-b5a6-5c158e399904" providerId="ADAL" clId="{C5195634-52A2-477F-AF85-38FA28E6BE2D}" dt="2024-06-14T21:36:40.203" v="235" actId="1076"/>
          <ac:spMkLst>
            <pc:docMk/>
            <pc:sldMk cId="650890767" sldId="289"/>
            <ac:spMk id="10" creationId="{14C738C7-F40C-D8FD-27B4-947E87BCE8BB}"/>
          </ac:spMkLst>
        </pc:spChg>
        <pc:grpChg chg="add mod">
          <ac:chgData name="Ogburn, Sarah E" userId="c40d2df0-46c9-4be9-b5a6-5c158e399904" providerId="ADAL" clId="{C5195634-52A2-477F-AF85-38FA28E6BE2D}" dt="2024-06-14T21:30:50.372" v="88"/>
          <ac:grpSpMkLst>
            <pc:docMk/>
            <pc:sldMk cId="650890767" sldId="289"/>
            <ac:grpSpMk id="2" creationId="{2374201A-A9B8-6801-00C1-E3CAF577898C}"/>
          </ac:grpSpMkLst>
        </pc:grpChg>
        <pc:grpChg chg="mod">
          <ac:chgData name="Ogburn, Sarah E" userId="c40d2df0-46c9-4be9-b5a6-5c158e399904" providerId="ADAL" clId="{C5195634-52A2-477F-AF85-38FA28E6BE2D}" dt="2024-06-14T21:30:50.372" v="88"/>
          <ac:grpSpMkLst>
            <pc:docMk/>
            <pc:sldMk cId="650890767" sldId="289"/>
            <ac:grpSpMk id="4" creationId="{66AAD00A-75AA-F9ED-D38F-3BB01FE8FA14}"/>
          </ac:grpSpMkLst>
        </pc:grpChg>
        <pc:graphicFrameChg chg="mod modGraphic">
          <ac:chgData name="Ogburn, Sarah E" userId="c40d2df0-46c9-4be9-b5a6-5c158e399904" providerId="ADAL" clId="{C5195634-52A2-477F-AF85-38FA28E6BE2D}" dt="2024-06-14T21:37:13.978" v="251" actId="403"/>
          <ac:graphicFrameMkLst>
            <pc:docMk/>
            <pc:sldMk cId="650890767" sldId="289"/>
            <ac:graphicFrameMk id="6" creationId="{7513CE22-01A1-4948-2401-FB0CDFB3780E}"/>
          </ac:graphicFrameMkLst>
        </pc:graphicFrameChg>
        <pc:graphicFrameChg chg="mod modGraphic">
          <ac:chgData name="Ogburn, Sarah E" userId="c40d2df0-46c9-4be9-b5a6-5c158e399904" providerId="ADAL" clId="{C5195634-52A2-477F-AF85-38FA28E6BE2D}" dt="2024-06-14T21:36:15.751" v="229" actId="403"/>
          <ac:graphicFrameMkLst>
            <pc:docMk/>
            <pc:sldMk cId="650890767" sldId="289"/>
            <ac:graphicFrameMk id="9" creationId="{4F0ACDD6-435A-41CC-A9D5-02FA6C00161C}"/>
          </ac:graphicFrameMkLst>
        </pc:graphicFrameChg>
        <pc:picChg chg="mod">
          <ac:chgData name="Ogburn, Sarah E" userId="c40d2df0-46c9-4be9-b5a6-5c158e399904" providerId="ADAL" clId="{C5195634-52A2-477F-AF85-38FA28E6BE2D}" dt="2024-06-14T21:30:50.372" v="88"/>
          <ac:picMkLst>
            <pc:docMk/>
            <pc:sldMk cId="650890767" sldId="289"/>
            <ac:picMk id="5" creationId="{2E0C1320-21B2-BC84-4C92-252A35356162}"/>
          </ac:picMkLst>
        </pc:picChg>
        <pc:picChg chg="mod">
          <ac:chgData name="Ogburn, Sarah E" userId="c40d2df0-46c9-4be9-b5a6-5c158e399904" providerId="ADAL" clId="{C5195634-52A2-477F-AF85-38FA28E6BE2D}" dt="2024-06-14T21:30:50.372" v="88"/>
          <ac:picMkLst>
            <pc:docMk/>
            <pc:sldMk cId="650890767" sldId="289"/>
            <ac:picMk id="7" creationId="{BFEB9456-8C41-9B1F-395A-9823AC6C245F}"/>
          </ac:picMkLst>
        </pc:picChg>
        <pc:picChg chg="mod">
          <ac:chgData name="Ogburn, Sarah E" userId="c40d2df0-46c9-4be9-b5a6-5c158e399904" providerId="ADAL" clId="{C5195634-52A2-477F-AF85-38FA28E6BE2D}" dt="2024-06-14T21:30:50.372" v="88"/>
          <ac:picMkLst>
            <pc:docMk/>
            <pc:sldMk cId="650890767" sldId="289"/>
            <ac:picMk id="8" creationId="{B027DAF1-EA46-C7B2-484B-3AB2A3FCE8E9}"/>
          </ac:picMkLst>
        </pc:picChg>
      </pc:sldChg>
      <pc:sldChg chg="modSp del">
        <pc:chgData name="Ogburn, Sarah E" userId="c40d2df0-46c9-4be9-b5a6-5c158e399904" providerId="ADAL" clId="{C5195634-52A2-477F-AF85-38FA28E6BE2D}" dt="2024-06-14T21:41:13.499" v="292" actId="2696"/>
        <pc:sldMkLst>
          <pc:docMk/>
          <pc:sldMk cId="1856667615" sldId="294"/>
        </pc:sldMkLst>
        <pc:graphicFrameChg chg="mod">
          <ac:chgData name="Ogburn, Sarah E" userId="c40d2df0-46c9-4be9-b5a6-5c158e399904" providerId="ADAL" clId="{C5195634-52A2-477F-AF85-38FA28E6BE2D}" dt="2024-06-14T21:26:43.040" v="5"/>
          <ac:graphicFrameMkLst>
            <pc:docMk/>
            <pc:sldMk cId="1856667615" sldId="294"/>
            <ac:graphicFrameMk id="5" creationId="{00000000-0000-0000-0000-000000000000}"/>
          </ac:graphicFrameMkLst>
        </pc:graphicFrameChg>
      </pc:sldChg>
      <pc:sldChg chg="addSp delSp modSp mod">
        <pc:chgData name="Ogburn, Sarah E" userId="c40d2df0-46c9-4be9-b5a6-5c158e399904" providerId="ADAL" clId="{C5195634-52A2-477F-AF85-38FA28E6BE2D}" dt="2024-06-14T21:36:06.321" v="226"/>
        <pc:sldMkLst>
          <pc:docMk/>
          <pc:sldMk cId="2487468901" sldId="295"/>
        </pc:sldMkLst>
        <pc:spChg chg="mod">
          <ac:chgData name="Ogburn, Sarah E" userId="c40d2df0-46c9-4be9-b5a6-5c158e399904" providerId="ADAL" clId="{C5195634-52A2-477F-AF85-38FA28E6BE2D}" dt="2024-06-14T21:35:55.518" v="223" actId="403"/>
          <ac:spMkLst>
            <pc:docMk/>
            <pc:sldMk cId="2487468901" sldId="295"/>
            <ac:spMk id="3" creationId="{00000000-0000-0000-0000-000000000000}"/>
          </ac:spMkLst>
        </pc:spChg>
        <pc:spChg chg="mod">
          <ac:chgData name="Ogburn, Sarah E" userId="c40d2df0-46c9-4be9-b5a6-5c158e399904" providerId="ADAL" clId="{C5195634-52A2-477F-AF85-38FA28E6BE2D}" dt="2024-06-14T21:30:45.147" v="85"/>
          <ac:spMkLst>
            <pc:docMk/>
            <pc:sldMk cId="2487468901" sldId="295"/>
            <ac:spMk id="4" creationId="{A66F65C6-D31C-2DB6-4F80-C4AADEC2B8FD}"/>
          </ac:spMkLst>
        </pc:spChg>
        <pc:spChg chg="mod">
          <ac:chgData name="Ogburn, Sarah E" userId="c40d2df0-46c9-4be9-b5a6-5c158e399904" providerId="ADAL" clId="{C5195634-52A2-477F-AF85-38FA28E6BE2D}" dt="2024-06-14T21:35:18.602" v="208" actId="1038"/>
          <ac:spMkLst>
            <pc:docMk/>
            <pc:sldMk cId="2487468901" sldId="295"/>
            <ac:spMk id="5" creationId="{00000000-0000-0000-0000-000000000000}"/>
          </ac:spMkLst>
        </pc:spChg>
        <pc:spChg chg="mod">
          <ac:chgData name="Ogburn, Sarah E" userId="c40d2df0-46c9-4be9-b5a6-5c158e399904" providerId="ADAL" clId="{C5195634-52A2-477F-AF85-38FA28E6BE2D}" dt="2024-06-14T21:35:02.371" v="177" actId="1035"/>
          <ac:spMkLst>
            <pc:docMk/>
            <pc:sldMk cId="2487468901" sldId="295"/>
            <ac:spMk id="7" creationId="{00000000-0000-0000-0000-000000000000}"/>
          </ac:spMkLst>
        </pc:spChg>
        <pc:spChg chg="mod">
          <ac:chgData name="Ogburn, Sarah E" userId="c40d2df0-46c9-4be9-b5a6-5c158e399904" providerId="ADAL" clId="{C5195634-52A2-477F-AF85-38FA28E6BE2D}" dt="2024-06-14T21:35:06.410" v="188" actId="1035"/>
          <ac:spMkLst>
            <pc:docMk/>
            <pc:sldMk cId="2487468901" sldId="295"/>
            <ac:spMk id="11" creationId="{00000000-0000-0000-0000-000000000000}"/>
          </ac:spMkLst>
        </pc:spChg>
        <pc:spChg chg="del mod">
          <ac:chgData name="Ogburn, Sarah E" userId="c40d2df0-46c9-4be9-b5a6-5c158e399904" providerId="ADAL" clId="{C5195634-52A2-477F-AF85-38FA28E6BE2D}" dt="2024-06-14T21:35:58.391" v="224" actId="478"/>
          <ac:spMkLst>
            <pc:docMk/>
            <pc:sldMk cId="2487468901" sldId="295"/>
            <ac:spMk id="12" creationId="{00000000-0000-0000-0000-000000000000}"/>
          </ac:spMkLst>
        </pc:spChg>
        <pc:spChg chg="del mod">
          <ac:chgData name="Ogburn, Sarah E" userId="c40d2df0-46c9-4be9-b5a6-5c158e399904" providerId="ADAL" clId="{C5195634-52A2-477F-AF85-38FA28E6BE2D}" dt="2024-06-14T21:32:56.686" v="127" actId="478"/>
          <ac:spMkLst>
            <pc:docMk/>
            <pc:sldMk cId="2487468901" sldId="295"/>
            <ac:spMk id="13" creationId="{00000000-0000-0000-0000-000000000000}"/>
          </ac:spMkLst>
        </pc:spChg>
        <pc:spChg chg="mod">
          <ac:chgData name="Ogburn, Sarah E" userId="c40d2df0-46c9-4be9-b5a6-5c158e399904" providerId="ADAL" clId="{C5195634-52A2-477F-AF85-38FA28E6BE2D}" dt="2024-06-14T21:26:43.040" v="5"/>
          <ac:spMkLst>
            <pc:docMk/>
            <pc:sldMk cId="2487468901" sldId="295"/>
            <ac:spMk id="14" creationId="{00000000-0000-0000-0000-000000000000}"/>
          </ac:spMkLst>
        </pc:spChg>
        <pc:spChg chg="mod">
          <ac:chgData name="Ogburn, Sarah E" userId="c40d2df0-46c9-4be9-b5a6-5c158e399904" providerId="ADAL" clId="{C5195634-52A2-477F-AF85-38FA28E6BE2D}" dt="2024-06-14T21:26:43.040" v="5"/>
          <ac:spMkLst>
            <pc:docMk/>
            <pc:sldMk cId="2487468901" sldId="295"/>
            <ac:spMk id="15" creationId="{00000000-0000-0000-0000-000000000000}"/>
          </ac:spMkLst>
        </pc:spChg>
        <pc:spChg chg="mod">
          <ac:chgData name="Ogburn, Sarah E" userId="c40d2df0-46c9-4be9-b5a6-5c158e399904" providerId="ADAL" clId="{C5195634-52A2-477F-AF85-38FA28E6BE2D}" dt="2024-06-14T21:30:46.634" v="86"/>
          <ac:spMkLst>
            <pc:docMk/>
            <pc:sldMk cId="2487468901" sldId="295"/>
            <ac:spMk id="21" creationId="{DBBA8FDA-BE69-E175-60EE-DFAF9AFF3185}"/>
          </ac:spMkLst>
        </pc:spChg>
        <pc:spChg chg="add del mod">
          <ac:chgData name="Ogburn, Sarah E" userId="c40d2df0-46c9-4be9-b5a6-5c158e399904" providerId="ADAL" clId="{C5195634-52A2-477F-AF85-38FA28E6BE2D}" dt="2024-06-14T21:33:22.803" v="134"/>
          <ac:spMkLst>
            <pc:docMk/>
            <pc:sldMk cId="2487468901" sldId="295"/>
            <ac:spMk id="27" creationId="{225DD97E-2A1A-4A77-B7BB-370BE6985000}"/>
          </ac:spMkLst>
        </pc:spChg>
        <pc:spChg chg="add del mod">
          <ac:chgData name="Ogburn, Sarah E" userId="c40d2df0-46c9-4be9-b5a6-5c158e399904" providerId="ADAL" clId="{C5195634-52A2-477F-AF85-38FA28E6BE2D}" dt="2024-06-14T21:33:22.803" v="134"/>
          <ac:spMkLst>
            <pc:docMk/>
            <pc:sldMk cId="2487468901" sldId="295"/>
            <ac:spMk id="28" creationId="{17892072-7E9E-2D12-AD9F-02890477CC41}"/>
          </ac:spMkLst>
        </pc:spChg>
        <pc:spChg chg="add del mod">
          <ac:chgData name="Ogburn, Sarah E" userId="c40d2df0-46c9-4be9-b5a6-5c158e399904" providerId="ADAL" clId="{C5195634-52A2-477F-AF85-38FA28E6BE2D}" dt="2024-06-14T21:33:22.803" v="134"/>
          <ac:spMkLst>
            <pc:docMk/>
            <pc:sldMk cId="2487468901" sldId="295"/>
            <ac:spMk id="29" creationId="{CD745CE3-F577-AB1F-A820-BBBF3D2A63B1}"/>
          </ac:spMkLst>
        </pc:spChg>
        <pc:spChg chg="add del mod">
          <ac:chgData name="Ogburn, Sarah E" userId="c40d2df0-46c9-4be9-b5a6-5c158e399904" providerId="ADAL" clId="{C5195634-52A2-477F-AF85-38FA28E6BE2D}" dt="2024-06-14T21:33:22.803" v="134"/>
          <ac:spMkLst>
            <pc:docMk/>
            <pc:sldMk cId="2487468901" sldId="295"/>
            <ac:spMk id="30" creationId="{2E51FFC6-B125-85D5-E20A-76A37CE63BFB}"/>
          </ac:spMkLst>
        </pc:spChg>
        <pc:spChg chg="add del mod">
          <ac:chgData name="Ogburn, Sarah E" userId="c40d2df0-46c9-4be9-b5a6-5c158e399904" providerId="ADAL" clId="{C5195634-52A2-477F-AF85-38FA28E6BE2D}" dt="2024-06-14T21:36:00.012" v="225" actId="478"/>
          <ac:spMkLst>
            <pc:docMk/>
            <pc:sldMk cId="2487468901" sldId="295"/>
            <ac:spMk id="32" creationId="{B37339E6-870A-58B7-D34B-2A20AC5C88DF}"/>
          </ac:spMkLst>
        </pc:spChg>
        <pc:spChg chg="add mod">
          <ac:chgData name="Ogburn, Sarah E" userId="c40d2df0-46c9-4be9-b5a6-5c158e399904" providerId="ADAL" clId="{C5195634-52A2-477F-AF85-38FA28E6BE2D}" dt="2024-06-14T21:36:06.321" v="226"/>
          <ac:spMkLst>
            <pc:docMk/>
            <pc:sldMk cId="2487468901" sldId="295"/>
            <ac:spMk id="33" creationId="{A4906685-D656-57CC-E418-244A4CA037A1}"/>
          </ac:spMkLst>
        </pc:spChg>
        <pc:grpChg chg="add mod">
          <ac:chgData name="Ogburn, Sarah E" userId="c40d2df0-46c9-4be9-b5a6-5c158e399904" providerId="ADAL" clId="{C5195634-52A2-477F-AF85-38FA28E6BE2D}" dt="2024-06-14T21:30:45.147" v="85"/>
          <ac:grpSpMkLst>
            <pc:docMk/>
            <pc:sldMk cId="2487468901" sldId="295"/>
            <ac:grpSpMk id="2" creationId="{BB749D51-4383-CB9A-D0DD-7C4D047B9E46}"/>
          </ac:grpSpMkLst>
        </pc:grpChg>
        <pc:grpChg chg="mod">
          <ac:chgData name="Ogburn, Sarah E" userId="c40d2df0-46c9-4be9-b5a6-5c158e399904" providerId="ADAL" clId="{C5195634-52A2-477F-AF85-38FA28E6BE2D}" dt="2024-06-14T21:30:45.147" v="85"/>
          <ac:grpSpMkLst>
            <pc:docMk/>
            <pc:sldMk cId="2487468901" sldId="295"/>
            <ac:grpSpMk id="16" creationId="{1054C19B-BC09-EBE0-2316-4569CA7E7C10}"/>
          </ac:grpSpMkLst>
        </pc:grpChg>
        <pc:grpChg chg="add del mod">
          <ac:chgData name="Ogburn, Sarah E" userId="c40d2df0-46c9-4be9-b5a6-5c158e399904" providerId="ADAL" clId="{C5195634-52A2-477F-AF85-38FA28E6BE2D}" dt="2024-06-14T21:30:48.472" v="87"/>
          <ac:grpSpMkLst>
            <pc:docMk/>
            <pc:sldMk cId="2487468901" sldId="295"/>
            <ac:grpSpMk id="20" creationId="{F381B843-04F4-1675-1B4B-AE4B49808959}"/>
          </ac:grpSpMkLst>
        </pc:grpChg>
        <pc:grpChg chg="mod">
          <ac:chgData name="Ogburn, Sarah E" userId="c40d2df0-46c9-4be9-b5a6-5c158e399904" providerId="ADAL" clId="{C5195634-52A2-477F-AF85-38FA28E6BE2D}" dt="2024-06-14T21:30:46.634" v="86"/>
          <ac:grpSpMkLst>
            <pc:docMk/>
            <pc:sldMk cId="2487468901" sldId="295"/>
            <ac:grpSpMk id="22" creationId="{20511F64-4384-1C49-D57A-BEAFDA76A751}"/>
          </ac:grpSpMkLst>
        </pc:grpChg>
        <pc:graphicFrameChg chg="add del mod">
          <ac:chgData name="Ogburn, Sarah E" userId="c40d2df0-46c9-4be9-b5a6-5c158e399904" providerId="ADAL" clId="{C5195634-52A2-477F-AF85-38FA28E6BE2D}" dt="2024-06-14T21:35:44.503" v="219" actId="404"/>
          <ac:graphicFrameMkLst>
            <pc:docMk/>
            <pc:sldMk cId="2487468901" sldId="295"/>
            <ac:graphicFrameMk id="6" creationId="{00000000-0000-0000-0000-000000000000}"/>
          </ac:graphicFrameMkLst>
        </pc:graphicFrameChg>
        <pc:graphicFrameChg chg="add del mod">
          <ac:chgData name="Ogburn, Sarah E" userId="c40d2df0-46c9-4be9-b5a6-5c158e399904" providerId="ADAL" clId="{C5195634-52A2-477F-AF85-38FA28E6BE2D}" dt="2024-06-14T21:33:22.803" v="134"/>
          <ac:graphicFrameMkLst>
            <pc:docMk/>
            <pc:sldMk cId="2487468901" sldId="295"/>
            <ac:graphicFrameMk id="26" creationId="{BE990C92-371C-474B-0CAC-1DB6B183D486}"/>
          </ac:graphicFrameMkLst>
        </pc:graphicFrameChg>
        <pc:picChg chg="mod">
          <ac:chgData name="Ogburn, Sarah E" userId="c40d2df0-46c9-4be9-b5a6-5c158e399904" providerId="ADAL" clId="{C5195634-52A2-477F-AF85-38FA28E6BE2D}" dt="2024-06-14T21:30:45.147" v="85"/>
          <ac:picMkLst>
            <pc:docMk/>
            <pc:sldMk cId="2487468901" sldId="295"/>
            <ac:picMk id="17" creationId="{6A3CE711-BA59-E4E2-B36E-41602AB63569}"/>
          </ac:picMkLst>
        </pc:picChg>
        <pc:picChg chg="mod">
          <ac:chgData name="Ogburn, Sarah E" userId="c40d2df0-46c9-4be9-b5a6-5c158e399904" providerId="ADAL" clId="{C5195634-52A2-477F-AF85-38FA28E6BE2D}" dt="2024-06-14T21:30:45.147" v="85"/>
          <ac:picMkLst>
            <pc:docMk/>
            <pc:sldMk cId="2487468901" sldId="295"/>
            <ac:picMk id="18" creationId="{80F280B5-D3AC-2E16-D7EA-EA850FD778C5}"/>
          </ac:picMkLst>
        </pc:picChg>
        <pc:picChg chg="mod">
          <ac:chgData name="Ogburn, Sarah E" userId="c40d2df0-46c9-4be9-b5a6-5c158e399904" providerId="ADAL" clId="{C5195634-52A2-477F-AF85-38FA28E6BE2D}" dt="2024-06-14T21:30:45.147" v="85"/>
          <ac:picMkLst>
            <pc:docMk/>
            <pc:sldMk cId="2487468901" sldId="295"/>
            <ac:picMk id="19" creationId="{4806A846-D890-0167-E6A8-EF4586CC1D21}"/>
          </ac:picMkLst>
        </pc:picChg>
        <pc:picChg chg="mod">
          <ac:chgData name="Ogburn, Sarah E" userId="c40d2df0-46c9-4be9-b5a6-5c158e399904" providerId="ADAL" clId="{C5195634-52A2-477F-AF85-38FA28E6BE2D}" dt="2024-06-14T21:30:46.634" v="86"/>
          <ac:picMkLst>
            <pc:docMk/>
            <pc:sldMk cId="2487468901" sldId="295"/>
            <ac:picMk id="23" creationId="{1CA191C9-0368-1859-600F-71E8766872CD}"/>
          </ac:picMkLst>
        </pc:picChg>
        <pc:picChg chg="mod">
          <ac:chgData name="Ogburn, Sarah E" userId="c40d2df0-46c9-4be9-b5a6-5c158e399904" providerId="ADAL" clId="{C5195634-52A2-477F-AF85-38FA28E6BE2D}" dt="2024-06-14T21:30:46.634" v="86"/>
          <ac:picMkLst>
            <pc:docMk/>
            <pc:sldMk cId="2487468901" sldId="295"/>
            <ac:picMk id="24" creationId="{AF22FCA1-7C7B-9869-952F-ABC989A304B7}"/>
          </ac:picMkLst>
        </pc:picChg>
        <pc:picChg chg="mod">
          <ac:chgData name="Ogburn, Sarah E" userId="c40d2df0-46c9-4be9-b5a6-5c158e399904" providerId="ADAL" clId="{C5195634-52A2-477F-AF85-38FA28E6BE2D}" dt="2024-06-14T21:30:46.634" v="86"/>
          <ac:picMkLst>
            <pc:docMk/>
            <pc:sldMk cId="2487468901" sldId="295"/>
            <ac:picMk id="25" creationId="{09DF768E-02F8-57E5-CE06-11CBD41E93EA}"/>
          </ac:picMkLst>
        </pc:picChg>
        <pc:cxnChg chg="mod">
          <ac:chgData name="Ogburn, Sarah E" userId="c40d2df0-46c9-4be9-b5a6-5c158e399904" providerId="ADAL" clId="{C5195634-52A2-477F-AF85-38FA28E6BE2D}" dt="2024-06-14T21:35:10.051" v="196" actId="1035"/>
          <ac:cxnSpMkLst>
            <pc:docMk/>
            <pc:sldMk cId="2487468901" sldId="295"/>
            <ac:cxnSpMk id="8" creationId="{00000000-0000-0000-0000-000000000000}"/>
          </ac:cxnSpMkLst>
        </pc:cxnChg>
        <pc:cxnChg chg="mod">
          <ac:chgData name="Ogburn, Sarah E" userId="c40d2df0-46c9-4be9-b5a6-5c158e399904" providerId="ADAL" clId="{C5195634-52A2-477F-AF85-38FA28E6BE2D}" dt="2024-06-14T21:35:12.442" v="200" actId="1035"/>
          <ac:cxnSpMkLst>
            <pc:docMk/>
            <pc:sldMk cId="2487468901" sldId="295"/>
            <ac:cxnSpMk id="9" creationId="{00000000-0000-0000-0000-000000000000}"/>
          </ac:cxnSpMkLst>
        </pc:cxnChg>
        <pc:cxnChg chg="mod">
          <ac:chgData name="Ogburn, Sarah E" userId="c40d2df0-46c9-4be9-b5a6-5c158e399904" providerId="ADAL" clId="{C5195634-52A2-477F-AF85-38FA28E6BE2D}" dt="2024-06-14T21:34:54.769" v="162" actId="1038"/>
          <ac:cxnSpMkLst>
            <pc:docMk/>
            <pc:sldMk cId="2487468901" sldId="295"/>
            <ac:cxnSpMk id="10" creationId="{00000000-0000-0000-0000-000000000000}"/>
          </ac:cxnSpMkLst>
        </pc:cxnChg>
      </pc:sldChg>
      <pc:sldChg chg="del">
        <pc:chgData name="Ogburn, Sarah E" userId="c40d2df0-46c9-4be9-b5a6-5c158e399904" providerId="ADAL" clId="{C5195634-52A2-477F-AF85-38FA28E6BE2D}" dt="2024-06-10T21:18:52.498" v="0" actId="2696"/>
        <pc:sldMkLst>
          <pc:docMk/>
          <pc:sldMk cId="1573063517" sldId="305"/>
        </pc:sldMkLst>
      </pc:sldChg>
      <pc:sldChg chg="addSp modSp mod">
        <pc:chgData name="Ogburn, Sarah E" userId="c40d2df0-46c9-4be9-b5a6-5c158e399904" providerId="ADAL" clId="{C5195634-52A2-477F-AF85-38FA28E6BE2D}" dt="2024-06-14T21:47:41.799" v="387"/>
        <pc:sldMkLst>
          <pc:docMk/>
          <pc:sldMk cId="4052948658" sldId="322"/>
        </pc:sldMkLst>
        <pc:spChg chg="mod">
          <ac:chgData name="Ogburn, Sarah E" userId="c40d2df0-46c9-4be9-b5a6-5c158e399904" providerId="ADAL" clId="{C5195634-52A2-477F-AF85-38FA28E6BE2D}" dt="2024-06-14T21:26:44.132" v="6" actId="27636"/>
          <ac:spMkLst>
            <pc:docMk/>
            <pc:sldMk cId="4052948658" sldId="322"/>
            <ac:spMk id="3" creationId="{00000000-0000-0000-0000-000000000000}"/>
          </ac:spMkLst>
        </pc:spChg>
        <pc:spChg chg="mod">
          <ac:chgData name="Ogburn, Sarah E" userId="c40d2df0-46c9-4be9-b5a6-5c158e399904" providerId="ADAL" clId="{C5195634-52A2-477F-AF85-38FA28E6BE2D}" dt="2024-06-14T21:47:41.799" v="387"/>
          <ac:spMkLst>
            <pc:docMk/>
            <pc:sldMk cId="4052948658" sldId="322"/>
            <ac:spMk id="5" creationId="{502F8596-0060-172D-1DEA-386EFEB39E5F}"/>
          </ac:spMkLst>
        </pc:spChg>
        <pc:grpChg chg="add mod">
          <ac:chgData name="Ogburn, Sarah E" userId="c40d2df0-46c9-4be9-b5a6-5c158e399904" providerId="ADAL" clId="{C5195634-52A2-477F-AF85-38FA28E6BE2D}" dt="2024-06-14T21:47:41.799" v="387"/>
          <ac:grpSpMkLst>
            <pc:docMk/>
            <pc:sldMk cId="4052948658" sldId="322"/>
            <ac:grpSpMk id="4" creationId="{F773F06C-259B-4155-07ED-5E04CFC4ECD0}"/>
          </ac:grpSpMkLst>
        </pc:grpChg>
        <pc:grpChg chg="mod">
          <ac:chgData name="Ogburn, Sarah E" userId="c40d2df0-46c9-4be9-b5a6-5c158e399904" providerId="ADAL" clId="{C5195634-52A2-477F-AF85-38FA28E6BE2D}" dt="2024-06-14T21:47:41.799" v="387"/>
          <ac:grpSpMkLst>
            <pc:docMk/>
            <pc:sldMk cId="4052948658" sldId="322"/>
            <ac:grpSpMk id="6" creationId="{85AD73EF-3DEC-82EF-C297-CE5F86082EB0}"/>
          </ac:grpSpMkLst>
        </pc:grpChg>
        <pc:picChg chg="mod">
          <ac:chgData name="Ogburn, Sarah E" userId="c40d2df0-46c9-4be9-b5a6-5c158e399904" providerId="ADAL" clId="{C5195634-52A2-477F-AF85-38FA28E6BE2D}" dt="2024-06-14T21:47:41.799" v="387"/>
          <ac:picMkLst>
            <pc:docMk/>
            <pc:sldMk cId="4052948658" sldId="322"/>
            <ac:picMk id="7" creationId="{648BF706-648B-7C9A-3EA1-80D1956DDAC4}"/>
          </ac:picMkLst>
        </pc:picChg>
        <pc:picChg chg="mod">
          <ac:chgData name="Ogburn, Sarah E" userId="c40d2df0-46c9-4be9-b5a6-5c158e399904" providerId="ADAL" clId="{C5195634-52A2-477F-AF85-38FA28E6BE2D}" dt="2024-06-14T21:47:41.799" v="387"/>
          <ac:picMkLst>
            <pc:docMk/>
            <pc:sldMk cId="4052948658" sldId="322"/>
            <ac:picMk id="8" creationId="{68202E9F-2D49-8965-B119-180AEF0200D2}"/>
          </ac:picMkLst>
        </pc:picChg>
        <pc:picChg chg="mod">
          <ac:chgData name="Ogburn, Sarah E" userId="c40d2df0-46c9-4be9-b5a6-5c158e399904" providerId="ADAL" clId="{C5195634-52A2-477F-AF85-38FA28E6BE2D}" dt="2024-06-14T21:47:41.799" v="387"/>
          <ac:picMkLst>
            <pc:docMk/>
            <pc:sldMk cId="4052948658" sldId="322"/>
            <ac:picMk id="9" creationId="{EC505AB0-9B67-0B67-8556-A95CFAD3C72F}"/>
          </ac:picMkLst>
        </pc:picChg>
      </pc:sldChg>
      <pc:sldChg chg="addSp modSp mod">
        <pc:chgData name="Ogburn, Sarah E" userId="c40d2df0-46c9-4be9-b5a6-5c158e399904" providerId="ADAL" clId="{C5195634-52A2-477F-AF85-38FA28E6BE2D}" dt="2024-06-14T21:47:56.607" v="390" actId="14100"/>
        <pc:sldMkLst>
          <pc:docMk/>
          <pc:sldMk cId="1086256764" sldId="324"/>
        </pc:sldMkLst>
        <pc:spChg chg="mod">
          <ac:chgData name="Ogburn, Sarah E" userId="c40d2df0-46c9-4be9-b5a6-5c158e399904" providerId="ADAL" clId="{C5195634-52A2-477F-AF85-38FA28E6BE2D}" dt="2024-06-14T21:47:45.287" v="388"/>
          <ac:spMkLst>
            <pc:docMk/>
            <pc:sldMk cId="1086256764" sldId="324"/>
            <ac:spMk id="3" creationId="{6D1A0C97-8472-E4E3-2E4A-886978A21B73}"/>
          </ac:spMkLst>
        </pc:spChg>
        <pc:spChg chg="mod">
          <ac:chgData name="Ogburn, Sarah E" userId="c40d2df0-46c9-4be9-b5a6-5c158e399904" providerId="ADAL" clId="{C5195634-52A2-477F-AF85-38FA28E6BE2D}" dt="2024-06-14T21:26:43.040" v="5"/>
          <ac:spMkLst>
            <pc:docMk/>
            <pc:sldMk cId="1086256764" sldId="324"/>
            <ac:spMk id="6" creationId="{00000000-0000-0000-0000-000000000000}"/>
          </ac:spMkLst>
        </pc:spChg>
        <pc:spChg chg="mod">
          <ac:chgData name="Ogburn, Sarah E" userId="c40d2df0-46c9-4be9-b5a6-5c158e399904" providerId="ADAL" clId="{C5195634-52A2-477F-AF85-38FA28E6BE2D}" dt="2024-06-14T21:26:43.040" v="5"/>
          <ac:spMkLst>
            <pc:docMk/>
            <pc:sldMk cId="1086256764" sldId="324"/>
            <ac:spMk id="8" creationId="{00000000-0000-0000-0000-000000000000}"/>
          </ac:spMkLst>
        </pc:spChg>
        <pc:spChg chg="mod">
          <ac:chgData name="Ogburn, Sarah E" userId="c40d2df0-46c9-4be9-b5a6-5c158e399904" providerId="ADAL" clId="{C5195634-52A2-477F-AF85-38FA28E6BE2D}" dt="2024-06-14T21:26:43.040" v="5"/>
          <ac:spMkLst>
            <pc:docMk/>
            <pc:sldMk cId="1086256764" sldId="324"/>
            <ac:spMk id="9" creationId="{00000000-0000-0000-0000-000000000000}"/>
          </ac:spMkLst>
        </pc:spChg>
        <pc:spChg chg="mod">
          <ac:chgData name="Ogburn, Sarah E" userId="c40d2df0-46c9-4be9-b5a6-5c158e399904" providerId="ADAL" clId="{C5195634-52A2-477F-AF85-38FA28E6BE2D}" dt="2024-06-14T21:26:43.040" v="5"/>
          <ac:spMkLst>
            <pc:docMk/>
            <pc:sldMk cId="1086256764" sldId="324"/>
            <ac:spMk id="13" creationId="{00000000-0000-0000-0000-000000000000}"/>
          </ac:spMkLst>
        </pc:spChg>
        <pc:spChg chg="mod">
          <ac:chgData name="Ogburn, Sarah E" userId="c40d2df0-46c9-4be9-b5a6-5c158e399904" providerId="ADAL" clId="{C5195634-52A2-477F-AF85-38FA28E6BE2D}" dt="2024-06-14T21:26:43.040" v="5"/>
          <ac:spMkLst>
            <pc:docMk/>
            <pc:sldMk cId="1086256764" sldId="324"/>
            <ac:spMk id="14" creationId="{00000000-0000-0000-0000-000000000000}"/>
          </ac:spMkLst>
        </pc:spChg>
        <pc:grpChg chg="add mod">
          <ac:chgData name="Ogburn, Sarah E" userId="c40d2df0-46c9-4be9-b5a6-5c158e399904" providerId="ADAL" clId="{C5195634-52A2-477F-AF85-38FA28E6BE2D}" dt="2024-06-14T21:47:45.287" v="388"/>
          <ac:grpSpMkLst>
            <pc:docMk/>
            <pc:sldMk cId="1086256764" sldId="324"/>
            <ac:grpSpMk id="2" creationId="{7C57605F-DA57-8DE8-E5A0-61B922684B23}"/>
          </ac:grpSpMkLst>
        </pc:grpChg>
        <pc:grpChg chg="mod">
          <ac:chgData name="Ogburn, Sarah E" userId="c40d2df0-46c9-4be9-b5a6-5c158e399904" providerId="ADAL" clId="{C5195634-52A2-477F-AF85-38FA28E6BE2D}" dt="2024-06-14T21:47:45.287" v="388"/>
          <ac:grpSpMkLst>
            <pc:docMk/>
            <pc:sldMk cId="1086256764" sldId="324"/>
            <ac:grpSpMk id="4" creationId="{7A1EEF08-1851-CA7D-CA67-F74C378B5478}"/>
          </ac:grpSpMkLst>
        </pc:grpChg>
        <pc:grpChg chg="mod">
          <ac:chgData name="Ogburn, Sarah E" userId="c40d2df0-46c9-4be9-b5a6-5c158e399904" providerId="ADAL" clId="{C5195634-52A2-477F-AF85-38FA28E6BE2D}" dt="2024-06-14T21:47:56.607" v="390" actId="14100"/>
          <ac:grpSpMkLst>
            <pc:docMk/>
            <pc:sldMk cId="1086256764" sldId="324"/>
            <ac:grpSpMk id="10" creationId="{00000000-0000-0000-0000-000000000000}"/>
          </ac:grpSpMkLst>
        </pc:grpChg>
        <pc:grpChg chg="mod">
          <ac:chgData name="Ogburn, Sarah E" userId="c40d2df0-46c9-4be9-b5a6-5c158e399904" providerId="ADAL" clId="{C5195634-52A2-477F-AF85-38FA28E6BE2D}" dt="2024-06-14T21:26:43.040" v="5"/>
          <ac:grpSpMkLst>
            <pc:docMk/>
            <pc:sldMk cId="1086256764" sldId="324"/>
            <ac:grpSpMk id="11" creationId="{00000000-0000-0000-0000-000000000000}"/>
          </ac:grpSpMkLst>
        </pc:grpChg>
        <pc:picChg chg="mod">
          <ac:chgData name="Ogburn, Sarah E" userId="c40d2df0-46c9-4be9-b5a6-5c158e399904" providerId="ADAL" clId="{C5195634-52A2-477F-AF85-38FA28E6BE2D}" dt="2024-06-14T21:26:43.040" v="5"/>
          <ac:picMkLst>
            <pc:docMk/>
            <pc:sldMk cId="1086256764" sldId="324"/>
            <ac:picMk id="5" creationId="{00000000-0000-0000-0000-000000000000}"/>
          </ac:picMkLst>
        </pc:picChg>
        <pc:picChg chg="mod">
          <ac:chgData name="Ogburn, Sarah E" userId="c40d2df0-46c9-4be9-b5a6-5c158e399904" providerId="ADAL" clId="{C5195634-52A2-477F-AF85-38FA28E6BE2D}" dt="2024-06-14T21:47:45.287" v="388"/>
          <ac:picMkLst>
            <pc:docMk/>
            <pc:sldMk cId="1086256764" sldId="324"/>
            <ac:picMk id="7" creationId="{B4E8DE1B-8714-16FF-5F2B-D4248ECE60FB}"/>
          </ac:picMkLst>
        </pc:picChg>
        <pc:picChg chg="mod">
          <ac:chgData name="Ogburn, Sarah E" userId="c40d2df0-46c9-4be9-b5a6-5c158e399904" providerId="ADAL" clId="{C5195634-52A2-477F-AF85-38FA28E6BE2D}" dt="2024-06-14T21:26:43.040" v="5"/>
          <ac:picMkLst>
            <pc:docMk/>
            <pc:sldMk cId="1086256764" sldId="324"/>
            <ac:picMk id="12" creationId="{00000000-0000-0000-0000-000000000000}"/>
          </ac:picMkLst>
        </pc:picChg>
        <pc:picChg chg="mod">
          <ac:chgData name="Ogburn, Sarah E" userId="c40d2df0-46c9-4be9-b5a6-5c158e399904" providerId="ADAL" clId="{C5195634-52A2-477F-AF85-38FA28E6BE2D}" dt="2024-06-14T21:47:45.287" v="388"/>
          <ac:picMkLst>
            <pc:docMk/>
            <pc:sldMk cId="1086256764" sldId="324"/>
            <ac:picMk id="15" creationId="{BD721F98-BB7C-4594-70CE-1B7BA529E4C2}"/>
          </ac:picMkLst>
        </pc:picChg>
        <pc:picChg chg="mod">
          <ac:chgData name="Ogburn, Sarah E" userId="c40d2df0-46c9-4be9-b5a6-5c158e399904" providerId="ADAL" clId="{C5195634-52A2-477F-AF85-38FA28E6BE2D}" dt="2024-06-14T21:47:45.287" v="388"/>
          <ac:picMkLst>
            <pc:docMk/>
            <pc:sldMk cId="1086256764" sldId="324"/>
            <ac:picMk id="16" creationId="{A07D375F-C6EE-F4B5-C5FC-D5CE7B2AAAF7}"/>
          </ac:picMkLst>
        </pc:picChg>
      </pc:sldChg>
      <pc:sldChg chg="addSp modSp">
        <pc:chgData name="Ogburn, Sarah E" userId="c40d2df0-46c9-4be9-b5a6-5c158e399904" providerId="ADAL" clId="{C5195634-52A2-477F-AF85-38FA28E6BE2D}" dt="2024-06-14T21:28:05.716" v="23"/>
        <pc:sldMkLst>
          <pc:docMk/>
          <pc:sldMk cId="3512089760" sldId="336"/>
        </pc:sldMkLst>
        <pc:spChg chg="mod">
          <ac:chgData name="Ogburn, Sarah E" userId="c40d2df0-46c9-4be9-b5a6-5c158e399904" providerId="ADAL" clId="{C5195634-52A2-477F-AF85-38FA28E6BE2D}" dt="2024-06-14T21:28:05.716" v="23"/>
          <ac:spMkLst>
            <pc:docMk/>
            <pc:sldMk cId="3512089760" sldId="336"/>
            <ac:spMk id="4" creationId="{F790DFD8-ACB5-EAC6-B3C5-E8C82435FC9A}"/>
          </ac:spMkLst>
        </pc:spChg>
        <pc:spChg chg="mod">
          <ac:chgData name="Ogburn, Sarah E" userId="c40d2df0-46c9-4be9-b5a6-5c158e399904" providerId="ADAL" clId="{C5195634-52A2-477F-AF85-38FA28E6BE2D}" dt="2024-06-14T21:26:43.040" v="5"/>
          <ac:spMkLst>
            <pc:docMk/>
            <pc:sldMk cId="3512089760" sldId="336"/>
            <ac:spMk id="7" creationId="{00000000-0000-0000-0000-000000000000}"/>
          </ac:spMkLst>
        </pc:spChg>
        <pc:spChg chg="mod">
          <ac:chgData name="Ogburn, Sarah E" userId="c40d2df0-46c9-4be9-b5a6-5c158e399904" providerId="ADAL" clId="{C5195634-52A2-477F-AF85-38FA28E6BE2D}" dt="2024-06-14T21:26:43.040" v="5"/>
          <ac:spMkLst>
            <pc:docMk/>
            <pc:sldMk cId="3512089760" sldId="336"/>
            <ac:spMk id="8" creationId="{00000000-0000-0000-0000-000000000000}"/>
          </ac:spMkLst>
        </pc:spChg>
        <pc:spChg chg="mod">
          <ac:chgData name="Ogburn, Sarah E" userId="c40d2df0-46c9-4be9-b5a6-5c158e399904" providerId="ADAL" clId="{C5195634-52A2-477F-AF85-38FA28E6BE2D}" dt="2024-06-14T21:26:43.040" v="5"/>
          <ac:spMkLst>
            <pc:docMk/>
            <pc:sldMk cId="3512089760" sldId="336"/>
            <ac:spMk id="9" creationId="{00000000-0000-0000-0000-000000000000}"/>
          </ac:spMkLst>
        </pc:spChg>
        <pc:spChg chg="mod">
          <ac:chgData name="Ogburn, Sarah E" userId="c40d2df0-46c9-4be9-b5a6-5c158e399904" providerId="ADAL" clId="{C5195634-52A2-477F-AF85-38FA28E6BE2D}" dt="2024-06-14T21:26:43.040" v="5"/>
          <ac:spMkLst>
            <pc:docMk/>
            <pc:sldMk cId="3512089760" sldId="336"/>
            <ac:spMk id="10" creationId="{00000000-0000-0000-0000-000000000000}"/>
          </ac:spMkLst>
        </pc:spChg>
        <pc:spChg chg="mod">
          <ac:chgData name="Ogburn, Sarah E" userId="c40d2df0-46c9-4be9-b5a6-5c158e399904" providerId="ADAL" clId="{C5195634-52A2-477F-AF85-38FA28E6BE2D}" dt="2024-06-14T21:26:43.040" v="5"/>
          <ac:spMkLst>
            <pc:docMk/>
            <pc:sldMk cId="3512089760" sldId="336"/>
            <ac:spMk id="14" creationId="{00000000-0000-0000-0000-000000000000}"/>
          </ac:spMkLst>
        </pc:spChg>
        <pc:spChg chg="mod">
          <ac:chgData name="Ogburn, Sarah E" userId="c40d2df0-46c9-4be9-b5a6-5c158e399904" providerId="ADAL" clId="{C5195634-52A2-477F-AF85-38FA28E6BE2D}" dt="2024-06-14T21:26:43.040" v="5"/>
          <ac:spMkLst>
            <pc:docMk/>
            <pc:sldMk cId="3512089760" sldId="336"/>
            <ac:spMk id="15" creationId="{00000000-0000-0000-0000-000000000000}"/>
          </ac:spMkLst>
        </pc:spChg>
        <pc:spChg chg="mod">
          <ac:chgData name="Ogburn, Sarah E" userId="c40d2df0-46c9-4be9-b5a6-5c158e399904" providerId="ADAL" clId="{C5195634-52A2-477F-AF85-38FA28E6BE2D}" dt="2024-06-14T21:26:43.040" v="5"/>
          <ac:spMkLst>
            <pc:docMk/>
            <pc:sldMk cId="3512089760" sldId="336"/>
            <ac:spMk id="18" creationId="{00000000-0000-0000-0000-000000000000}"/>
          </ac:spMkLst>
        </pc:spChg>
        <pc:grpChg chg="add mod">
          <ac:chgData name="Ogburn, Sarah E" userId="c40d2df0-46c9-4be9-b5a6-5c158e399904" providerId="ADAL" clId="{C5195634-52A2-477F-AF85-38FA28E6BE2D}" dt="2024-06-14T21:28:05.716" v="23"/>
          <ac:grpSpMkLst>
            <pc:docMk/>
            <pc:sldMk cId="3512089760" sldId="336"/>
            <ac:grpSpMk id="2" creationId="{1871A7C6-A2BC-7382-D346-FBC6AE1EE667}"/>
          </ac:grpSpMkLst>
        </pc:grpChg>
        <pc:grpChg chg="mod">
          <ac:chgData name="Ogburn, Sarah E" userId="c40d2df0-46c9-4be9-b5a6-5c158e399904" providerId="ADAL" clId="{C5195634-52A2-477F-AF85-38FA28E6BE2D}" dt="2024-06-14T21:28:05.716" v="23"/>
          <ac:grpSpMkLst>
            <pc:docMk/>
            <pc:sldMk cId="3512089760" sldId="336"/>
            <ac:grpSpMk id="5" creationId="{F097CCBF-FBFD-5996-4A99-8348AAD313A4}"/>
          </ac:grpSpMkLst>
        </pc:grpChg>
        <pc:picChg chg="mod">
          <ac:chgData name="Ogburn, Sarah E" userId="c40d2df0-46c9-4be9-b5a6-5c158e399904" providerId="ADAL" clId="{C5195634-52A2-477F-AF85-38FA28E6BE2D}" dt="2024-06-14T21:26:43.040" v="5"/>
          <ac:picMkLst>
            <pc:docMk/>
            <pc:sldMk cId="3512089760" sldId="336"/>
            <ac:picMk id="3" creationId="{00000000-0000-0000-0000-000000000000}"/>
          </ac:picMkLst>
        </pc:picChg>
        <pc:picChg chg="mod">
          <ac:chgData name="Ogburn, Sarah E" userId="c40d2df0-46c9-4be9-b5a6-5c158e399904" providerId="ADAL" clId="{C5195634-52A2-477F-AF85-38FA28E6BE2D}" dt="2024-06-14T21:26:43.040" v="5"/>
          <ac:picMkLst>
            <pc:docMk/>
            <pc:sldMk cId="3512089760" sldId="336"/>
            <ac:picMk id="6" creationId="{00000000-0000-0000-0000-000000000000}"/>
          </ac:picMkLst>
        </pc:picChg>
        <pc:picChg chg="mod">
          <ac:chgData name="Ogburn, Sarah E" userId="c40d2df0-46c9-4be9-b5a6-5c158e399904" providerId="ADAL" clId="{C5195634-52A2-477F-AF85-38FA28E6BE2D}" dt="2024-06-14T21:28:05.716" v="23"/>
          <ac:picMkLst>
            <pc:docMk/>
            <pc:sldMk cId="3512089760" sldId="336"/>
            <ac:picMk id="11" creationId="{71703C92-44DF-64A8-192A-E614B38974CC}"/>
          </ac:picMkLst>
        </pc:picChg>
        <pc:picChg chg="mod">
          <ac:chgData name="Ogburn, Sarah E" userId="c40d2df0-46c9-4be9-b5a6-5c158e399904" providerId="ADAL" clId="{C5195634-52A2-477F-AF85-38FA28E6BE2D}" dt="2024-06-14T21:28:05.716" v="23"/>
          <ac:picMkLst>
            <pc:docMk/>
            <pc:sldMk cId="3512089760" sldId="336"/>
            <ac:picMk id="12" creationId="{EAD1BDDC-67CC-7274-9AF5-D920BFA1BB29}"/>
          </ac:picMkLst>
        </pc:picChg>
        <pc:picChg chg="mod">
          <ac:chgData name="Ogburn, Sarah E" userId="c40d2df0-46c9-4be9-b5a6-5c158e399904" providerId="ADAL" clId="{C5195634-52A2-477F-AF85-38FA28E6BE2D}" dt="2024-06-14T21:28:05.716" v="23"/>
          <ac:picMkLst>
            <pc:docMk/>
            <pc:sldMk cId="3512089760" sldId="336"/>
            <ac:picMk id="13" creationId="{90DB2BCA-5342-AE52-9B4E-983950C63DF8}"/>
          </ac:picMkLst>
        </pc:picChg>
        <pc:picChg chg="mod">
          <ac:chgData name="Ogburn, Sarah E" userId="c40d2df0-46c9-4be9-b5a6-5c158e399904" providerId="ADAL" clId="{C5195634-52A2-477F-AF85-38FA28E6BE2D}" dt="2024-06-14T21:26:43.040" v="5"/>
          <ac:picMkLst>
            <pc:docMk/>
            <pc:sldMk cId="3512089760" sldId="336"/>
            <ac:picMk id="16" creationId="{00000000-0000-0000-0000-000000000000}"/>
          </ac:picMkLst>
        </pc:picChg>
      </pc:sldChg>
      <pc:sldChg chg="addSp modSp">
        <pc:chgData name="Ogburn, Sarah E" userId="c40d2df0-46c9-4be9-b5a6-5c158e399904" providerId="ADAL" clId="{C5195634-52A2-477F-AF85-38FA28E6BE2D}" dt="2024-06-14T21:28:02.436" v="22"/>
        <pc:sldMkLst>
          <pc:docMk/>
          <pc:sldMk cId="733305993" sldId="337"/>
        </pc:sldMkLst>
        <pc:spChg chg="mod">
          <ac:chgData name="Ogburn, Sarah E" userId="c40d2df0-46c9-4be9-b5a6-5c158e399904" providerId="ADAL" clId="{C5195634-52A2-477F-AF85-38FA28E6BE2D}" dt="2024-06-14T21:28:02.436" v="22"/>
          <ac:spMkLst>
            <pc:docMk/>
            <pc:sldMk cId="733305993" sldId="337"/>
            <ac:spMk id="3" creationId="{4BD4E304-8FE0-FBFD-FF8F-CCF3D50FCAC0}"/>
          </ac:spMkLst>
        </pc:spChg>
        <pc:spChg chg="mod">
          <ac:chgData name="Ogburn, Sarah E" userId="c40d2df0-46c9-4be9-b5a6-5c158e399904" providerId="ADAL" clId="{C5195634-52A2-477F-AF85-38FA28E6BE2D}" dt="2024-06-14T21:26:43.040" v="5"/>
          <ac:spMkLst>
            <pc:docMk/>
            <pc:sldMk cId="733305993" sldId="337"/>
            <ac:spMk id="7" creationId="{00000000-0000-0000-0000-000000000000}"/>
          </ac:spMkLst>
        </pc:spChg>
        <pc:spChg chg="mod">
          <ac:chgData name="Ogburn, Sarah E" userId="c40d2df0-46c9-4be9-b5a6-5c158e399904" providerId="ADAL" clId="{C5195634-52A2-477F-AF85-38FA28E6BE2D}" dt="2024-06-14T21:26:43.040" v="5"/>
          <ac:spMkLst>
            <pc:docMk/>
            <pc:sldMk cId="733305993" sldId="337"/>
            <ac:spMk id="8" creationId="{00000000-0000-0000-0000-000000000000}"/>
          </ac:spMkLst>
        </pc:spChg>
        <pc:spChg chg="mod">
          <ac:chgData name="Ogburn, Sarah E" userId="c40d2df0-46c9-4be9-b5a6-5c158e399904" providerId="ADAL" clId="{C5195634-52A2-477F-AF85-38FA28E6BE2D}" dt="2024-06-14T21:26:43.040" v="5"/>
          <ac:spMkLst>
            <pc:docMk/>
            <pc:sldMk cId="733305993" sldId="337"/>
            <ac:spMk id="9" creationId="{00000000-0000-0000-0000-000000000000}"/>
          </ac:spMkLst>
        </pc:spChg>
        <pc:spChg chg="mod">
          <ac:chgData name="Ogburn, Sarah E" userId="c40d2df0-46c9-4be9-b5a6-5c158e399904" providerId="ADAL" clId="{C5195634-52A2-477F-AF85-38FA28E6BE2D}" dt="2024-06-14T21:26:43.040" v="5"/>
          <ac:spMkLst>
            <pc:docMk/>
            <pc:sldMk cId="733305993" sldId="337"/>
            <ac:spMk id="10" creationId="{00000000-0000-0000-0000-000000000000}"/>
          </ac:spMkLst>
        </pc:spChg>
        <pc:spChg chg="mod">
          <ac:chgData name="Ogburn, Sarah E" userId="c40d2df0-46c9-4be9-b5a6-5c158e399904" providerId="ADAL" clId="{C5195634-52A2-477F-AF85-38FA28E6BE2D}" dt="2024-06-14T21:26:43.040" v="5"/>
          <ac:spMkLst>
            <pc:docMk/>
            <pc:sldMk cId="733305993" sldId="337"/>
            <ac:spMk id="13" creationId="{00000000-0000-0000-0000-000000000000}"/>
          </ac:spMkLst>
        </pc:spChg>
        <pc:grpChg chg="add mod">
          <ac:chgData name="Ogburn, Sarah E" userId="c40d2df0-46c9-4be9-b5a6-5c158e399904" providerId="ADAL" clId="{C5195634-52A2-477F-AF85-38FA28E6BE2D}" dt="2024-06-14T21:28:02.436" v="22"/>
          <ac:grpSpMkLst>
            <pc:docMk/>
            <pc:sldMk cId="733305993" sldId="337"/>
            <ac:grpSpMk id="2" creationId="{0C1E86F3-D689-3333-7DCC-24C61060A390}"/>
          </ac:grpSpMkLst>
        </pc:grpChg>
        <pc:grpChg chg="mod">
          <ac:chgData name="Ogburn, Sarah E" userId="c40d2df0-46c9-4be9-b5a6-5c158e399904" providerId="ADAL" clId="{C5195634-52A2-477F-AF85-38FA28E6BE2D}" dt="2024-06-14T21:28:02.436" v="22"/>
          <ac:grpSpMkLst>
            <pc:docMk/>
            <pc:sldMk cId="733305993" sldId="337"/>
            <ac:grpSpMk id="4" creationId="{FA11F5FF-3CA7-9D73-CBC4-5BF9A9B7CD94}"/>
          </ac:grpSpMkLst>
        </pc:grpChg>
        <pc:picChg chg="mod">
          <ac:chgData name="Ogburn, Sarah E" userId="c40d2df0-46c9-4be9-b5a6-5c158e399904" providerId="ADAL" clId="{C5195634-52A2-477F-AF85-38FA28E6BE2D}" dt="2024-06-14T21:26:43.040" v="5"/>
          <ac:picMkLst>
            <pc:docMk/>
            <pc:sldMk cId="733305993" sldId="337"/>
            <ac:picMk id="5" creationId="{00000000-0000-0000-0000-000000000000}"/>
          </ac:picMkLst>
        </pc:picChg>
        <pc:picChg chg="mod">
          <ac:chgData name="Ogburn, Sarah E" userId="c40d2df0-46c9-4be9-b5a6-5c158e399904" providerId="ADAL" clId="{C5195634-52A2-477F-AF85-38FA28E6BE2D}" dt="2024-06-14T21:28:02.436" v="22"/>
          <ac:picMkLst>
            <pc:docMk/>
            <pc:sldMk cId="733305993" sldId="337"/>
            <ac:picMk id="6" creationId="{B84125CD-8F0E-7EE0-BEC0-478EE62C984F}"/>
          </ac:picMkLst>
        </pc:picChg>
        <pc:picChg chg="mod">
          <ac:chgData name="Ogburn, Sarah E" userId="c40d2df0-46c9-4be9-b5a6-5c158e399904" providerId="ADAL" clId="{C5195634-52A2-477F-AF85-38FA28E6BE2D}" dt="2024-06-14T21:28:02.436" v="22"/>
          <ac:picMkLst>
            <pc:docMk/>
            <pc:sldMk cId="733305993" sldId="337"/>
            <ac:picMk id="11" creationId="{A5CAD5DF-E326-49FF-1D11-DED4BC50F92A}"/>
          </ac:picMkLst>
        </pc:picChg>
        <pc:picChg chg="mod">
          <ac:chgData name="Ogburn, Sarah E" userId="c40d2df0-46c9-4be9-b5a6-5c158e399904" providerId="ADAL" clId="{C5195634-52A2-477F-AF85-38FA28E6BE2D}" dt="2024-06-14T21:28:02.436" v="22"/>
          <ac:picMkLst>
            <pc:docMk/>
            <pc:sldMk cId="733305993" sldId="337"/>
            <ac:picMk id="12" creationId="{067AF229-B2D5-B88E-0671-A3EB81376570}"/>
          </ac:picMkLst>
        </pc:picChg>
        <pc:picChg chg="mod">
          <ac:chgData name="Ogburn, Sarah E" userId="c40d2df0-46c9-4be9-b5a6-5c158e399904" providerId="ADAL" clId="{C5195634-52A2-477F-AF85-38FA28E6BE2D}" dt="2024-06-14T21:26:43.040" v="5"/>
          <ac:picMkLst>
            <pc:docMk/>
            <pc:sldMk cId="733305993" sldId="337"/>
            <ac:picMk id="1026" creationId="{00000000-0000-0000-0000-000000000000}"/>
          </ac:picMkLst>
        </pc:picChg>
        <pc:picChg chg="mod">
          <ac:chgData name="Ogburn, Sarah E" userId="c40d2df0-46c9-4be9-b5a6-5c158e399904" providerId="ADAL" clId="{C5195634-52A2-477F-AF85-38FA28E6BE2D}" dt="2024-06-14T21:26:43.040" v="5"/>
          <ac:picMkLst>
            <pc:docMk/>
            <pc:sldMk cId="733305993" sldId="337"/>
            <ac:picMk id="1028" creationId="{00000000-0000-0000-0000-000000000000}"/>
          </ac:picMkLst>
        </pc:picChg>
        <pc:picChg chg="mod">
          <ac:chgData name="Ogburn, Sarah E" userId="c40d2df0-46c9-4be9-b5a6-5c158e399904" providerId="ADAL" clId="{C5195634-52A2-477F-AF85-38FA28E6BE2D}" dt="2024-06-14T21:26:43.040" v="5"/>
          <ac:picMkLst>
            <pc:docMk/>
            <pc:sldMk cId="733305993" sldId="337"/>
            <ac:picMk id="1030" creationId="{00000000-0000-0000-0000-000000000000}"/>
          </ac:picMkLst>
        </pc:picChg>
        <pc:picChg chg="mod">
          <ac:chgData name="Ogburn, Sarah E" userId="c40d2df0-46c9-4be9-b5a6-5c158e399904" providerId="ADAL" clId="{C5195634-52A2-477F-AF85-38FA28E6BE2D}" dt="2024-06-14T21:26:43.040" v="5"/>
          <ac:picMkLst>
            <pc:docMk/>
            <pc:sldMk cId="733305993" sldId="337"/>
            <ac:picMk id="1032" creationId="{00000000-0000-0000-0000-000000000000}"/>
          </ac:picMkLst>
        </pc:picChg>
      </pc:sldChg>
      <pc:sldChg chg="addSp modSp">
        <pc:chgData name="Ogburn, Sarah E" userId="c40d2df0-46c9-4be9-b5a6-5c158e399904" providerId="ADAL" clId="{C5195634-52A2-477F-AF85-38FA28E6BE2D}" dt="2024-06-14T21:27:59.563" v="21"/>
        <pc:sldMkLst>
          <pc:docMk/>
          <pc:sldMk cId="2384773970" sldId="338"/>
        </pc:sldMkLst>
        <pc:spChg chg="mod">
          <ac:chgData name="Ogburn, Sarah E" userId="c40d2df0-46c9-4be9-b5a6-5c158e399904" providerId="ADAL" clId="{C5195634-52A2-477F-AF85-38FA28E6BE2D}" dt="2024-06-14T21:26:43.040" v="5"/>
          <ac:spMkLst>
            <pc:docMk/>
            <pc:sldMk cId="2384773970" sldId="338"/>
            <ac:spMk id="3" creationId="{00000000-0000-0000-0000-000000000000}"/>
          </ac:spMkLst>
        </pc:spChg>
        <pc:spChg chg="mod">
          <ac:chgData name="Ogburn, Sarah E" userId="c40d2df0-46c9-4be9-b5a6-5c158e399904" providerId="ADAL" clId="{C5195634-52A2-477F-AF85-38FA28E6BE2D}" dt="2024-06-14T21:27:59.563" v="21"/>
          <ac:spMkLst>
            <pc:docMk/>
            <pc:sldMk cId="2384773970" sldId="338"/>
            <ac:spMk id="5" creationId="{15274304-A452-2CBF-9FB4-E9FB46D8D092}"/>
          </ac:spMkLst>
        </pc:spChg>
        <pc:spChg chg="mod">
          <ac:chgData name="Ogburn, Sarah E" userId="c40d2df0-46c9-4be9-b5a6-5c158e399904" providerId="ADAL" clId="{C5195634-52A2-477F-AF85-38FA28E6BE2D}" dt="2024-06-14T21:26:43.040" v="5"/>
          <ac:spMkLst>
            <pc:docMk/>
            <pc:sldMk cId="2384773970" sldId="338"/>
            <ac:spMk id="7" creationId="{00000000-0000-0000-0000-000000000000}"/>
          </ac:spMkLst>
        </pc:spChg>
        <pc:spChg chg="mod">
          <ac:chgData name="Ogburn, Sarah E" userId="c40d2df0-46c9-4be9-b5a6-5c158e399904" providerId="ADAL" clId="{C5195634-52A2-477F-AF85-38FA28E6BE2D}" dt="2024-06-14T21:26:43.040" v="5"/>
          <ac:spMkLst>
            <pc:docMk/>
            <pc:sldMk cId="2384773970" sldId="338"/>
            <ac:spMk id="8" creationId="{00000000-0000-0000-0000-000000000000}"/>
          </ac:spMkLst>
        </pc:spChg>
        <pc:spChg chg="mod">
          <ac:chgData name="Ogburn, Sarah E" userId="c40d2df0-46c9-4be9-b5a6-5c158e399904" providerId="ADAL" clId="{C5195634-52A2-477F-AF85-38FA28E6BE2D}" dt="2024-06-14T21:26:43.040" v="5"/>
          <ac:spMkLst>
            <pc:docMk/>
            <pc:sldMk cId="2384773970" sldId="338"/>
            <ac:spMk id="9" creationId="{00000000-0000-0000-0000-000000000000}"/>
          </ac:spMkLst>
        </pc:spChg>
        <pc:spChg chg="mod">
          <ac:chgData name="Ogburn, Sarah E" userId="c40d2df0-46c9-4be9-b5a6-5c158e399904" providerId="ADAL" clId="{C5195634-52A2-477F-AF85-38FA28E6BE2D}" dt="2024-06-14T21:26:43.040" v="5"/>
          <ac:spMkLst>
            <pc:docMk/>
            <pc:sldMk cId="2384773970" sldId="338"/>
            <ac:spMk id="10" creationId="{00000000-0000-0000-0000-000000000000}"/>
          </ac:spMkLst>
        </pc:spChg>
        <pc:spChg chg="mod">
          <ac:chgData name="Ogburn, Sarah E" userId="c40d2df0-46c9-4be9-b5a6-5c158e399904" providerId="ADAL" clId="{C5195634-52A2-477F-AF85-38FA28E6BE2D}" dt="2024-06-14T21:26:43.040" v="5"/>
          <ac:spMkLst>
            <pc:docMk/>
            <pc:sldMk cId="2384773970" sldId="338"/>
            <ac:spMk id="12" creationId="{00000000-0000-0000-0000-000000000000}"/>
          </ac:spMkLst>
        </pc:spChg>
        <pc:spChg chg="mod">
          <ac:chgData name="Ogburn, Sarah E" userId="c40d2df0-46c9-4be9-b5a6-5c158e399904" providerId="ADAL" clId="{C5195634-52A2-477F-AF85-38FA28E6BE2D}" dt="2024-06-14T21:26:43.040" v="5"/>
          <ac:spMkLst>
            <pc:docMk/>
            <pc:sldMk cId="2384773970" sldId="338"/>
            <ac:spMk id="17" creationId="{00000000-0000-0000-0000-000000000000}"/>
          </ac:spMkLst>
        </pc:spChg>
        <pc:grpChg chg="add mod">
          <ac:chgData name="Ogburn, Sarah E" userId="c40d2df0-46c9-4be9-b5a6-5c158e399904" providerId="ADAL" clId="{C5195634-52A2-477F-AF85-38FA28E6BE2D}" dt="2024-06-14T21:27:59.563" v="21"/>
          <ac:grpSpMkLst>
            <pc:docMk/>
            <pc:sldMk cId="2384773970" sldId="338"/>
            <ac:grpSpMk id="2" creationId="{B6623A01-9E9D-AF22-F5F3-ADC6EC922A43}"/>
          </ac:grpSpMkLst>
        </pc:grpChg>
        <pc:grpChg chg="mod">
          <ac:chgData name="Ogburn, Sarah E" userId="c40d2df0-46c9-4be9-b5a6-5c158e399904" providerId="ADAL" clId="{C5195634-52A2-477F-AF85-38FA28E6BE2D}" dt="2024-06-14T21:27:59.563" v="21"/>
          <ac:grpSpMkLst>
            <pc:docMk/>
            <pc:sldMk cId="2384773970" sldId="338"/>
            <ac:grpSpMk id="6" creationId="{87CBD6AC-6B0E-6D5E-3982-20453D711BEB}"/>
          </ac:grpSpMkLst>
        </pc:grpChg>
        <pc:picChg chg="mod">
          <ac:chgData name="Ogburn, Sarah E" userId="c40d2df0-46c9-4be9-b5a6-5c158e399904" providerId="ADAL" clId="{C5195634-52A2-477F-AF85-38FA28E6BE2D}" dt="2024-06-14T21:26:43.040" v="5"/>
          <ac:picMkLst>
            <pc:docMk/>
            <pc:sldMk cId="2384773970" sldId="338"/>
            <ac:picMk id="4" creationId="{00000000-0000-0000-0000-000000000000}"/>
          </ac:picMkLst>
        </pc:picChg>
        <pc:picChg chg="mod">
          <ac:chgData name="Ogburn, Sarah E" userId="c40d2df0-46c9-4be9-b5a6-5c158e399904" providerId="ADAL" clId="{C5195634-52A2-477F-AF85-38FA28E6BE2D}" dt="2024-06-14T21:27:59.563" v="21"/>
          <ac:picMkLst>
            <pc:docMk/>
            <pc:sldMk cId="2384773970" sldId="338"/>
            <ac:picMk id="11" creationId="{937BD291-9C43-2C02-4FF0-ABA9FC0F7363}"/>
          </ac:picMkLst>
        </pc:picChg>
        <pc:picChg chg="mod">
          <ac:chgData name="Ogburn, Sarah E" userId="c40d2df0-46c9-4be9-b5a6-5c158e399904" providerId="ADAL" clId="{C5195634-52A2-477F-AF85-38FA28E6BE2D}" dt="2024-06-14T21:27:59.563" v="21"/>
          <ac:picMkLst>
            <pc:docMk/>
            <pc:sldMk cId="2384773970" sldId="338"/>
            <ac:picMk id="13" creationId="{53BCCC72-2827-F9F9-F817-7CF2AE026222}"/>
          </ac:picMkLst>
        </pc:picChg>
        <pc:picChg chg="mod">
          <ac:chgData name="Ogburn, Sarah E" userId="c40d2df0-46c9-4be9-b5a6-5c158e399904" providerId="ADAL" clId="{C5195634-52A2-477F-AF85-38FA28E6BE2D}" dt="2024-06-14T21:27:59.563" v="21"/>
          <ac:picMkLst>
            <pc:docMk/>
            <pc:sldMk cId="2384773970" sldId="338"/>
            <ac:picMk id="14" creationId="{7FBDC40C-4E06-4D85-9349-BC3643393F38}"/>
          </ac:picMkLst>
        </pc:picChg>
        <pc:picChg chg="mod">
          <ac:chgData name="Ogburn, Sarah E" userId="c40d2df0-46c9-4be9-b5a6-5c158e399904" providerId="ADAL" clId="{C5195634-52A2-477F-AF85-38FA28E6BE2D}" dt="2024-06-14T21:26:43.040" v="5"/>
          <ac:picMkLst>
            <pc:docMk/>
            <pc:sldMk cId="2384773970" sldId="338"/>
            <ac:picMk id="2050" creationId="{00000000-0000-0000-0000-000000000000}"/>
          </ac:picMkLst>
        </pc:picChg>
        <pc:picChg chg="mod">
          <ac:chgData name="Ogburn, Sarah E" userId="c40d2df0-46c9-4be9-b5a6-5c158e399904" providerId="ADAL" clId="{C5195634-52A2-477F-AF85-38FA28E6BE2D}" dt="2024-06-14T21:26:43.040" v="5"/>
          <ac:picMkLst>
            <pc:docMk/>
            <pc:sldMk cId="2384773970" sldId="338"/>
            <ac:picMk id="2052" creationId="{00000000-0000-0000-0000-000000000000}"/>
          </ac:picMkLst>
        </pc:picChg>
      </pc:sldChg>
      <pc:sldChg chg="addSp delSp modSp mod">
        <pc:chgData name="Ogburn, Sarah E" userId="c40d2df0-46c9-4be9-b5a6-5c158e399904" providerId="ADAL" clId="{C5195634-52A2-477F-AF85-38FA28E6BE2D}" dt="2024-06-14T21:27:56.081" v="20"/>
        <pc:sldMkLst>
          <pc:docMk/>
          <pc:sldMk cId="1525113901" sldId="339"/>
        </pc:sldMkLst>
        <pc:spChg chg="mod">
          <ac:chgData name="Ogburn, Sarah E" userId="c40d2df0-46c9-4be9-b5a6-5c158e399904" providerId="ADAL" clId="{C5195634-52A2-477F-AF85-38FA28E6BE2D}" dt="2024-06-14T21:27:45.027" v="18"/>
          <ac:spMkLst>
            <pc:docMk/>
            <pc:sldMk cId="1525113901" sldId="339"/>
            <ac:spMk id="4" creationId="{147A286F-7E40-EA15-EEB1-1B8B4DDC689C}"/>
          </ac:spMkLst>
        </pc:spChg>
        <pc:spChg chg="mod">
          <ac:chgData name="Ogburn, Sarah E" userId="c40d2df0-46c9-4be9-b5a6-5c158e399904" providerId="ADAL" clId="{C5195634-52A2-477F-AF85-38FA28E6BE2D}" dt="2024-06-14T21:26:43.040" v="5"/>
          <ac:spMkLst>
            <pc:docMk/>
            <pc:sldMk cId="1525113901" sldId="339"/>
            <ac:spMk id="7" creationId="{00000000-0000-0000-0000-000000000000}"/>
          </ac:spMkLst>
        </pc:spChg>
        <pc:spChg chg="mod">
          <ac:chgData name="Ogburn, Sarah E" userId="c40d2df0-46c9-4be9-b5a6-5c158e399904" providerId="ADAL" clId="{C5195634-52A2-477F-AF85-38FA28E6BE2D}" dt="2024-06-14T21:26:43.040" v="5"/>
          <ac:spMkLst>
            <pc:docMk/>
            <pc:sldMk cId="1525113901" sldId="339"/>
            <ac:spMk id="8" creationId="{00000000-0000-0000-0000-000000000000}"/>
          </ac:spMkLst>
        </pc:spChg>
        <pc:spChg chg="mod">
          <ac:chgData name="Ogburn, Sarah E" userId="c40d2df0-46c9-4be9-b5a6-5c158e399904" providerId="ADAL" clId="{C5195634-52A2-477F-AF85-38FA28E6BE2D}" dt="2024-06-14T21:26:43.040" v="5"/>
          <ac:spMkLst>
            <pc:docMk/>
            <pc:sldMk cId="1525113901" sldId="339"/>
            <ac:spMk id="9" creationId="{00000000-0000-0000-0000-000000000000}"/>
          </ac:spMkLst>
        </pc:spChg>
        <pc:spChg chg="mod">
          <ac:chgData name="Ogburn, Sarah E" userId="c40d2df0-46c9-4be9-b5a6-5c158e399904" providerId="ADAL" clId="{C5195634-52A2-477F-AF85-38FA28E6BE2D}" dt="2024-06-14T21:26:43.040" v="5"/>
          <ac:spMkLst>
            <pc:docMk/>
            <pc:sldMk cId="1525113901" sldId="339"/>
            <ac:spMk id="10" creationId="{00000000-0000-0000-0000-000000000000}"/>
          </ac:spMkLst>
        </pc:spChg>
        <pc:spChg chg="mod">
          <ac:chgData name="Ogburn, Sarah E" userId="c40d2df0-46c9-4be9-b5a6-5c158e399904" providerId="ADAL" clId="{C5195634-52A2-477F-AF85-38FA28E6BE2D}" dt="2024-06-14T21:26:43.040" v="5"/>
          <ac:spMkLst>
            <pc:docMk/>
            <pc:sldMk cId="1525113901" sldId="339"/>
            <ac:spMk id="11" creationId="{00000000-0000-0000-0000-000000000000}"/>
          </ac:spMkLst>
        </pc:spChg>
        <pc:spChg chg="mod">
          <ac:chgData name="Ogburn, Sarah E" userId="c40d2df0-46c9-4be9-b5a6-5c158e399904" providerId="ADAL" clId="{C5195634-52A2-477F-AF85-38FA28E6BE2D}" dt="2024-06-14T21:26:43.040" v="5"/>
          <ac:spMkLst>
            <pc:docMk/>
            <pc:sldMk cId="1525113901" sldId="339"/>
            <ac:spMk id="15" creationId="{00000000-0000-0000-0000-000000000000}"/>
          </ac:spMkLst>
        </pc:spChg>
        <pc:spChg chg="mod">
          <ac:chgData name="Ogburn, Sarah E" userId="c40d2df0-46c9-4be9-b5a6-5c158e399904" providerId="ADAL" clId="{C5195634-52A2-477F-AF85-38FA28E6BE2D}" dt="2024-06-14T21:27:56.081" v="20"/>
          <ac:spMkLst>
            <pc:docMk/>
            <pc:sldMk cId="1525113901" sldId="339"/>
            <ac:spMk id="16" creationId="{7EFEF792-1AEF-9606-3191-A08790EA4920}"/>
          </ac:spMkLst>
        </pc:spChg>
        <pc:spChg chg="mod">
          <ac:chgData name="Ogburn, Sarah E" userId="c40d2df0-46c9-4be9-b5a6-5c158e399904" providerId="ADAL" clId="{C5195634-52A2-477F-AF85-38FA28E6BE2D}" dt="2024-06-14T21:26:43.040" v="5"/>
          <ac:spMkLst>
            <pc:docMk/>
            <pc:sldMk cId="1525113901" sldId="339"/>
            <ac:spMk id="18" creationId="{00000000-0000-0000-0000-000000000000}"/>
          </ac:spMkLst>
        </pc:spChg>
        <pc:spChg chg="mod">
          <ac:chgData name="Ogburn, Sarah E" userId="c40d2df0-46c9-4be9-b5a6-5c158e399904" providerId="ADAL" clId="{C5195634-52A2-477F-AF85-38FA28E6BE2D}" dt="2024-06-14T21:26:43.040" v="5"/>
          <ac:spMkLst>
            <pc:docMk/>
            <pc:sldMk cId="1525113901" sldId="339"/>
            <ac:spMk id="21" creationId="{00000000-0000-0000-0000-000000000000}"/>
          </ac:spMkLst>
        </pc:spChg>
        <pc:grpChg chg="add del mod">
          <ac:chgData name="Ogburn, Sarah E" userId="c40d2df0-46c9-4be9-b5a6-5c158e399904" providerId="ADAL" clId="{C5195634-52A2-477F-AF85-38FA28E6BE2D}" dt="2024-06-14T21:27:48.413" v="19" actId="478"/>
          <ac:grpSpMkLst>
            <pc:docMk/>
            <pc:sldMk cId="1525113901" sldId="339"/>
            <ac:grpSpMk id="3" creationId="{4C82E35A-11FF-B43D-7CF9-18A22654DBC7}"/>
          </ac:grpSpMkLst>
        </pc:grpChg>
        <pc:grpChg chg="mod">
          <ac:chgData name="Ogburn, Sarah E" userId="c40d2df0-46c9-4be9-b5a6-5c158e399904" providerId="ADAL" clId="{C5195634-52A2-477F-AF85-38FA28E6BE2D}" dt="2024-06-14T21:27:45.027" v="18"/>
          <ac:grpSpMkLst>
            <pc:docMk/>
            <pc:sldMk cId="1525113901" sldId="339"/>
            <ac:grpSpMk id="5" creationId="{1C750F27-53EF-73AC-0C27-315D813E1647}"/>
          </ac:grpSpMkLst>
        </pc:grpChg>
        <pc:grpChg chg="add mod">
          <ac:chgData name="Ogburn, Sarah E" userId="c40d2df0-46c9-4be9-b5a6-5c158e399904" providerId="ADAL" clId="{C5195634-52A2-477F-AF85-38FA28E6BE2D}" dt="2024-06-14T21:27:56.081" v="20"/>
          <ac:grpSpMkLst>
            <pc:docMk/>
            <pc:sldMk cId="1525113901" sldId="339"/>
            <ac:grpSpMk id="14" creationId="{054E36E0-DFB3-DEF0-C44E-4B7EDF95123C}"/>
          </ac:grpSpMkLst>
        </pc:grpChg>
        <pc:grpChg chg="mod">
          <ac:chgData name="Ogburn, Sarah E" userId="c40d2df0-46c9-4be9-b5a6-5c158e399904" providerId="ADAL" clId="{C5195634-52A2-477F-AF85-38FA28E6BE2D}" dt="2024-06-14T21:27:56.081" v="20"/>
          <ac:grpSpMkLst>
            <pc:docMk/>
            <pc:sldMk cId="1525113901" sldId="339"/>
            <ac:grpSpMk id="17" creationId="{BEEEB305-239C-B665-8DBB-273C317F215C}"/>
          </ac:grpSpMkLst>
        </pc:grpChg>
        <pc:picChg chg="mod">
          <ac:chgData name="Ogburn, Sarah E" userId="c40d2df0-46c9-4be9-b5a6-5c158e399904" providerId="ADAL" clId="{C5195634-52A2-477F-AF85-38FA28E6BE2D}" dt="2024-06-14T21:26:43.040" v="5"/>
          <ac:picMkLst>
            <pc:docMk/>
            <pc:sldMk cId="1525113901" sldId="339"/>
            <ac:picMk id="2" creationId="{00000000-0000-0000-0000-000000000000}"/>
          </ac:picMkLst>
        </pc:picChg>
        <pc:picChg chg="mod">
          <ac:chgData name="Ogburn, Sarah E" userId="c40d2df0-46c9-4be9-b5a6-5c158e399904" providerId="ADAL" clId="{C5195634-52A2-477F-AF85-38FA28E6BE2D}" dt="2024-06-14T21:27:45.027" v="18"/>
          <ac:picMkLst>
            <pc:docMk/>
            <pc:sldMk cId="1525113901" sldId="339"/>
            <ac:picMk id="6" creationId="{15BD2360-978A-426C-9403-804981F0F6F3}"/>
          </ac:picMkLst>
        </pc:picChg>
        <pc:picChg chg="mod">
          <ac:chgData name="Ogburn, Sarah E" userId="c40d2df0-46c9-4be9-b5a6-5c158e399904" providerId="ADAL" clId="{C5195634-52A2-477F-AF85-38FA28E6BE2D}" dt="2024-06-14T21:27:45.027" v="18"/>
          <ac:picMkLst>
            <pc:docMk/>
            <pc:sldMk cId="1525113901" sldId="339"/>
            <ac:picMk id="12" creationId="{71BCF7D9-E978-35C5-5D7C-FAAA290C283B}"/>
          </ac:picMkLst>
        </pc:picChg>
        <pc:picChg chg="mod">
          <ac:chgData name="Ogburn, Sarah E" userId="c40d2df0-46c9-4be9-b5a6-5c158e399904" providerId="ADAL" clId="{C5195634-52A2-477F-AF85-38FA28E6BE2D}" dt="2024-06-14T21:27:45.027" v="18"/>
          <ac:picMkLst>
            <pc:docMk/>
            <pc:sldMk cId="1525113901" sldId="339"/>
            <ac:picMk id="13" creationId="{B9BD47A9-63CE-600C-2106-37A5A1888981}"/>
          </ac:picMkLst>
        </pc:picChg>
        <pc:picChg chg="mod">
          <ac:chgData name="Ogburn, Sarah E" userId="c40d2df0-46c9-4be9-b5a6-5c158e399904" providerId="ADAL" clId="{C5195634-52A2-477F-AF85-38FA28E6BE2D}" dt="2024-06-14T21:26:43.040" v="5"/>
          <ac:picMkLst>
            <pc:docMk/>
            <pc:sldMk cId="1525113901" sldId="339"/>
            <ac:picMk id="19" creationId="{00000000-0000-0000-0000-000000000000}"/>
          </ac:picMkLst>
        </pc:picChg>
        <pc:picChg chg="mod">
          <ac:chgData name="Ogburn, Sarah E" userId="c40d2df0-46c9-4be9-b5a6-5c158e399904" providerId="ADAL" clId="{C5195634-52A2-477F-AF85-38FA28E6BE2D}" dt="2024-06-14T21:27:56.081" v="20"/>
          <ac:picMkLst>
            <pc:docMk/>
            <pc:sldMk cId="1525113901" sldId="339"/>
            <ac:picMk id="20" creationId="{C4DC6C57-0141-E958-12F1-E7927F32C8EA}"/>
          </ac:picMkLst>
        </pc:picChg>
        <pc:picChg chg="mod">
          <ac:chgData name="Ogburn, Sarah E" userId="c40d2df0-46c9-4be9-b5a6-5c158e399904" providerId="ADAL" clId="{C5195634-52A2-477F-AF85-38FA28E6BE2D}" dt="2024-06-14T21:27:56.081" v="20"/>
          <ac:picMkLst>
            <pc:docMk/>
            <pc:sldMk cId="1525113901" sldId="339"/>
            <ac:picMk id="22" creationId="{28F4CA50-4F4F-D004-3BFD-D38FDDAA5DFA}"/>
          </ac:picMkLst>
        </pc:picChg>
        <pc:picChg chg="mod">
          <ac:chgData name="Ogburn, Sarah E" userId="c40d2df0-46c9-4be9-b5a6-5c158e399904" providerId="ADAL" clId="{C5195634-52A2-477F-AF85-38FA28E6BE2D}" dt="2024-06-14T21:27:56.081" v="20"/>
          <ac:picMkLst>
            <pc:docMk/>
            <pc:sldMk cId="1525113901" sldId="339"/>
            <ac:picMk id="23" creationId="{61ACE94D-C32C-D189-1D17-895C2749A485}"/>
          </ac:picMkLst>
        </pc:picChg>
        <pc:picChg chg="mod">
          <ac:chgData name="Ogburn, Sarah E" userId="c40d2df0-46c9-4be9-b5a6-5c158e399904" providerId="ADAL" clId="{C5195634-52A2-477F-AF85-38FA28E6BE2D}" dt="2024-06-14T21:26:43.040" v="5"/>
          <ac:picMkLst>
            <pc:docMk/>
            <pc:sldMk cId="1525113901" sldId="339"/>
            <ac:picMk id="3076" creationId="{00000000-0000-0000-0000-000000000000}"/>
          </ac:picMkLst>
        </pc:picChg>
        <pc:picChg chg="mod">
          <ac:chgData name="Ogburn, Sarah E" userId="c40d2df0-46c9-4be9-b5a6-5c158e399904" providerId="ADAL" clId="{C5195634-52A2-477F-AF85-38FA28E6BE2D}" dt="2024-06-14T21:26:43.040" v="5"/>
          <ac:picMkLst>
            <pc:docMk/>
            <pc:sldMk cId="1525113901" sldId="339"/>
            <ac:picMk id="3080" creationId="{00000000-0000-0000-0000-000000000000}"/>
          </ac:picMkLst>
        </pc:picChg>
      </pc:sldChg>
      <pc:sldChg chg="addSp delSp modSp mod">
        <pc:chgData name="Ogburn, Sarah E" userId="c40d2df0-46c9-4be9-b5a6-5c158e399904" providerId="ADAL" clId="{C5195634-52A2-477F-AF85-38FA28E6BE2D}" dt="2024-06-14T21:27:32.059" v="17" actId="1076"/>
        <pc:sldMkLst>
          <pc:docMk/>
          <pc:sldMk cId="3617187069" sldId="340"/>
        </pc:sldMkLst>
        <pc:spChg chg="mod">
          <ac:chgData name="Ogburn, Sarah E" userId="c40d2df0-46c9-4be9-b5a6-5c158e399904" providerId="ADAL" clId="{C5195634-52A2-477F-AF85-38FA28E6BE2D}" dt="2024-06-14T21:27:24.566" v="15" actId="14100"/>
          <ac:spMkLst>
            <pc:docMk/>
            <pc:sldMk cId="3617187069" sldId="340"/>
            <ac:spMk id="3" creationId="{7EE6B4AB-14F4-4977-0A85-B3A7E8AB1120}"/>
          </ac:spMkLst>
        </pc:spChg>
        <pc:spChg chg="mod">
          <ac:chgData name="Ogburn, Sarah E" userId="c40d2df0-46c9-4be9-b5a6-5c158e399904" providerId="ADAL" clId="{C5195634-52A2-477F-AF85-38FA28E6BE2D}" dt="2024-06-14T21:26:44.232" v="8" actId="27636"/>
          <ac:spMkLst>
            <pc:docMk/>
            <pc:sldMk cId="3617187069" sldId="340"/>
            <ac:spMk id="5" creationId="{00000000-0000-0000-0000-000000000000}"/>
          </ac:spMkLst>
        </pc:spChg>
        <pc:spChg chg="del mod">
          <ac:chgData name="Ogburn, Sarah E" userId="c40d2df0-46c9-4be9-b5a6-5c158e399904" providerId="ADAL" clId="{C5195634-52A2-477F-AF85-38FA28E6BE2D}" dt="2024-06-14T21:27:06.011" v="13" actId="478"/>
          <ac:spMkLst>
            <pc:docMk/>
            <pc:sldMk cId="3617187069" sldId="340"/>
            <ac:spMk id="6" creationId="{00000000-0000-0000-0000-000000000000}"/>
          </ac:spMkLst>
        </pc:spChg>
        <pc:grpChg chg="add mod">
          <ac:chgData name="Ogburn, Sarah E" userId="c40d2df0-46c9-4be9-b5a6-5c158e399904" providerId="ADAL" clId="{C5195634-52A2-477F-AF85-38FA28E6BE2D}" dt="2024-06-14T21:27:19.124" v="14"/>
          <ac:grpSpMkLst>
            <pc:docMk/>
            <pc:sldMk cId="3617187069" sldId="340"/>
            <ac:grpSpMk id="2" creationId="{776EA405-705E-27BA-0F49-5EC412F40F28}"/>
          </ac:grpSpMkLst>
        </pc:grpChg>
        <pc:grpChg chg="mod">
          <ac:chgData name="Ogburn, Sarah E" userId="c40d2df0-46c9-4be9-b5a6-5c158e399904" providerId="ADAL" clId="{C5195634-52A2-477F-AF85-38FA28E6BE2D}" dt="2024-06-14T21:27:19.124" v="14"/>
          <ac:grpSpMkLst>
            <pc:docMk/>
            <pc:sldMk cId="3617187069" sldId="340"/>
            <ac:grpSpMk id="9" creationId="{BF755E21-6B77-8E5C-1343-5E2686BC8612}"/>
          </ac:grpSpMkLst>
        </pc:grpChg>
        <pc:picChg chg="mod">
          <ac:chgData name="Ogburn, Sarah E" userId="c40d2df0-46c9-4be9-b5a6-5c158e399904" providerId="ADAL" clId="{C5195634-52A2-477F-AF85-38FA28E6BE2D}" dt="2024-06-14T21:27:32.059" v="17" actId="1076"/>
          <ac:picMkLst>
            <pc:docMk/>
            <pc:sldMk cId="3617187069" sldId="340"/>
            <ac:picMk id="7" creationId="{00000000-0000-0000-0000-000000000000}"/>
          </ac:picMkLst>
        </pc:picChg>
        <pc:picChg chg="mod">
          <ac:chgData name="Ogburn, Sarah E" userId="c40d2df0-46c9-4be9-b5a6-5c158e399904" providerId="ADAL" clId="{C5195634-52A2-477F-AF85-38FA28E6BE2D}" dt="2024-06-14T21:27:28.631" v="16" actId="1076"/>
          <ac:picMkLst>
            <pc:docMk/>
            <pc:sldMk cId="3617187069" sldId="340"/>
            <ac:picMk id="8" creationId="{00000000-0000-0000-0000-000000000000}"/>
          </ac:picMkLst>
        </pc:picChg>
        <pc:picChg chg="mod">
          <ac:chgData name="Ogburn, Sarah E" userId="c40d2df0-46c9-4be9-b5a6-5c158e399904" providerId="ADAL" clId="{C5195634-52A2-477F-AF85-38FA28E6BE2D}" dt="2024-06-14T21:27:19.124" v="14"/>
          <ac:picMkLst>
            <pc:docMk/>
            <pc:sldMk cId="3617187069" sldId="340"/>
            <ac:picMk id="10" creationId="{DD2BADD4-32B5-0AAA-0607-7C47526DC9AC}"/>
          </ac:picMkLst>
        </pc:picChg>
        <pc:picChg chg="mod">
          <ac:chgData name="Ogburn, Sarah E" userId="c40d2df0-46c9-4be9-b5a6-5c158e399904" providerId="ADAL" clId="{C5195634-52A2-477F-AF85-38FA28E6BE2D}" dt="2024-06-14T21:27:19.124" v="14"/>
          <ac:picMkLst>
            <pc:docMk/>
            <pc:sldMk cId="3617187069" sldId="340"/>
            <ac:picMk id="11" creationId="{686BE2B2-61D2-2D53-29DF-F7098A30A41A}"/>
          </ac:picMkLst>
        </pc:picChg>
        <pc:picChg chg="mod">
          <ac:chgData name="Ogburn, Sarah E" userId="c40d2df0-46c9-4be9-b5a6-5c158e399904" providerId="ADAL" clId="{C5195634-52A2-477F-AF85-38FA28E6BE2D}" dt="2024-06-14T21:27:19.124" v="14"/>
          <ac:picMkLst>
            <pc:docMk/>
            <pc:sldMk cId="3617187069" sldId="340"/>
            <ac:picMk id="12" creationId="{0D69FB5F-FCFC-36B1-4E70-015D2512C167}"/>
          </ac:picMkLst>
        </pc:picChg>
      </pc:sldChg>
      <pc:sldChg chg="addSp modSp mod">
        <pc:chgData name="Ogburn, Sarah E" userId="c40d2df0-46c9-4be9-b5a6-5c158e399904" providerId="ADAL" clId="{C5195634-52A2-477F-AF85-38FA28E6BE2D}" dt="2024-06-14T21:29:22.443" v="64" actId="1076"/>
        <pc:sldMkLst>
          <pc:docMk/>
          <pc:sldMk cId="4089054510" sldId="349"/>
        </pc:sldMkLst>
        <pc:spChg chg="mod">
          <ac:chgData name="Ogburn, Sarah E" userId="c40d2df0-46c9-4be9-b5a6-5c158e399904" providerId="ADAL" clId="{C5195634-52A2-477F-AF85-38FA28E6BE2D}" dt="2024-06-14T21:28:31.169" v="30" actId="403"/>
          <ac:spMkLst>
            <pc:docMk/>
            <pc:sldMk cId="4089054510" sldId="349"/>
            <ac:spMk id="2" creationId="{00000000-0000-0000-0000-000000000000}"/>
          </ac:spMkLst>
        </pc:spChg>
        <pc:spChg chg="mod">
          <ac:chgData name="Ogburn, Sarah E" userId="c40d2df0-46c9-4be9-b5a6-5c158e399904" providerId="ADAL" clId="{C5195634-52A2-477F-AF85-38FA28E6BE2D}" dt="2024-06-14T21:28:24.611" v="28" actId="14100"/>
          <ac:spMkLst>
            <pc:docMk/>
            <pc:sldMk cId="4089054510" sldId="349"/>
            <ac:spMk id="3" creationId="{00000000-0000-0000-0000-000000000000}"/>
          </ac:spMkLst>
        </pc:spChg>
        <pc:spChg chg="mod">
          <ac:chgData name="Ogburn, Sarah E" userId="c40d2df0-46c9-4be9-b5a6-5c158e399904" providerId="ADAL" clId="{C5195634-52A2-477F-AF85-38FA28E6BE2D}" dt="2024-06-14T21:28:38.181" v="31" actId="1076"/>
          <ac:spMkLst>
            <pc:docMk/>
            <pc:sldMk cId="4089054510" sldId="349"/>
            <ac:spMk id="6" creationId="{00000000-0000-0000-0000-000000000000}"/>
          </ac:spMkLst>
        </pc:spChg>
        <pc:spChg chg="mod">
          <ac:chgData name="Ogburn, Sarah E" userId="c40d2df0-46c9-4be9-b5a6-5c158e399904" providerId="ADAL" clId="{C5195634-52A2-477F-AF85-38FA28E6BE2D}" dt="2024-06-14T21:29:22.443" v="64" actId="1076"/>
          <ac:spMkLst>
            <pc:docMk/>
            <pc:sldMk cId="4089054510" sldId="349"/>
            <ac:spMk id="8" creationId="{00000000-0000-0000-0000-000000000000}"/>
          </ac:spMkLst>
        </pc:spChg>
        <pc:spChg chg="mod">
          <ac:chgData name="Ogburn, Sarah E" userId="c40d2df0-46c9-4be9-b5a6-5c158e399904" providerId="ADAL" clId="{C5195634-52A2-477F-AF85-38FA28E6BE2D}" dt="2024-06-14T21:29:07.465" v="59" actId="1076"/>
          <ac:spMkLst>
            <pc:docMk/>
            <pc:sldMk cId="4089054510" sldId="349"/>
            <ac:spMk id="10" creationId="{00000000-0000-0000-0000-000000000000}"/>
          </ac:spMkLst>
        </pc:spChg>
        <pc:spChg chg="mod">
          <ac:chgData name="Ogburn, Sarah E" userId="c40d2df0-46c9-4be9-b5a6-5c158e399904" providerId="ADAL" clId="{C5195634-52A2-477F-AF85-38FA28E6BE2D}" dt="2024-06-14T21:29:09.758" v="60" actId="1076"/>
          <ac:spMkLst>
            <pc:docMk/>
            <pc:sldMk cId="4089054510" sldId="349"/>
            <ac:spMk id="13" creationId="{00000000-0000-0000-0000-000000000000}"/>
          </ac:spMkLst>
        </pc:spChg>
        <pc:spChg chg="mod">
          <ac:chgData name="Ogburn, Sarah E" userId="c40d2df0-46c9-4be9-b5a6-5c158e399904" providerId="ADAL" clId="{C5195634-52A2-477F-AF85-38FA28E6BE2D}" dt="2024-06-14T21:28:18.753" v="26" actId="14100"/>
          <ac:spMkLst>
            <pc:docMk/>
            <pc:sldMk cId="4089054510" sldId="349"/>
            <ac:spMk id="14" creationId="{89FA9E39-539B-89F1-979E-E2C672E83A63}"/>
          </ac:spMkLst>
        </pc:spChg>
        <pc:grpChg chg="add mod">
          <ac:chgData name="Ogburn, Sarah E" userId="c40d2df0-46c9-4be9-b5a6-5c158e399904" providerId="ADAL" clId="{C5195634-52A2-477F-AF85-38FA28E6BE2D}" dt="2024-06-14T21:28:11.418" v="24"/>
          <ac:grpSpMkLst>
            <pc:docMk/>
            <pc:sldMk cId="4089054510" sldId="349"/>
            <ac:grpSpMk id="4" creationId="{93B3AA63-1F80-A022-3566-24280E99C875}"/>
          </ac:grpSpMkLst>
        </pc:grpChg>
        <pc:grpChg chg="mod">
          <ac:chgData name="Ogburn, Sarah E" userId="c40d2df0-46c9-4be9-b5a6-5c158e399904" providerId="ADAL" clId="{C5195634-52A2-477F-AF85-38FA28E6BE2D}" dt="2024-06-14T21:28:11.418" v="24"/>
          <ac:grpSpMkLst>
            <pc:docMk/>
            <pc:sldMk cId="4089054510" sldId="349"/>
            <ac:grpSpMk id="15" creationId="{DE9444EA-14CA-897E-C3A4-B7A75138CD78}"/>
          </ac:grpSpMkLst>
        </pc:grpChg>
        <pc:picChg chg="mod">
          <ac:chgData name="Ogburn, Sarah E" userId="c40d2df0-46c9-4be9-b5a6-5c158e399904" providerId="ADAL" clId="{C5195634-52A2-477F-AF85-38FA28E6BE2D}" dt="2024-06-14T21:28:49.443" v="32" actId="14100"/>
          <ac:picMkLst>
            <pc:docMk/>
            <pc:sldMk cId="4089054510" sldId="349"/>
            <ac:picMk id="5" creationId="{00000000-0000-0000-0000-000000000000}"/>
          </ac:picMkLst>
        </pc:picChg>
        <pc:picChg chg="mod">
          <ac:chgData name="Ogburn, Sarah E" userId="c40d2df0-46c9-4be9-b5a6-5c158e399904" providerId="ADAL" clId="{C5195634-52A2-477F-AF85-38FA28E6BE2D}" dt="2024-06-14T21:28:11.418" v="24"/>
          <ac:picMkLst>
            <pc:docMk/>
            <pc:sldMk cId="4089054510" sldId="349"/>
            <ac:picMk id="16" creationId="{939BC50B-315B-EF81-71DB-95FE2ADAF52B}"/>
          </ac:picMkLst>
        </pc:picChg>
        <pc:picChg chg="mod">
          <ac:chgData name="Ogburn, Sarah E" userId="c40d2df0-46c9-4be9-b5a6-5c158e399904" providerId="ADAL" clId="{C5195634-52A2-477F-AF85-38FA28E6BE2D}" dt="2024-06-14T21:28:11.418" v="24"/>
          <ac:picMkLst>
            <pc:docMk/>
            <pc:sldMk cId="4089054510" sldId="349"/>
            <ac:picMk id="17" creationId="{BD57B640-067A-7899-68EB-2E9962FB3E0B}"/>
          </ac:picMkLst>
        </pc:picChg>
        <pc:picChg chg="mod">
          <ac:chgData name="Ogburn, Sarah E" userId="c40d2df0-46c9-4be9-b5a6-5c158e399904" providerId="ADAL" clId="{C5195634-52A2-477F-AF85-38FA28E6BE2D}" dt="2024-06-14T21:28:11.418" v="24"/>
          <ac:picMkLst>
            <pc:docMk/>
            <pc:sldMk cId="4089054510" sldId="349"/>
            <ac:picMk id="18" creationId="{77DDF566-15D7-0C4F-6D7F-4C3F2569FE7F}"/>
          </ac:picMkLst>
        </pc:picChg>
        <pc:cxnChg chg="mod">
          <ac:chgData name="Ogburn, Sarah E" userId="c40d2df0-46c9-4be9-b5a6-5c158e399904" providerId="ADAL" clId="{C5195634-52A2-477F-AF85-38FA28E6BE2D}" dt="2024-06-14T21:28:38.181" v="31" actId="1076"/>
          <ac:cxnSpMkLst>
            <pc:docMk/>
            <pc:sldMk cId="4089054510" sldId="349"/>
            <ac:cxnSpMk id="7" creationId="{00000000-0000-0000-0000-000000000000}"/>
          </ac:cxnSpMkLst>
        </pc:cxnChg>
        <pc:cxnChg chg="mod">
          <ac:chgData name="Ogburn, Sarah E" userId="c40d2df0-46c9-4be9-b5a6-5c158e399904" providerId="ADAL" clId="{C5195634-52A2-477F-AF85-38FA28E6BE2D}" dt="2024-06-14T21:28:38.181" v="31" actId="1076"/>
          <ac:cxnSpMkLst>
            <pc:docMk/>
            <pc:sldMk cId="4089054510" sldId="349"/>
            <ac:cxnSpMk id="9" creationId="{00000000-0000-0000-0000-000000000000}"/>
          </ac:cxnSpMkLst>
        </pc:cxnChg>
        <pc:cxnChg chg="mod">
          <ac:chgData name="Ogburn, Sarah E" userId="c40d2df0-46c9-4be9-b5a6-5c158e399904" providerId="ADAL" clId="{C5195634-52A2-477F-AF85-38FA28E6BE2D}" dt="2024-06-14T21:28:54.494" v="33" actId="1076"/>
          <ac:cxnSpMkLst>
            <pc:docMk/>
            <pc:sldMk cId="4089054510" sldId="349"/>
            <ac:cxnSpMk id="11" creationId="{00000000-0000-0000-0000-000000000000}"/>
          </ac:cxnSpMkLst>
        </pc:cxnChg>
        <pc:cxnChg chg="mod">
          <ac:chgData name="Ogburn, Sarah E" userId="c40d2df0-46c9-4be9-b5a6-5c158e399904" providerId="ADAL" clId="{C5195634-52A2-477F-AF85-38FA28E6BE2D}" dt="2024-06-14T21:29:17.190" v="62" actId="1582"/>
          <ac:cxnSpMkLst>
            <pc:docMk/>
            <pc:sldMk cId="4089054510" sldId="349"/>
            <ac:cxnSpMk id="12" creationId="{00000000-0000-0000-0000-000000000000}"/>
          </ac:cxnSpMkLst>
        </pc:cxnChg>
      </pc:sldChg>
      <pc:sldChg chg="addSp delSp modSp mod">
        <pc:chgData name="Ogburn, Sarah E" userId="c40d2df0-46c9-4be9-b5a6-5c158e399904" providerId="ADAL" clId="{C5195634-52A2-477F-AF85-38FA28E6BE2D}" dt="2024-06-14T21:30:00.677" v="72"/>
        <pc:sldMkLst>
          <pc:docMk/>
          <pc:sldMk cId="772660523" sldId="366"/>
        </pc:sldMkLst>
        <pc:spChg chg="del mod">
          <ac:chgData name="Ogburn, Sarah E" userId="c40d2df0-46c9-4be9-b5a6-5c158e399904" providerId="ADAL" clId="{C5195634-52A2-477F-AF85-38FA28E6BE2D}" dt="2024-06-14T21:29:52.424" v="69" actId="478"/>
          <ac:spMkLst>
            <pc:docMk/>
            <pc:sldMk cId="772660523" sldId="366"/>
            <ac:spMk id="2" creationId="{00000000-0000-0000-0000-000000000000}"/>
          </ac:spMkLst>
        </pc:spChg>
        <pc:spChg chg="mod">
          <ac:chgData name="Ogburn, Sarah E" userId="c40d2df0-46c9-4be9-b5a6-5c158e399904" providerId="ADAL" clId="{C5195634-52A2-477F-AF85-38FA28E6BE2D}" dt="2024-06-14T21:29:44.523" v="68" actId="14100"/>
          <ac:spMkLst>
            <pc:docMk/>
            <pc:sldMk cId="772660523" sldId="366"/>
            <ac:spMk id="3" creationId="{00000000-0000-0000-0000-000000000000}"/>
          </ac:spMkLst>
        </pc:spChg>
        <pc:spChg chg="del mod">
          <ac:chgData name="Ogburn, Sarah E" userId="c40d2df0-46c9-4be9-b5a6-5c158e399904" providerId="ADAL" clId="{C5195634-52A2-477F-AF85-38FA28E6BE2D}" dt="2024-06-14T21:29:35.950" v="65" actId="478"/>
          <ac:spMkLst>
            <pc:docMk/>
            <pc:sldMk cId="772660523" sldId="366"/>
            <ac:spMk id="6" creationId="{00000000-0000-0000-0000-000000000000}"/>
          </ac:spMkLst>
        </pc:spChg>
        <pc:spChg chg="del mod">
          <ac:chgData name="Ogburn, Sarah E" userId="c40d2df0-46c9-4be9-b5a6-5c158e399904" providerId="ADAL" clId="{C5195634-52A2-477F-AF85-38FA28E6BE2D}" dt="2024-06-14T21:29:35.950" v="65" actId="478"/>
          <ac:spMkLst>
            <pc:docMk/>
            <pc:sldMk cId="772660523" sldId="366"/>
            <ac:spMk id="8" creationId="{00000000-0000-0000-0000-000000000000}"/>
          </ac:spMkLst>
        </pc:spChg>
        <pc:spChg chg="del mod">
          <ac:chgData name="Ogburn, Sarah E" userId="c40d2df0-46c9-4be9-b5a6-5c158e399904" providerId="ADAL" clId="{C5195634-52A2-477F-AF85-38FA28E6BE2D}" dt="2024-06-14T21:29:35.950" v="65" actId="478"/>
          <ac:spMkLst>
            <pc:docMk/>
            <pc:sldMk cId="772660523" sldId="366"/>
            <ac:spMk id="10" creationId="{00000000-0000-0000-0000-000000000000}"/>
          </ac:spMkLst>
        </pc:spChg>
        <pc:spChg chg="del mod">
          <ac:chgData name="Ogburn, Sarah E" userId="c40d2df0-46c9-4be9-b5a6-5c158e399904" providerId="ADAL" clId="{C5195634-52A2-477F-AF85-38FA28E6BE2D}" dt="2024-06-14T21:29:35.950" v="65" actId="478"/>
          <ac:spMkLst>
            <pc:docMk/>
            <pc:sldMk cId="772660523" sldId="366"/>
            <ac:spMk id="13" creationId="{00000000-0000-0000-0000-000000000000}"/>
          </ac:spMkLst>
        </pc:spChg>
        <pc:spChg chg="add mod">
          <ac:chgData name="Ogburn, Sarah E" userId="c40d2df0-46c9-4be9-b5a6-5c158e399904" providerId="ADAL" clId="{C5195634-52A2-477F-AF85-38FA28E6BE2D}" dt="2024-06-14T21:29:36.861" v="66"/>
          <ac:spMkLst>
            <pc:docMk/>
            <pc:sldMk cId="772660523" sldId="366"/>
            <ac:spMk id="14" creationId="{A3C6CC22-A6B6-FC9C-FDE2-5A5F6C192264}"/>
          </ac:spMkLst>
        </pc:spChg>
        <pc:spChg chg="add mod">
          <ac:chgData name="Ogburn, Sarah E" userId="c40d2df0-46c9-4be9-b5a6-5c158e399904" providerId="ADAL" clId="{C5195634-52A2-477F-AF85-38FA28E6BE2D}" dt="2024-06-14T21:29:36.861" v="66"/>
          <ac:spMkLst>
            <pc:docMk/>
            <pc:sldMk cId="772660523" sldId="366"/>
            <ac:spMk id="16" creationId="{ABB472B7-C25B-4FEC-E1EB-C27B11D393F2}"/>
          </ac:spMkLst>
        </pc:spChg>
        <pc:spChg chg="add mod">
          <ac:chgData name="Ogburn, Sarah E" userId="c40d2df0-46c9-4be9-b5a6-5c158e399904" providerId="ADAL" clId="{C5195634-52A2-477F-AF85-38FA28E6BE2D}" dt="2024-06-14T21:29:36.861" v="66"/>
          <ac:spMkLst>
            <pc:docMk/>
            <pc:sldMk cId="772660523" sldId="366"/>
            <ac:spMk id="18" creationId="{6EF4E0C7-B917-C81B-7009-2BA9A179E5FC}"/>
          </ac:spMkLst>
        </pc:spChg>
        <pc:spChg chg="add mod">
          <ac:chgData name="Ogburn, Sarah E" userId="c40d2df0-46c9-4be9-b5a6-5c158e399904" providerId="ADAL" clId="{C5195634-52A2-477F-AF85-38FA28E6BE2D}" dt="2024-06-14T21:29:36.861" v="66"/>
          <ac:spMkLst>
            <pc:docMk/>
            <pc:sldMk cId="772660523" sldId="366"/>
            <ac:spMk id="21" creationId="{BBABCE51-D48B-A592-4DA8-F7A3C52ABA69}"/>
          </ac:spMkLst>
        </pc:spChg>
        <pc:spChg chg="add del mod">
          <ac:chgData name="Ogburn, Sarah E" userId="c40d2df0-46c9-4be9-b5a6-5c158e399904" providerId="ADAL" clId="{C5195634-52A2-477F-AF85-38FA28E6BE2D}" dt="2024-06-14T21:29:56.162" v="71" actId="478"/>
          <ac:spMkLst>
            <pc:docMk/>
            <pc:sldMk cId="772660523" sldId="366"/>
            <ac:spMk id="23" creationId="{02A0FBE2-3D24-612E-B72D-5006108417C6}"/>
          </ac:spMkLst>
        </pc:spChg>
        <pc:spChg chg="add mod">
          <ac:chgData name="Ogburn, Sarah E" userId="c40d2df0-46c9-4be9-b5a6-5c158e399904" providerId="ADAL" clId="{C5195634-52A2-477F-AF85-38FA28E6BE2D}" dt="2024-06-14T21:29:53.277" v="70"/>
          <ac:spMkLst>
            <pc:docMk/>
            <pc:sldMk cId="772660523" sldId="366"/>
            <ac:spMk id="24" creationId="{0EB27467-9CD9-9BDF-61E8-65A7E2ABF1B0}"/>
          </ac:spMkLst>
        </pc:spChg>
        <pc:spChg chg="mod">
          <ac:chgData name="Ogburn, Sarah E" userId="c40d2df0-46c9-4be9-b5a6-5c158e399904" providerId="ADAL" clId="{C5195634-52A2-477F-AF85-38FA28E6BE2D}" dt="2024-06-14T21:30:00.677" v="72"/>
          <ac:spMkLst>
            <pc:docMk/>
            <pc:sldMk cId="772660523" sldId="366"/>
            <ac:spMk id="26" creationId="{9ADFB518-6BD2-867C-678A-607ED70486AA}"/>
          </ac:spMkLst>
        </pc:spChg>
        <pc:grpChg chg="add mod">
          <ac:chgData name="Ogburn, Sarah E" userId="c40d2df0-46c9-4be9-b5a6-5c158e399904" providerId="ADAL" clId="{C5195634-52A2-477F-AF85-38FA28E6BE2D}" dt="2024-06-14T21:30:00.677" v="72"/>
          <ac:grpSpMkLst>
            <pc:docMk/>
            <pc:sldMk cId="772660523" sldId="366"/>
            <ac:grpSpMk id="25" creationId="{F010C5FA-A4A8-4900-8257-3A00BD257B56}"/>
          </ac:grpSpMkLst>
        </pc:grpChg>
        <pc:grpChg chg="mod">
          <ac:chgData name="Ogburn, Sarah E" userId="c40d2df0-46c9-4be9-b5a6-5c158e399904" providerId="ADAL" clId="{C5195634-52A2-477F-AF85-38FA28E6BE2D}" dt="2024-06-14T21:30:00.677" v="72"/>
          <ac:grpSpMkLst>
            <pc:docMk/>
            <pc:sldMk cId="772660523" sldId="366"/>
            <ac:grpSpMk id="27" creationId="{98CE0A06-1ECF-8A2A-924C-4F8C06E415CD}"/>
          </ac:grpSpMkLst>
        </pc:grpChg>
        <pc:picChg chg="add mod">
          <ac:chgData name="Ogburn, Sarah E" userId="c40d2df0-46c9-4be9-b5a6-5c158e399904" providerId="ADAL" clId="{C5195634-52A2-477F-AF85-38FA28E6BE2D}" dt="2024-06-14T21:29:36.861" v="66"/>
          <ac:picMkLst>
            <pc:docMk/>
            <pc:sldMk cId="772660523" sldId="366"/>
            <ac:picMk id="4" creationId="{39B6751B-13D2-B067-7299-9AD63DDD3DE8}"/>
          </ac:picMkLst>
        </pc:picChg>
        <pc:picChg chg="del mod">
          <ac:chgData name="Ogburn, Sarah E" userId="c40d2df0-46c9-4be9-b5a6-5c158e399904" providerId="ADAL" clId="{C5195634-52A2-477F-AF85-38FA28E6BE2D}" dt="2024-06-14T21:29:35.950" v="65" actId="478"/>
          <ac:picMkLst>
            <pc:docMk/>
            <pc:sldMk cId="772660523" sldId="366"/>
            <ac:picMk id="5" creationId="{00000000-0000-0000-0000-000000000000}"/>
          </ac:picMkLst>
        </pc:picChg>
        <pc:picChg chg="mod">
          <ac:chgData name="Ogburn, Sarah E" userId="c40d2df0-46c9-4be9-b5a6-5c158e399904" providerId="ADAL" clId="{C5195634-52A2-477F-AF85-38FA28E6BE2D}" dt="2024-06-14T21:30:00.677" v="72"/>
          <ac:picMkLst>
            <pc:docMk/>
            <pc:sldMk cId="772660523" sldId="366"/>
            <ac:picMk id="28" creationId="{74F219B2-7E3F-D4B1-F00D-3C8B80FD8600}"/>
          </ac:picMkLst>
        </pc:picChg>
        <pc:picChg chg="mod">
          <ac:chgData name="Ogburn, Sarah E" userId="c40d2df0-46c9-4be9-b5a6-5c158e399904" providerId="ADAL" clId="{C5195634-52A2-477F-AF85-38FA28E6BE2D}" dt="2024-06-14T21:30:00.677" v="72"/>
          <ac:picMkLst>
            <pc:docMk/>
            <pc:sldMk cId="772660523" sldId="366"/>
            <ac:picMk id="29" creationId="{3B98C615-E2B5-C58D-7269-A0C560690C0E}"/>
          </ac:picMkLst>
        </pc:picChg>
        <pc:picChg chg="mod">
          <ac:chgData name="Ogburn, Sarah E" userId="c40d2df0-46c9-4be9-b5a6-5c158e399904" providerId="ADAL" clId="{C5195634-52A2-477F-AF85-38FA28E6BE2D}" dt="2024-06-14T21:30:00.677" v="72"/>
          <ac:picMkLst>
            <pc:docMk/>
            <pc:sldMk cId="772660523" sldId="366"/>
            <ac:picMk id="30" creationId="{E14CF0BB-AA6D-757B-9E85-D741854DFABE}"/>
          </ac:picMkLst>
        </pc:picChg>
        <pc:cxnChg chg="del mod">
          <ac:chgData name="Ogburn, Sarah E" userId="c40d2df0-46c9-4be9-b5a6-5c158e399904" providerId="ADAL" clId="{C5195634-52A2-477F-AF85-38FA28E6BE2D}" dt="2024-06-14T21:29:35.950" v="65" actId="478"/>
          <ac:cxnSpMkLst>
            <pc:docMk/>
            <pc:sldMk cId="772660523" sldId="366"/>
            <ac:cxnSpMk id="7" creationId="{00000000-0000-0000-0000-000000000000}"/>
          </ac:cxnSpMkLst>
        </pc:cxnChg>
        <pc:cxnChg chg="del mod">
          <ac:chgData name="Ogburn, Sarah E" userId="c40d2df0-46c9-4be9-b5a6-5c158e399904" providerId="ADAL" clId="{C5195634-52A2-477F-AF85-38FA28E6BE2D}" dt="2024-06-14T21:29:35.950" v="65" actId="478"/>
          <ac:cxnSpMkLst>
            <pc:docMk/>
            <pc:sldMk cId="772660523" sldId="366"/>
            <ac:cxnSpMk id="9" creationId="{00000000-0000-0000-0000-000000000000}"/>
          </ac:cxnSpMkLst>
        </pc:cxnChg>
        <pc:cxnChg chg="del mod">
          <ac:chgData name="Ogburn, Sarah E" userId="c40d2df0-46c9-4be9-b5a6-5c158e399904" providerId="ADAL" clId="{C5195634-52A2-477F-AF85-38FA28E6BE2D}" dt="2024-06-14T21:29:35.950" v="65" actId="478"/>
          <ac:cxnSpMkLst>
            <pc:docMk/>
            <pc:sldMk cId="772660523" sldId="366"/>
            <ac:cxnSpMk id="11" creationId="{00000000-0000-0000-0000-000000000000}"/>
          </ac:cxnSpMkLst>
        </pc:cxnChg>
        <pc:cxnChg chg="del mod">
          <ac:chgData name="Ogburn, Sarah E" userId="c40d2df0-46c9-4be9-b5a6-5c158e399904" providerId="ADAL" clId="{C5195634-52A2-477F-AF85-38FA28E6BE2D}" dt="2024-06-14T21:29:35.950" v="65" actId="478"/>
          <ac:cxnSpMkLst>
            <pc:docMk/>
            <pc:sldMk cId="772660523" sldId="366"/>
            <ac:cxnSpMk id="12" creationId="{00000000-0000-0000-0000-000000000000}"/>
          </ac:cxnSpMkLst>
        </pc:cxnChg>
        <pc:cxnChg chg="add mod">
          <ac:chgData name="Ogburn, Sarah E" userId="c40d2df0-46c9-4be9-b5a6-5c158e399904" providerId="ADAL" clId="{C5195634-52A2-477F-AF85-38FA28E6BE2D}" dt="2024-06-14T21:29:36.861" v="66"/>
          <ac:cxnSpMkLst>
            <pc:docMk/>
            <pc:sldMk cId="772660523" sldId="366"/>
            <ac:cxnSpMk id="15" creationId="{4FDC4F58-139A-D96E-E891-F4F645AF6020}"/>
          </ac:cxnSpMkLst>
        </pc:cxnChg>
        <pc:cxnChg chg="add mod">
          <ac:chgData name="Ogburn, Sarah E" userId="c40d2df0-46c9-4be9-b5a6-5c158e399904" providerId="ADAL" clId="{C5195634-52A2-477F-AF85-38FA28E6BE2D}" dt="2024-06-14T21:29:36.861" v="66"/>
          <ac:cxnSpMkLst>
            <pc:docMk/>
            <pc:sldMk cId="772660523" sldId="366"/>
            <ac:cxnSpMk id="17" creationId="{68BBC3F3-7806-F343-44F1-C1FC187E25EA}"/>
          </ac:cxnSpMkLst>
        </pc:cxnChg>
        <pc:cxnChg chg="add mod">
          <ac:chgData name="Ogburn, Sarah E" userId="c40d2df0-46c9-4be9-b5a6-5c158e399904" providerId="ADAL" clId="{C5195634-52A2-477F-AF85-38FA28E6BE2D}" dt="2024-06-14T21:29:36.861" v="66"/>
          <ac:cxnSpMkLst>
            <pc:docMk/>
            <pc:sldMk cId="772660523" sldId="366"/>
            <ac:cxnSpMk id="19" creationId="{251B596D-0512-FC08-4B5D-AB7502553ACC}"/>
          </ac:cxnSpMkLst>
        </pc:cxnChg>
        <pc:cxnChg chg="add mod">
          <ac:chgData name="Ogburn, Sarah E" userId="c40d2df0-46c9-4be9-b5a6-5c158e399904" providerId="ADAL" clId="{C5195634-52A2-477F-AF85-38FA28E6BE2D}" dt="2024-06-14T21:29:36.861" v="66"/>
          <ac:cxnSpMkLst>
            <pc:docMk/>
            <pc:sldMk cId="772660523" sldId="366"/>
            <ac:cxnSpMk id="20" creationId="{8B885C9C-762D-94F8-449B-32E0D98C058E}"/>
          </ac:cxnSpMkLst>
        </pc:cxnChg>
      </pc:sldChg>
      <pc:sldChg chg="addSp modSp mod">
        <pc:chgData name="Ogburn, Sarah E" userId="c40d2df0-46c9-4be9-b5a6-5c158e399904" providerId="ADAL" clId="{C5195634-52A2-477F-AF85-38FA28E6BE2D}" dt="2024-06-14T21:46:14.793" v="367"/>
        <pc:sldMkLst>
          <pc:docMk/>
          <pc:sldMk cId="856223024" sldId="367"/>
        </pc:sldMkLst>
        <pc:spChg chg="mod">
          <ac:chgData name="Ogburn, Sarah E" userId="c40d2df0-46c9-4be9-b5a6-5c158e399904" providerId="ADAL" clId="{C5195634-52A2-477F-AF85-38FA28E6BE2D}" dt="2024-06-14T21:45:50.523" v="359" actId="1076"/>
          <ac:spMkLst>
            <pc:docMk/>
            <pc:sldMk cId="856223024" sldId="367"/>
            <ac:spMk id="2" creationId="{00000000-0000-0000-0000-000000000000}"/>
          </ac:spMkLst>
        </pc:spChg>
        <pc:spChg chg="mod">
          <ac:chgData name="Ogburn, Sarah E" userId="c40d2df0-46c9-4be9-b5a6-5c158e399904" providerId="ADAL" clId="{C5195634-52A2-477F-AF85-38FA28E6BE2D}" dt="2024-06-14T21:45:58.276" v="362" actId="403"/>
          <ac:spMkLst>
            <pc:docMk/>
            <pc:sldMk cId="856223024" sldId="367"/>
            <ac:spMk id="4" creationId="{00000000-0000-0000-0000-000000000000}"/>
          </ac:spMkLst>
        </pc:spChg>
        <pc:spChg chg="mod">
          <ac:chgData name="Ogburn, Sarah E" userId="c40d2df0-46c9-4be9-b5a6-5c158e399904" providerId="ADAL" clId="{C5195634-52A2-477F-AF85-38FA28E6BE2D}" dt="2024-06-14T21:46:08.905" v="366" actId="1076"/>
          <ac:spMkLst>
            <pc:docMk/>
            <pc:sldMk cId="856223024" sldId="367"/>
            <ac:spMk id="8" creationId="{00000000-0000-0000-0000-000000000000}"/>
          </ac:spMkLst>
        </pc:spChg>
        <pc:spChg chg="mod">
          <ac:chgData name="Ogburn, Sarah E" userId="c40d2df0-46c9-4be9-b5a6-5c158e399904" providerId="ADAL" clId="{C5195634-52A2-477F-AF85-38FA28E6BE2D}" dt="2024-06-14T21:46:14.793" v="367"/>
          <ac:spMkLst>
            <pc:docMk/>
            <pc:sldMk cId="856223024" sldId="367"/>
            <ac:spMk id="9" creationId="{6D0302E5-4CFD-0C8B-3644-7A24E03B5C83}"/>
          </ac:spMkLst>
        </pc:spChg>
        <pc:grpChg chg="mod">
          <ac:chgData name="Ogburn, Sarah E" userId="c40d2df0-46c9-4be9-b5a6-5c158e399904" providerId="ADAL" clId="{C5195634-52A2-477F-AF85-38FA28E6BE2D}" dt="2024-06-14T21:46:06.653" v="365" actId="14100"/>
          <ac:grpSpMkLst>
            <pc:docMk/>
            <pc:sldMk cId="856223024" sldId="367"/>
            <ac:grpSpMk id="3" creationId="{00000000-0000-0000-0000-000000000000}"/>
          </ac:grpSpMkLst>
        </pc:grpChg>
        <pc:grpChg chg="add mod">
          <ac:chgData name="Ogburn, Sarah E" userId="c40d2df0-46c9-4be9-b5a6-5c158e399904" providerId="ADAL" clId="{C5195634-52A2-477F-AF85-38FA28E6BE2D}" dt="2024-06-14T21:46:14.793" v="367"/>
          <ac:grpSpMkLst>
            <pc:docMk/>
            <pc:sldMk cId="856223024" sldId="367"/>
            <ac:grpSpMk id="5" creationId="{BEEE4FED-BE81-8734-0020-EBF04D3A9310}"/>
          </ac:grpSpMkLst>
        </pc:grpChg>
        <pc:grpChg chg="mod">
          <ac:chgData name="Ogburn, Sarah E" userId="c40d2df0-46c9-4be9-b5a6-5c158e399904" providerId="ADAL" clId="{C5195634-52A2-477F-AF85-38FA28E6BE2D}" dt="2024-06-14T21:46:14.793" v="367"/>
          <ac:grpSpMkLst>
            <pc:docMk/>
            <pc:sldMk cId="856223024" sldId="367"/>
            <ac:grpSpMk id="10" creationId="{108772FF-8BA2-8097-EC62-5074F6018276}"/>
          </ac:grpSpMkLst>
        </pc:grpChg>
        <pc:picChg chg="mod">
          <ac:chgData name="Ogburn, Sarah E" userId="c40d2df0-46c9-4be9-b5a6-5c158e399904" providerId="ADAL" clId="{C5195634-52A2-477F-AF85-38FA28E6BE2D}" dt="2024-06-14T21:26:43.040" v="5"/>
          <ac:picMkLst>
            <pc:docMk/>
            <pc:sldMk cId="856223024" sldId="367"/>
            <ac:picMk id="6" creationId="{00000000-0000-0000-0000-000000000000}"/>
          </ac:picMkLst>
        </pc:picChg>
        <pc:picChg chg="mod">
          <ac:chgData name="Ogburn, Sarah E" userId="c40d2df0-46c9-4be9-b5a6-5c158e399904" providerId="ADAL" clId="{C5195634-52A2-477F-AF85-38FA28E6BE2D}" dt="2024-06-14T21:26:43.040" v="5"/>
          <ac:picMkLst>
            <pc:docMk/>
            <pc:sldMk cId="856223024" sldId="367"/>
            <ac:picMk id="7" creationId="{00000000-0000-0000-0000-000000000000}"/>
          </ac:picMkLst>
        </pc:picChg>
        <pc:picChg chg="mod">
          <ac:chgData name="Ogburn, Sarah E" userId="c40d2df0-46c9-4be9-b5a6-5c158e399904" providerId="ADAL" clId="{C5195634-52A2-477F-AF85-38FA28E6BE2D}" dt="2024-06-14T21:46:14.793" v="367"/>
          <ac:picMkLst>
            <pc:docMk/>
            <pc:sldMk cId="856223024" sldId="367"/>
            <ac:picMk id="11" creationId="{8AF5BA63-74F6-F3FA-ECB3-C1D0934CCD14}"/>
          </ac:picMkLst>
        </pc:picChg>
        <pc:picChg chg="mod">
          <ac:chgData name="Ogburn, Sarah E" userId="c40d2df0-46c9-4be9-b5a6-5c158e399904" providerId="ADAL" clId="{C5195634-52A2-477F-AF85-38FA28E6BE2D}" dt="2024-06-14T21:46:14.793" v="367"/>
          <ac:picMkLst>
            <pc:docMk/>
            <pc:sldMk cId="856223024" sldId="367"/>
            <ac:picMk id="12" creationId="{DF68BD9C-5065-3ADF-EE7E-8C45408A7742}"/>
          </ac:picMkLst>
        </pc:picChg>
        <pc:picChg chg="mod">
          <ac:chgData name="Ogburn, Sarah E" userId="c40d2df0-46c9-4be9-b5a6-5c158e399904" providerId="ADAL" clId="{C5195634-52A2-477F-AF85-38FA28E6BE2D}" dt="2024-06-14T21:46:14.793" v="367"/>
          <ac:picMkLst>
            <pc:docMk/>
            <pc:sldMk cId="856223024" sldId="367"/>
            <ac:picMk id="13" creationId="{6B1371A2-CF16-B997-015A-B6A0A2B2D7B1}"/>
          </ac:picMkLst>
        </pc:picChg>
      </pc:sldChg>
      <pc:sldChg chg="addSp modSp">
        <pc:chgData name="Ogburn, Sarah E" userId="c40d2df0-46c9-4be9-b5a6-5c158e399904" providerId="ADAL" clId="{C5195634-52A2-477F-AF85-38FA28E6BE2D}" dt="2024-06-14T21:46:19.517" v="368"/>
        <pc:sldMkLst>
          <pc:docMk/>
          <pc:sldMk cId="3245291796" sldId="368"/>
        </pc:sldMkLst>
        <pc:spChg chg="mod">
          <ac:chgData name="Ogburn, Sarah E" userId="c40d2df0-46c9-4be9-b5a6-5c158e399904" providerId="ADAL" clId="{C5195634-52A2-477F-AF85-38FA28E6BE2D}" dt="2024-06-14T21:46:19.517" v="368"/>
          <ac:spMkLst>
            <pc:docMk/>
            <pc:sldMk cId="3245291796" sldId="368"/>
            <ac:spMk id="3" creationId="{7533D44E-CC78-E4BD-0293-4C8BA8CBE02A}"/>
          </ac:spMkLst>
        </pc:spChg>
        <pc:spChg chg="mod">
          <ac:chgData name="Ogburn, Sarah E" userId="c40d2df0-46c9-4be9-b5a6-5c158e399904" providerId="ADAL" clId="{C5195634-52A2-477F-AF85-38FA28E6BE2D}" dt="2024-06-14T21:26:43.040" v="5"/>
          <ac:spMkLst>
            <pc:docMk/>
            <pc:sldMk cId="3245291796" sldId="368"/>
            <ac:spMk id="11" creationId="{00000000-0000-0000-0000-000000000000}"/>
          </ac:spMkLst>
        </pc:spChg>
        <pc:grpChg chg="add mod">
          <ac:chgData name="Ogburn, Sarah E" userId="c40d2df0-46c9-4be9-b5a6-5c158e399904" providerId="ADAL" clId="{C5195634-52A2-477F-AF85-38FA28E6BE2D}" dt="2024-06-14T21:46:19.517" v="368"/>
          <ac:grpSpMkLst>
            <pc:docMk/>
            <pc:sldMk cId="3245291796" sldId="368"/>
            <ac:grpSpMk id="2" creationId="{DC99F28A-DFA1-D0B7-7F2B-A7646834669E}"/>
          </ac:grpSpMkLst>
        </pc:grpChg>
        <pc:grpChg chg="mod">
          <ac:chgData name="Ogburn, Sarah E" userId="c40d2df0-46c9-4be9-b5a6-5c158e399904" providerId="ADAL" clId="{C5195634-52A2-477F-AF85-38FA28E6BE2D}" dt="2024-06-14T21:46:19.517" v="368"/>
          <ac:grpSpMkLst>
            <pc:docMk/>
            <pc:sldMk cId="3245291796" sldId="368"/>
            <ac:grpSpMk id="4" creationId="{2EB1E7F6-20CF-1CDD-BB00-A4B2210BE0BE}"/>
          </ac:grpSpMkLst>
        </pc:grpChg>
        <pc:picChg chg="mod">
          <ac:chgData name="Ogburn, Sarah E" userId="c40d2df0-46c9-4be9-b5a6-5c158e399904" providerId="ADAL" clId="{C5195634-52A2-477F-AF85-38FA28E6BE2D}" dt="2024-06-14T21:46:19.517" v="368"/>
          <ac:picMkLst>
            <pc:docMk/>
            <pc:sldMk cId="3245291796" sldId="368"/>
            <ac:picMk id="5" creationId="{AB62DEED-86F1-D5DB-9CCD-5C6DF85F6E6E}"/>
          </ac:picMkLst>
        </pc:picChg>
        <pc:picChg chg="mod">
          <ac:chgData name="Ogburn, Sarah E" userId="c40d2df0-46c9-4be9-b5a6-5c158e399904" providerId="ADAL" clId="{C5195634-52A2-477F-AF85-38FA28E6BE2D}" dt="2024-06-14T21:46:19.517" v="368"/>
          <ac:picMkLst>
            <pc:docMk/>
            <pc:sldMk cId="3245291796" sldId="368"/>
            <ac:picMk id="6" creationId="{D8DF39C0-D4B1-B9B1-A8BD-264B53299323}"/>
          </ac:picMkLst>
        </pc:picChg>
        <pc:picChg chg="mod">
          <ac:chgData name="Ogburn, Sarah E" userId="c40d2df0-46c9-4be9-b5a6-5c158e399904" providerId="ADAL" clId="{C5195634-52A2-477F-AF85-38FA28E6BE2D}" dt="2024-06-14T21:46:19.517" v="368"/>
          <ac:picMkLst>
            <pc:docMk/>
            <pc:sldMk cId="3245291796" sldId="368"/>
            <ac:picMk id="7" creationId="{A74C63DF-8D81-E881-E602-2C2C2616561A}"/>
          </ac:picMkLst>
        </pc:picChg>
        <pc:picChg chg="mod">
          <ac:chgData name="Ogburn, Sarah E" userId="c40d2df0-46c9-4be9-b5a6-5c158e399904" providerId="ADAL" clId="{C5195634-52A2-477F-AF85-38FA28E6BE2D}" dt="2024-06-14T21:26:43.040" v="5"/>
          <ac:picMkLst>
            <pc:docMk/>
            <pc:sldMk cId="3245291796" sldId="368"/>
            <ac:picMk id="10" creationId="{00000000-0000-0000-0000-000000000000}"/>
          </ac:picMkLst>
        </pc:picChg>
      </pc:sldChg>
      <pc:sldChg chg="modSp mod">
        <pc:chgData name="Ogburn, Sarah E" userId="c40d2df0-46c9-4be9-b5a6-5c158e399904" providerId="ADAL" clId="{C5195634-52A2-477F-AF85-38FA28E6BE2D}" dt="2024-06-14T21:42:02.111" v="309" actId="1076"/>
        <pc:sldMkLst>
          <pc:docMk/>
          <pc:sldMk cId="4289575902" sldId="370"/>
        </pc:sldMkLst>
        <pc:spChg chg="mod">
          <ac:chgData name="Ogburn, Sarah E" userId="c40d2df0-46c9-4be9-b5a6-5c158e399904" providerId="ADAL" clId="{C5195634-52A2-477F-AF85-38FA28E6BE2D}" dt="2024-06-14T21:41:51.965" v="307" actId="1076"/>
          <ac:spMkLst>
            <pc:docMk/>
            <pc:sldMk cId="4289575902" sldId="370"/>
            <ac:spMk id="6" creationId="{00000000-0000-0000-0000-000000000000}"/>
          </ac:spMkLst>
        </pc:spChg>
        <pc:spChg chg="mod">
          <ac:chgData name="Ogburn, Sarah E" userId="c40d2df0-46c9-4be9-b5a6-5c158e399904" providerId="ADAL" clId="{C5195634-52A2-477F-AF85-38FA28E6BE2D}" dt="2024-06-14T21:41:30.238" v="298" actId="27636"/>
          <ac:spMkLst>
            <pc:docMk/>
            <pc:sldMk cId="4289575902" sldId="370"/>
            <ac:spMk id="7" creationId="{00000000-0000-0000-0000-000000000000}"/>
          </ac:spMkLst>
        </pc:spChg>
        <pc:spChg chg="mod">
          <ac:chgData name="Ogburn, Sarah E" userId="c40d2df0-46c9-4be9-b5a6-5c158e399904" providerId="ADAL" clId="{C5195634-52A2-477F-AF85-38FA28E6BE2D}" dt="2024-06-14T21:42:02.111" v="309" actId="1076"/>
          <ac:spMkLst>
            <pc:docMk/>
            <pc:sldMk cId="4289575902" sldId="370"/>
            <ac:spMk id="8" creationId="{00000000-0000-0000-0000-000000000000}"/>
          </ac:spMkLst>
        </pc:spChg>
        <pc:spChg chg="mod">
          <ac:chgData name="Ogburn, Sarah E" userId="c40d2df0-46c9-4be9-b5a6-5c158e399904" providerId="ADAL" clId="{C5195634-52A2-477F-AF85-38FA28E6BE2D}" dt="2024-06-14T21:41:26.282" v="296" actId="27636"/>
          <ac:spMkLst>
            <pc:docMk/>
            <pc:sldMk cId="4289575902" sldId="370"/>
            <ac:spMk id="9" creationId="{00000000-0000-0000-0000-000000000000}"/>
          </ac:spMkLst>
        </pc:spChg>
        <pc:spChg chg="mod">
          <ac:chgData name="Ogburn, Sarah E" userId="c40d2df0-46c9-4be9-b5a6-5c158e399904" providerId="ADAL" clId="{C5195634-52A2-477F-AF85-38FA28E6BE2D}" dt="2024-06-14T21:26:43.040" v="5"/>
          <ac:spMkLst>
            <pc:docMk/>
            <pc:sldMk cId="4289575902" sldId="370"/>
            <ac:spMk id="11" creationId="{00000000-0000-0000-0000-000000000000}"/>
          </ac:spMkLst>
        </pc:spChg>
        <pc:spChg chg="mod">
          <ac:chgData name="Ogburn, Sarah E" userId="c40d2df0-46c9-4be9-b5a6-5c158e399904" providerId="ADAL" clId="{C5195634-52A2-477F-AF85-38FA28E6BE2D}" dt="2024-06-14T21:26:43.040" v="5"/>
          <ac:spMkLst>
            <pc:docMk/>
            <pc:sldMk cId="4289575902" sldId="370"/>
            <ac:spMk id="12" creationId="{00000000-0000-0000-0000-000000000000}"/>
          </ac:spMkLst>
        </pc:spChg>
        <pc:spChg chg="mod">
          <ac:chgData name="Ogburn, Sarah E" userId="c40d2df0-46c9-4be9-b5a6-5c158e399904" providerId="ADAL" clId="{C5195634-52A2-477F-AF85-38FA28E6BE2D}" dt="2024-06-14T21:26:43.040" v="5"/>
          <ac:spMkLst>
            <pc:docMk/>
            <pc:sldMk cId="4289575902" sldId="370"/>
            <ac:spMk id="13" creationId="{00000000-0000-0000-0000-000000000000}"/>
          </ac:spMkLst>
        </pc:spChg>
        <pc:spChg chg="mod">
          <ac:chgData name="Ogburn, Sarah E" userId="c40d2df0-46c9-4be9-b5a6-5c158e399904" providerId="ADAL" clId="{C5195634-52A2-477F-AF85-38FA28E6BE2D}" dt="2024-06-14T21:26:43.040" v="5"/>
          <ac:spMkLst>
            <pc:docMk/>
            <pc:sldMk cId="4289575902" sldId="370"/>
            <ac:spMk id="14" creationId="{00000000-0000-0000-0000-000000000000}"/>
          </ac:spMkLst>
        </pc:spChg>
        <pc:spChg chg="mod">
          <ac:chgData name="Ogburn, Sarah E" userId="c40d2df0-46c9-4be9-b5a6-5c158e399904" providerId="ADAL" clId="{C5195634-52A2-477F-AF85-38FA28E6BE2D}" dt="2024-06-14T21:26:43.040" v="5"/>
          <ac:spMkLst>
            <pc:docMk/>
            <pc:sldMk cId="4289575902" sldId="370"/>
            <ac:spMk id="15" creationId="{00000000-0000-0000-0000-000000000000}"/>
          </ac:spMkLst>
        </pc:spChg>
        <pc:picChg chg="mod">
          <ac:chgData name="Ogburn, Sarah E" userId="c40d2df0-46c9-4be9-b5a6-5c158e399904" providerId="ADAL" clId="{C5195634-52A2-477F-AF85-38FA28E6BE2D}" dt="2024-06-14T21:26:43.040" v="5"/>
          <ac:picMkLst>
            <pc:docMk/>
            <pc:sldMk cId="4289575902" sldId="370"/>
            <ac:picMk id="10" creationId="{00000000-0000-0000-0000-000000000000}"/>
          </ac:picMkLst>
        </pc:picChg>
        <pc:cxnChg chg="mod">
          <ac:chgData name="Ogburn, Sarah E" userId="c40d2df0-46c9-4be9-b5a6-5c158e399904" providerId="ADAL" clId="{C5195634-52A2-477F-AF85-38FA28E6BE2D}" dt="2024-06-14T21:26:43.040" v="5"/>
          <ac:cxnSpMkLst>
            <pc:docMk/>
            <pc:sldMk cId="4289575902" sldId="370"/>
            <ac:cxnSpMk id="3" creationId="{00000000-0000-0000-0000-000000000000}"/>
          </ac:cxnSpMkLst>
        </pc:cxnChg>
      </pc:sldChg>
      <pc:sldChg chg="addSp modSp mod">
        <pc:chgData name="Ogburn, Sarah E" userId="c40d2df0-46c9-4be9-b5a6-5c158e399904" providerId="ADAL" clId="{C5195634-52A2-477F-AF85-38FA28E6BE2D}" dt="2024-06-14T21:45:43.892" v="358" actId="1076"/>
        <pc:sldMkLst>
          <pc:docMk/>
          <pc:sldMk cId="568408422" sldId="377"/>
        </pc:sldMkLst>
        <pc:spChg chg="mod ord">
          <ac:chgData name="Ogburn, Sarah E" userId="c40d2df0-46c9-4be9-b5a6-5c158e399904" providerId="ADAL" clId="{C5195634-52A2-477F-AF85-38FA28E6BE2D}" dt="2024-06-14T21:45:43.892" v="358" actId="1076"/>
          <ac:spMkLst>
            <pc:docMk/>
            <pc:sldMk cId="568408422" sldId="377"/>
            <ac:spMk id="3" creationId="{00000000-0000-0000-0000-000000000000}"/>
          </ac:spMkLst>
        </pc:spChg>
        <pc:spChg chg="mod">
          <ac:chgData name="Ogburn, Sarah E" userId="c40d2df0-46c9-4be9-b5a6-5c158e399904" providerId="ADAL" clId="{C5195634-52A2-477F-AF85-38FA28E6BE2D}" dt="2024-06-14T21:45:13.667" v="350"/>
          <ac:spMkLst>
            <pc:docMk/>
            <pc:sldMk cId="568408422" sldId="377"/>
            <ac:spMk id="4" creationId="{A13AD7BA-8037-26C0-1967-D75827D0CF94}"/>
          </ac:spMkLst>
        </pc:spChg>
        <pc:grpChg chg="add mod">
          <ac:chgData name="Ogburn, Sarah E" userId="c40d2df0-46c9-4be9-b5a6-5c158e399904" providerId="ADAL" clId="{C5195634-52A2-477F-AF85-38FA28E6BE2D}" dt="2024-06-14T21:45:13.667" v="350"/>
          <ac:grpSpMkLst>
            <pc:docMk/>
            <pc:sldMk cId="568408422" sldId="377"/>
            <ac:grpSpMk id="2" creationId="{80C1BAE9-89F9-0D15-0A18-6627EF60696C}"/>
          </ac:grpSpMkLst>
        </pc:grpChg>
        <pc:grpChg chg="mod">
          <ac:chgData name="Ogburn, Sarah E" userId="c40d2df0-46c9-4be9-b5a6-5c158e399904" providerId="ADAL" clId="{C5195634-52A2-477F-AF85-38FA28E6BE2D}" dt="2024-06-14T21:45:13.667" v="350"/>
          <ac:grpSpMkLst>
            <pc:docMk/>
            <pc:sldMk cId="568408422" sldId="377"/>
            <ac:grpSpMk id="5" creationId="{0E25B743-211E-1047-BBB6-88C224FC8E41}"/>
          </ac:grpSpMkLst>
        </pc:grpChg>
        <pc:picChg chg="mod">
          <ac:chgData name="Ogburn, Sarah E" userId="c40d2df0-46c9-4be9-b5a6-5c158e399904" providerId="ADAL" clId="{C5195634-52A2-477F-AF85-38FA28E6BE2D}" dt="2024-06-14T21:45:13.667" v="350"/>
          <ac:picMkLst>
            <pc:docMk/>
            <pc:sldMk cId="568408422" sldId="377"/>
            <ac:picMk id="6" creationId="{7B186519-F81A-1A3E-F38D-ACC0153D099A}"/>
          </ac:picMkLst>
        </pc:picChg>
        <pc:picChg chg="mod">
          <ac:chgData name="Ogburn, Sarah E" userId="c40d2df0-46c9-4be9-b5a6-5c158e399904" providerId="ADAL" clId="{C5195634-52A2-477F-AF85-38FA28E6BE2D}" dt="2024-06-14T21:45:13.667" v="350"/>
          <ac:picMkLst>
            <pc:docMk/>
            <pc:sldMk cId="568408422" sldId="377"/>
            <ac:picMk id="7" creationId="{25ACC721-864E-211D-41B6-B5AB10320F56}"/>
          </ac:picMkLst>
        </pc:picChg>
        <pc:picChg chg="mod">
          <ac:chgData name="Ogburn, Sarah E" userId="c40d2df0-46c9-4be9-b5a6-5c158e399904" providerId="ADAL" clId="{C5195634-52A2-477F-AF85-38FA28E6BE2D}" dt="2024-06-14T21:45:13.667" v="350"/>
          <ac:picMkLst>
            <pc:docMk/>
            <pc:sldMk cId="568408422" sldId="377"/>
            <ac:picMk id="8" creationId="{1B6D68BC-7442-752B-2BFC-F821C3BA6BDA}"/>
          </ac:picMkLst>
        </pc:picChg>
      </pc:sldChg>
      <pc:sldChg chg="addSp modSp mod">
        <pc:chgData name="Ogburn, Sarah E" userId="c40d2df0-46c9-4be9-b5a6-5c158e399904" providerId="ADAL" clId="{C5195634-52A2-477F-AF85-38FA28E6BE2D}" dt="2024-06-14T21:51:10.691" v="436" actId="403"/>
        <pc:sldMkLst>
          <pc:docMk/>
          <pc:sldMk cId="3081564659" sldId="379"/>
        </pc:sldMkLst>
        <pc:spChg chg="mod">
          <ac:chgData name="Ogburn, Sarah E" userId="c40d2df0-46c9-4be9-b5a6-5c158e399904" providerId="ADAL" clId="{C5195634-52A2-477F-AF85-38FA28E6BE2D}" dt="2024-06-14T21:46:35.023" v="370" actId="1076"/>
          <ac:spMkLst>
            <pc:docMk/>
            <pc:sldMk cId="3081564659" sldId="379"/>
            <ac:spMk id="2" creationId="{00000000-0000-0000-0000-000000000000}"/>
          </ac:spMkLst>
        </pc:spChg>
        <pc:spChg chg="mod">
          <ac:chgData name="Ogburn, Sarah E" userId="c40d2df0-46c9-4be9-b5a6-5c158e399904" providerId="ADAL" clId="{C5195634-52A2-477F-AF85-38FA28E6BE2D}" dt="2024-06-14T21:51:10.691" v="436" actId="403"/>
          <ac:spMkLst>
            <pc:docMk/>
            <pc:sldMk cId="3081564659" sldId="379"/>
            <ac:spMk id="4" creationId="{00000000-0000-0000-0000-000000000000}"/>
          </ac:spMkLst>
        </pc:spChg>
        <pc:spChg chg="mod">
          <ac:chgData name="Ogburn, Sarah E" userId="c40d2df0-46c9-4be9-b5a6-5c158e399904" providerId="ADAL" clId="{C5195634-52A2-477F-AF85-38FA28E6BE2D}" dt="2024-06-14T21:46:32.019" v="369"/>
          <ac:spMkLst>
            <pc:docMk/>
            <pc:sldMk cId="3081564659" sldId="379"/>
            <ac:spMk id="5" creationId="{04383101-A991-3737-CCDC-B9FCD663634E}"/>
          </ac:spMkLst>
        </pc:spChg>
        <pc:grpChg chg="add mod">
          <ac:chgData name="Ogburn, Sarah E" userId="c40d2df0-46c9-4be9-b5a6-5c158e399904" providerId="ADAL" clId="{C5195634-52A2-477F-AF85-38FA28E6BE2D}" dt="2024-06-14T21:46:32.019" v="369"/>
          <ac:grpSpMkLst>
            <pc:docMk/>
            <pc:sldMk cId="3081564659" sldId="379"/>
            <ac:grpSpMk id="3" creationId="{807982E5-D254-E534-46EC-424F4F43A5F1}"/>
          </ac:grpSpMkLst>
        </pc:grpChg>
        <pc:grpChg chg="mod">
          <ac:chgData name="Ogburn, Sarah E" userId="c40d2df0-46c9-4be9-b5a6-5c158e399904" providerId="ADAL" clId="{C5195634-52A2-477F-AF85-38FA28E6BE2D}" dt="2024-06-14T21:46:32.019" v="369"/>
          <ac:grpSpMkLst>
            <pc:docMk/>
            <pc:sldMk cId="3081564659" sldId="379"/>
            <ac:grpSpMk id="6" creationId="{82F71403-6E1D-1322-663F-190BE800BAFE}"/>
          </ac:grpSpMkLst>
        </pc:grpChg>
        <pc:picChg chg="mod">
          <ac:chgData name="Ogburn, Sarah E" userId="c40d2df0-46c9-4be9-b5a6-5c158e399904" providerId="ADAL" clId="{C5195634-52A2-477F-AF85-38FA28E6BE2D}" dt="2024-06-14T21:46:32.019" v="369"/>
          <ac:picMkLst>
            <pc:docMk/>
            <pc:sldMk cId="3081564659" sldId="379"/>
            <ac:picMk id="7" creationId="{A1D7BC74-173C-0D8F-ADF3-A747F311F7FF}"/>
          </ac:picMkLst>
        </pc:picChg>
        <pc:picChg chg="mod">
          <ac:chgData name="Ogburn, Sarah E" userId="c40d2df0-46c9-4be9-b5a6-5c158e399904" providerId="ADAL" clId="{C5195634-52A2-477F-AF85-38FA28E6BE2D}" dt="2024-06-14T21:46:32.019" v="369"/>
          <ac:picMkLst>
            <pc:docMk/>
            <pc:sldMk cId="3081564659" sldId="379"/>
            <ac:picMk id="8" creationId="{68D9EFED-2959-141B-F23A-C6857D04F32D}"/>
          </ac:picMkLst>
        </pc:picChg>
        <pc:picChg chg="mod">
          <ac:chgData name="Ogburn, Sarah E" userId="c40d2df0-46c9-4be9-b5a6-5c158e399904" providerId="ADAL" clId="{C5195634-52A2-477F-AF85-38FA28E6BE2D}" dt="2024-06-14T21:46:32.019" v="369"/>
          <ac:picMkLst>
            <pc:docMk/>
            <pc:sldMk cId="3081564659" sldId="379"/>
            <ac:picMk id="9" creationId="{717B83CD-3932-AC42-A4D3-ED03754E1D48}"/>
          </ac:picMkLst>
        </pc:picChg>
        <pc:picChg chg="mod">
          <ac:chgData name="Ogburn, Sarah E" userId="c40d2df0-46c9-4be9-b5a6-5c158e399904" providerId="ADAL" clId="{C5195634-52A2-477F-AF85-38FA28E6BE2D}" dt="2024-06-14T21:46:54.207" v="377" actId="1076"/>
          <ac:picMkLst>
            <pc:docMk/>
            <pc:sldMk cId="3081564659" sldId="379"/>
            <ac:picMk id="27" creationId="{00000000-0000-0000-0000-000000000000}"/>
          </ac:picMkLst>
        </pc:picChg>
        <pc:picChg chg="mod">
          <ac:chgData name="Ogburn, Sarah E" userId="c40d2df0-46c9-4be9-b5a6-5c158e399904" providerId="ADAL" clId="{C5195634-52A2-477F-AF85-38FA28E6BE2D}" dt="2024-06-14T21:46:53.738" v="376" actId="1076"/>
          <ac:picMkLst>
            <pc:docMk/>
            <pc:sldMk cId="3081564659" sldId="379"/>
            <ac:picMk id="31" creationId="{00000000-0000-0000-0000-000000000000}"/>
          </ac:picMkLst>
        </pc:picChg>
      </pc:sldChg>
      <pc:sldChg chg="addSp modSp mod">
        <pc:chgData name="Ogburn, Sarah E" userId="c40d2df0-46c9-4be9-b5a6-5c158e399904" providerId="ADAL" clId="{C5195634-52A2-477F-AF85-38FA28E6BE2D}" dt="2024-06-14T21:39:59.969" v="286" actId="14100"/>
        <pc:sldMkLst>
          <pc:docMk/>
          <pc:sldMk cId="1025443483" sldId="383"/>
        </pc:sldMkLst>
        <pc:spChg chg="mod">
          <ac:chgData name="Ogburn, Sarah E" userId="c40d2df0-46c9-4be9-b5a6-5c158e399904" providerId="ADAL" clId="{C5195634-52A2-477F-AF85-38FA28E6BE2D}" dt="2024-06-14T21:39:09.246" v="278"/>
          <ac:spMkLst>
            <pc:docMk/>
            <pc:sldMk cId="1025443483" sldId="383"/>
            <ac:spMk id="3" creationId="{270D1AFE-C448-92EE-DE11-77C16D86913A}"/>
          </ac:spMkLst>
        </pc:spChg>
        <pc:spChg chg="mod">
          <ac:chgData name="Ogburn, Sarah E" userId="c40d2df0-46c9-4be9-b5a6-5c158e399904" providerId="ADAL" clId="{C5195634-52A2-477F-AF85-38FA28E6BE2D}" dt="2024-06-14T21:39:45.279" v="279" actId="1076"/>
          <ac:spMkLst>
            <pc:docMk/>
            <pc:sldMk cId="1025443483" sldId="383"/>
            <ac:spMk id="9" creationId="{00000000-0000-0000-0000-000000000000}"/>
          </ac:spMkLst>
        </pc:spChg>
        <pc:spChg chg="add mod">
          <ac:chgData name="Ogburn, Sarah E" userId="c40d2df0-46c9-4be9-b5a6-5c158e399904" providerId="ADAL" clId="{C5195634-52A2-477F-AF85-38FA28E6BE2D}" dt="2024-06-14T21:39:59.969" v="286" actId="14100"/>
          <ac:spMkLst>
            <pc:docMk/>
            <pc:sldMk cId="1025443483" sldId="383"/>
            <ac:spMk id="11" creationId="{78E5551B-4E86-7023-3A01-64F5397BCD54}"/>
          </ac:spMkLst>
        </pc:spChg>
        <pc:grpChg chg="add mod">
          <ac:chgData name="Ogburn, Sarah E" userId="c40d2df0-46c9-4be9-b5a6-5c158e399904" providerId="ADAL" clId="{C5195634-52A2-477F-AF85-38FA28E6BE2D}" dt="2024-06-14T21:39:09.246" v="278"/>
          <ac:grpSpMkLst>
            <pc:docMk/>
            <pc:sldMk cId="1025443483" sldId="383"/>
            <ac:grpSpMk id="2" creationId="{EECE04BD-2EC1-549C-D5C1-1C4DC209ECF1}"/>
          </ac:grpSpMkLst>
        </pc:grpChg>
        <pc:grpChg chg="mod">
          <ac:chgData name="Ogburn, Sarah E" userId="c40d2df0-46c9-4be9-b5a6-5c158e399904" providerId="ADAL" clId="{C5195634-52A2-477F-AF85-38FA28E6BE2D}" dt="2024-06-14T21:39:09.246" v="278"/>
          <ac:grpSpMkLst>
            <pc:docMk/>
            <pc:sldMk cId="1025443483" sldId="383"/>
            <ac:grpSpMk id="4" creationId="{44D5E0CB-07FA-D06A-4121-F89E5F741C1D}"/>
          </ac:grpSpMkLst>
        </pc:grpChg>
        <pc:picChg chg="mod">
          <ac:chgData name="Ogburn, Sarah E" userId="c40d2df0-46c9-4be9-b5a6-5c158e399904" providerId="ADAL" clId="{C5195634-52A2-477F-AF85-38FA28E6BE2D}" dt="2024-06-14T21:39:09.246" v="278"/>
          <ac:picMkLst>
            <pc:docMk/>
            <pc:sldMk cId="1025443483" sldId="383"/>
            <ac:picMk id="5" creationId="{D5730ED5-493F-5881-7344-6D522B37D59E}"/>
          </ac:picMkLst>
        </pc:picChg>
        <pc:picChg chg="mod">
          <ac:chgData name="Ogburn, Sarah E" userId="c40d2df0-46c9-4be9-b5a6-5c158e399904" providerId="ADAL" clId="{C5195634-52A2-477F-AF85-38FA28E6BE2D}" dt="2024-06-14T21:39:09.246" v="278"/>
          <ac:picMkLst>
            <pc:docMk/>
            <pc:sldMk cId="1025443483" sldId="383"/>
            <ac:picMk id="6" creationId="{59AF92F0-2A4C-8917-FA2D-17ECEAD00F2E}"/>
          </ac:picMkLst>
        </pc:picChg>
        <pc:picChg chg="mod">
          <ac:chgData name="Ogburn, Sarah E" userId="c40d2df0-46c9-4be9-b5a6-5c158e399904" providerId="ADAL" clId="{C5195634-52A2-477F-AF85-38FA28E6BE2D}" dt="2024-06-14T21:39:09.246" v="278"/>
          <ac:picMkLst>
            <pc:docMk/>
            <pc:sldMk cId="1025443483" sldId="383"/>
            <ac:picMk id="7" creationId="{005737CE-6D37-8655-6850-C3223C35FAF3}"/>
          </ac:picMkLst>
        </pc:picChg>
        <pc:picChg chg="mod">
          <ac:chgData name="Ogburn, Sarah E" userId="c40d2df0-46c9-4be9-b5a6-5c158e399904" providerId="ADAL" clId="{C5195634-52A2-477F-AF85-38FA28E6BE2D}" dt="2024-06-14T21:39:45.279" v="279" actId="1076"/>
          <ac:picMkLst>
            <pc:docMk/>
            <pc:sldMk cId="1025443483" sldId="383"/>
            <ac:picMk id="8" creationId="{00000000-0000-0000-0000-000000000000}"/>
          </ac:picMkLst>
        </pc:picChg>
        <pc:picChg chg="add mod">
          <ac:chgData name="Ogburn, Sarah E" userId="c40d2df0-46c9-4be9-b5a6-5c158e399904" providerId="ADAL" clId="{C5195634-52A2-477F-AF85-38FA28E6BE2D}" dt="2024-06-14T21:39:49.773" v="282" actId="14100"/>
          <ac:picMkLst>
            <pc:docMk/>
            <pc:sldMk cId="1025443483" sldId="383"/>
            <ac:picMk id="10" creationId="{385DF0C8-07FA-4440-D415-A6C1DE9D9429}"/>
          </ac:picMkLst>
        </pc:picChg>
      </pc:sldChg>
      <pc:sldChg chg="modSp">
        <pc:chgData name="Ogburn, Sarah E" userId="c40d2df0-46c9-4be9-b5a6-5c158e399904" providerId="ADAL" clId="{C5195634-52A2-477F-AF85-38FA28E6BE2D}" dt="2024-06-14T21:26:43.040" v="5"/>
        <pc:sldMkLst>
          <pc:docMk/>
          <pc:sldMk cId="3826880952" sldId="386"/>
        </pc:sldMkLst>
        <pc:picChg chg="mod">
          <ac:chgData name="Ogburn, Sarah E" userId="c40d2df0-46c9-4be9-b5a6-5c158e399904" providerId="ADAL" clId="{C5195634-52A2-477F-AF85-38FA28E6BE2D}" dt="2024-06-14T21:26:43.040" v="5"/>
          <ac:picMkLst>
            <pc:docMk/>
            <pc:sldMk cId="3826880952" sldId="386"/>
            <ac:picMk id="2" creationId="{00000000-0000-0000-0000-000000000000}"/>
          </ac:picMkLst>
        </pc:picChg>
      </pc:sldChg>
      <pc:sldChg chg="addSp delSp modSp mod modNotes">
        <pc:chgData name="Ogburn, Sarah E" userId="c40d2df0-46c9-4be9-b5a6-5c158e399904" providerId="ADAL" clId="{C5195634-52A2-477F-AF85-38FA28E6BE2D}" dt="2024-06-14T21:31:23.776" v="98" actId="14100"/>
        <pc:sldMkLst>
          <pc:docMk/>
          <pc:sldMk cId="3993329882" sldId="388"/>
        </pc:sldMkLst>
        <pc:spChg chg="del mod">
          <ac:chgData name="Ogburn, Sarah E" userId="c40d2df0-46c9-4be9-b5a6-5c158e399904" providerId="ADAL" clId="{C5195634-52A2-477F-AF85-38FA28E6BE2D}" dt="2024-06-14T21:31:11.660" v="94" actId="478"/>
          <ac:spMkLst>
            <pc:docMk/>
            <pc:sldMk cId="3993329882" sldId="388"/>
            <ac:spMk id="2" creationId="{00000000-0000-0000-0000-000000000000}"/>
          </ac:spMkLst>
        </pc:spChg>
        <pc:spChg chg="mod">
          <ac:chgData name="Ogburn, Sarah E" userId="c40d2df0-46c9-4be9-b5a6-5c158e399904" providerId="ADAL" clId="{C5195634-52A2-477F-AF85-38FA28E6BE2D}" dt="2024-06-14T21:26:43.040" v="5"/>
          <ac:spMkLst>
            <pc:docMk/>
            <pc:sldMk cId="3993329882" sldId="388"/>
            <ac:spMk id="4" creationId="{00000000-0000-0000-0000-000000000000}"/>
          </ac:spMkLst>
        </pc:spChg>
        <pc:spChg chg="mod">
          <ac:chgData name="Ogburn, Sarah E" userId="c40d2df0-46c9-4be9-b5a6-5c158e399904" providerId="ADAL" clId="{C5195634-52A2-477F-AF85-38FA28E6BE2D}" dt="2024-06-14T21:30:34.545" v="80"/>
          <ac:spMkLst>
            <pc:docMk/>
            <pc:sldMk cId="3993329882" sldId="388"/>
            <ac:spMk id="6" creationId="{BD7AEA62-8294-F81E-5D82-CE9DA6ADA977}"/>
          </ac:spMkLst>
        </pc:spChg>
        <pc:spChg chg="mod">
          <ac:chgData name="Ogburn, Sarah E" userId="c40d2df0-46c9-4be9-b5a6-5c158e399904" providerId="ADAL" clId="{C5195634-52A2-477F-AF85-38FA28E6BE2D}" dt="2024-06-14T21:31:09.067" v="92" actId="403"/>
          <ac:spMkLst>
            <pc:docMk/>
            <pc:sldMk cId="3993329882" sldId="388"/>
            <ac:spMk id="7" creationId="{00000000-0000-0000-0000-000000000000}"/>
          </ac:spMkLst>
        </pc:spChg>
        <pc:spChg chg="mod">
          <ac:chgData name="Ogburn, Sarah E" userId="c40d2df0-46c9-4be9-b5a6-5c158e399904" providerId="ADAL" clId="{C5195634-52A2-477F-AF85-38FA28E6BE2D}" dt="2024-06-14T21:26:43.040" v="5"/>
          <ac:spMkLst>
            <pc:docMk/>
            <pc:sldMk cId="3993329882" sldId="388"/>
            <ac:spMk id="12" creationId="{00000000-0000-0000-0000-000000000000}"/>
          </ac:spMkLst>
        </pc:spChg>
        <pc:spChg chg="add del mod">
          <ac:chgData name="Ogburn, Sarah E" userId="c40d2df0-46c9-4be9-b5a6-5c158e399904" providerId="ADAL" clId="{C5195634-52A2-477F-AF85-38FA28E6BE2D}" dt="2024-06-14T21:31:13.362" v="95" actId="478"/>
          <ac:spMkLst>
            <pc:docMk/>
            <pc:sldMk cId="3993329882" sldId="388"/>
            <ac:spMk id="14" creationId="{C135A504-83A3-5CD2-D3EB-E56ACB6FB927}"/>
          </ac:spMkLst>
        </pc:spChg>
        <pc:spChg chg="add mod">
          <ac:chgData name="Ogburn, Sarah E" userId="c40d2df0-46c9-4be9-b5a6-5c158e399904" providerId="ADAL" clId="{C5195634-52A2-477F-AF85-38FA28E6BE2D}" dt="2024-06-14T21:31:19.172" v="96"/>
          <ac:spMkLst>
            <pc:docMk/>
            <pc:sldMk cId="3993329882" sldId="388"/>
            <ac:spMk id="15" creationId="{3C6FD1F1-711D-3405-55C1-7A459BC63D29}"/>
          </ac:spMkLst>
        </pc:spChg>
        <pc:spChg chg="mod">
          <ac:chgData name="Ogburn, Sarah E" userId="c40d2df0-46c9-4be9-b5a6-5c158e399904" providerId="ADAL" clId="{C5195634-52A2-477F-AF85-38FA28E6BE2D}" dt="2024-06-14T21:26:43.040" v="5"/>
          <ac:spMkLst>
            <pc:docMk/>
            <pc:sldMk cId="3993329882" sldId="388"/>
            <ac:spMk id="16" creationId="{00000000-0000-0000-0000-000000000000}"/>
          </ac:spMkLst>
        </pc:spChg>
        <pc:spChg chg="mod">
          <ac:chgData name="Ogburn, Sarah E" userId="c40d2df0-46c9-4be9-b5a6-5c158e399904" providerId="ADAL" clId="{C5195634-52A2-477F-AF85-38FA28E6BE2D}" dt="2024-06-14T21:26:43.040" v="5"/>
          <ac:spMkLst>
            <pc:docMk/>
            <pc:sldMk cId="3993329882" sldId="388"/>
            <ac:spMk id="17" creationId="{00000000-0000-0000-0000-000000000000}"/>
          </ac:spMkLst>
        </pc:spChg>
        <pc:grpChg chg="add mod">
          <ac:chgData name="Ogburn, Sarah E" userId="c40d2df0-46c9-4be9-b5a6-5c158e399904" providerId="ADAL" clId="{C5195634-52A2-477F-AF85-38FA28E6BE2D}" dt="2024-06-14T21:30:34.545" v="80"/>
          <ac:grpSpMkLst>
            <pc:docMk/>
            <pc:sldMk cId="3993329882" sldId="388"/>
            <ac:grpSpMk id="3" creationId="{646B7B02-0CBF-B7C9-7E5B-921C9DBC9C08}"/>
          </ac:grpSpMkLst>
        </pc:grpChg>
        <pc:grpChg chg="mod">
          <ac:chgData name="Ogburn, Sarah E" userId="c40d2df0-46c9-4be9-b5a6-5c158e399904" providerId="ADAL" clId="{C5195634-52A2-477F-AF85-38FA28E6BE2D}" dt="2024-06-14T21:30:34.545" v="80"/>
          <ac:grpSpMkLst>
            <pc:docMk/>
            <pc:sldMk cId="3993329882" sldId="388"/>
            <ac:grpSpMk id="8" creationId="{7ABE5A67-5A22-994F-DB68-BF1FC5A40533}"/>
          </ac:grpSpMkLst>
        </pc:grpChg>
        <pc:picChg chg="mod">
          <ac:chgData name="Ogburn, Sarah E" userId="c40d2df0-46c9-4be9-b5a6-5c158e399904" providerId="ADAL" clId="{C5195634-52A2-477F-AF85-38FA28E6BE2D}" dt="2024-06-14T21:31:23.776" v="98" actId="14100"/>
          <ac:picMkLst>
            <pc:docMk/>
            <pc:sldMk cId="3993329882" sldId="388"/>
            <ac:picMk id="5" creationId="{00000000-0000-0000-0000-000000000000}"/>
          </ac:picMkLst>
        </pc:picChg>
        <pc:picChg chg="mod">
          <ac:chgData name="Ogburn, Sarah E" userId="c40d2df0-46c9-4be9-b5a6-5c158e399904" providerId="ADAL" clId="{C5195634-52A2-477F-AF85-38FA28E6BE2D}" dt="2024-06-14T21:30:34.545" v="80"/>
          <ac:picMkLst>
            <pc:docMk/>
            <pc:sldMk cId="3993329882" sldId="388"/>
            <ac:picMk id="9" creationId="{E4712195-7B4A-863C-4890-56E0BD17C325}"/>
          </ac:picMkLst>
        </pc:picChg>
        <pc:picChg chg="mod">
          <ac:chgData name="Ogburn, Sarah E" userId="c40d2df0-46c9-4be9-b5a6-5c158e399904" providerId="ADAL" clId="{C5195634-52A2-477F-AF85-38FA28E6BE2D}" dt="2024-06-14T21:30:34.545" v="80"/>
          <ac:picMkLst>
            <pc:docMk/>
            <pc:sldMk cId="3993329882" sldId="388"/>
            <ac:picMk id="10" creationId="{F8AAE6F8-9DB3-1691-E786-216010DD7139}"/>
          </ac:picMkLst>
        </pc:picChg>
        <pc:picChg chg="mod">
          <ac:chgData name="Ogburn, Sarah E" userId="c40d2df0-46c9-4be9-b5a6-5c158e399904" providerId="ADAL" clId="{C5195634-52A2-477F-AF85-38FA28E6BE2D}" dt="2024-06-14T21:30:34.545" v="80"/>
          <ac:picMkLst>
            <pc:docMk/>
            <pc:sldMk cId="3993329882" sldId="388"/>
            <ac:picMk id="11" creationId="{29084282-C806-E4F4-8F9E-0CA0990A1E6C}"/>
          </ac:picMkLst>
        </pc:picChg>
      </pc:sldChg>
      <pc:sldChg chg="addSp delSp modSp mod modNotes">
        <pc:chgData name="Ogburn, Sarah E" userId="c40d2df0-46c9-4be9-b5a6-5c158e399904" providerId="ADAL" clId="{C5195634-52A2-477F-AF85-38FA28E6BE2D}" dt="2024-06-14T21:31:50.321" v="106"/>
        <pc:sldMkLst>
          <pc:docMk/>
          <pc:sldMk cId="88903146" sldId="389"/>
        </pc:sldMkLst>
        <pc:spChg chg="del mod">
          <ac:chgData name="Ogburn, Sarah E" userId="c40d2df0-46c9-4be9-b5a6-5c158e399904" providerId="ADAL" clId="{C5195634-52A2-477F-AF85-38FA28E6BE2D}" dt="2024-06-14T21:31:48.005" v="104" actId="478"/>
          <ac:spMkLst>
            <pc:docMk/>
            <pc:sldMk cId="88903146" sldId="389"/>
            <ac:spMk id="2" creationId="{00000000-0000-0000-0000-000000000000}"/>
          </ac:spMkLst>
        </pc:spChg>
        <pc:spChg chg="mod">
          <ac:chgData name="Ogburn, Sarah E" userId="c40d2df0-46c9-4be9-b5a6-5c158e399904" providerId="ADAL" clId="{C5195634-52A2-477F-AF85-38FA28E6BE2D}" dt="2024-06-14T21:30:36.558" v="81"/>
          <ac:spMkLst>
            <pc:docMk/>
            <pc:sldMk cId="88903146" sldId="389"/>
            <ac:spMk id="4" creationId="{D4671236-07F2-5310-4B5E-9A50F639CCB7}"/>
          </ac:spMkLst>
        </pc:spChg>
        <pc:spChg chg="del mod">
          <ac:chgData name="Ogburn, Sarah E" userId="c40d2df0-46c9-4be9-b5a6-5c158e399904" providerId="ADAL" clId="{C5195634-52A2-477F-AF85-38FA28E6BE2D}" dt="2024-06-14T21:31:43.480" v="102" actId="478"/>
          <ac:spMkLst>
            <pc:docMk/>
            <pc:sldMk cId="88903146" sldId="389"/>
            <ac:spMk id="7" creationId="{00000000-0000-0000-0000-000000000000}"/>
          </ac:spMkLst>
        </pc:spChg>
        <pc:spChg chg="mod">
          <ac:chgData name="Ogburn, Sarah E" userId="c40d2df0-46c9-4be9-b5a6-5c158e399904" providerId="ADAL" clId="{C5195634-52A2-477F-AF85-38FA28E6BE2D}" dt="2024-06-14T21:26:43.040" v="5"/>
          <ac:spMkLst>
            <pc:docMk/>
            <pc:sldMk cId="88903146" sldId="389"/>
            <ac:spMk id="12" creationId="{00000000-0000-0000-0000-000000000000}"/>
          </ac:spMkLst>
        </pc:spChg>
        <pc:spChg chg="add del mod">
          <ac:chgData name="Ogburn, Sarah E" userId="c40d2df0-46c9-4be9-b5a6-5c158e399904" providerId="ADAL" clId="{C5195634-52A2-477F-AF85-38FA28E6BE2D}" dt="2024-06-14T21:31:45.996" v="103" actId="478"/>
          <ac:spMkLst>
            <pc:docMk/>
            <pc:sldMk cId="88903146" sldId="389"/>
            <ac:spMk id="13" creationId="{A7088BC7-21E9-A782-1D73-170B264B57D6}"/>
          </ac:spMkLst>
        </pc:spChg>
        <pc:spChg chg="add del mod">
          <ac:chgData name="Ogburn, Sarah E" userId="c40d2df0-46c9-4be9-b5a6-5c158e399904" providerId="ADAL" clId="{C5195634-52A2-477F-AF85-38FA28E6BE2D}" dt="2024-06-14T21:31:49.919" v="105" actId="478"/>
          <ac:spMkLst>
            <pc:docMk/>
            <pc:sldMk cId="88903146" sldId="389"/>
            <ac:spMk id="15" creationId="{A5D1D474-C8DF-D526-D901-DC489EA27571}"/>
          </ac:spMkLst>
        </pc:spChg>
        <pc:spChg chg="mod">
          <ac:chgData name="Ogburn, Sarah E" userId="c40d2df0-46c9-4be9-b5a6-5c158e399904" providerId="ADAL" clId="{C5195634-52A2-477F-AF85-38FA28E6BE2D}" dt="2024-06-14T21:26:43.040" v="5"/>
          <ac:spMkLst>
            <pc:docMk/>
            <pc:sldMk cId="88903146" sldId="389"/>
            <ac:spMk id="16" creationId="{00000000-0000-0000-0000-000000000000}"/>
          </ac:spMkLst>
        </pc:spChg>
        <pc:spChg chg="mod">
          <ac:chgData name="Ogburn, Sarah E" userId="c40d2df0-46c9-4be9-b5a6-5c158e399904" providerId="ADAL" clId="{C5195634-52A2-477F-AF85-38FA28E6BE2D}" dt="2024-06-14T21:26:43.040" v="5"/>
          <ac:spMkLst>
            <pc:docMk/>
            <pc:sldMk cId="88903146" sldId="389"/>
            <ac:spMk id="17" creationId="{00000000-0000-0000-0000-000000000000}"/>
          </ac:spMkLst>
        </pc:spChg>
        <pc:spChg chg="add mod">
          <ac:chgData name="Ogburn, Sarah E" userId="c40d2df0-46c9-4be9-b5a6-5c158e399904" providerId="ADAL" clId="{C5195634-52A2-477F-AF85-38FA28E6BE2D}" dt="2024-06-14T21:31:50.321" v="106"/>
          <ac:spMkLst>
            <pc:docMk/>
            <pc:sldMk cId="88903146" sldId="389"/>
            <ac:spMk id="18" creationId="{C366EBDB-7188-9EE1-54C5-087339351EA9}"/>
          </ac:spMkLst>
        </pc:spChg>
        <pc:spChg chg="add mod">
          <ac:chgData name="Ogburn, Sarah E" userId="c40d2df0-46c9-4be9-b5a6-5c158e399904" providerId="ADAL" clId="{C5195634-52A2-477F-AF85-38FA28E6BE2D}" dt="2024-06-14T21:31:50.321" v="106"/>
          <ac:spMkLst>
            <pc:docMk/>
            <pc:sldMk cId="88903146" sldId="389"/>
            <ac:spMk id="19" creationId="{02BA2874-F82B-DC11-BE73-8E8D11CCB584}"/>
          </ac:spMkLst>
        </pc:spChg>
        <pc:grpChg chg="add mod">
          <ac:chgData name="Ogburn, Sarah E" userId="c40d2df0-46c9-4be9-b5a6-5c158e399904" providerId="ADAL" clId="{C5195634-52A2-477F-AF85-38FA28E6BE2D}" dt="2024-06-14T21:30:36.558" v="81"/>
          <ac:grpSpMkLst>
            <pc:docMk/>
            <pc:sldMk cId="88903146" sldId="389"/>
            <ac:grpSpMk id="3" creationId="{5CFABD8E-62E5-4675-40B5-FDC2B143C069}"/>
          </ac:grpSpMkLst>
        </pc:grpChg>
        <pc:grpChg chg="mod">
          <ac:chgData name="Ogburn, Sarah E" userId="c40d2df0-46c9-4be9-b5a6-5c158e399904" providerId="ADAL" clId="{C5195634-52A2-477F-AF85-38FA28E6BE2D}" dt="2024-06-14T21:30:36.558" v="81"/>
          <ac:grpSpMkLst>
            <pc:docMk/>
            <pc:sldMk cId="88903146" sldId="389"/>
            <ac:grpSpMk id="5" creationId="{864ED42C-57A5-1D28-74F2-CEBBDEAAEF10}"/>
          </ac:grpSpMkLst>
        </pc:grpChg>
        <pc:picChg chg="mod">
          <ac:chgData name="Ogburn, Sarah E" userId="c40d2df0-46c9-4be9-b5a6-5c158e399904" providerId="ADAL" clId="{C5195634-52A2-477F-AF85-38FA28E6BE2D}" dt="2024-06-14T21:30:36.558" v="81"/>
          <ac:picMkLst>
            <pc:docMk/>
            <pc:sldMk cId="88903146" sldId="389"/>
            <ac:picMk id="6" creationId="{A572ED95-B860-F1AB-AB7E-6EBAB07B1FFF}"/>
          </ac:picMkLst>
        </pc:picChg>
        <pc:picChg chg="mod">
          <ac:chgData name="Ogburn, Sarah E" userId="c40d2df0-46c9-4be9-b5a6-5c158e399904" providerId="ADAL" clId="{C5195634-52A2-477F-AF85-38FA28E6BE2D}" dt="2024-06-14T21:30:36.558" v="81"/>
          <ac:picMkLst>
            <pc:docMk/>
            <pc:sldMk cId="88903146" sldId="389"/>
            <ac:picMk id="8" creationId="{CAE5AB87-566E-1E7E-E2CD-2996DA5B30EE}"/>
          </ac:picMkLst>
        </pc:picChg>
        <pc:picChg chg="mod">
          <ac:chgData name="Ogburn, Sarah E" userId="c40d2df0-46c9-4be9-b5a6-5c158e399904" providerId="ADAL" clId="{C5195634-52A2-477F-AF85-38FA28E6BE2D}" dt="2024-06-14T21:31:34.109" v="101" actId="1076"/>
          <ac:picMkLst>
            <pc:docMk/>
            <pc:sldMk cId="88903146" sldId="389"/>
            <ac:picMk id="9" creationId="{00000000-0000-0000-0000-000000000000}"/>
          </ac:picMkLst>
        </pc:picChg>
        <pc:picChg chg="mod">
          <ac:chgData name="Ogburn, Sarah E" userId="c40d2df0-46c9-4be9-b5a6-5c158e399904" providerId="ADAL" clId="{C5195634-52A2-477F-AF85-38FA28E6BE2D}" dt="2024-06-14T21:30:36.558" v="81"/>
          <ac:picMkLst>
            <pc:docMk/>
            <pc:sldMk cId="88903146" sldId="389"/>
            <ac:picMk id="10" creationId="{4F143282-224C-5661-D77E-D9D72E46A790}"/>
          </ac:picMkLst>
        </pc:picChg>
      </pc:sldChg>
      <pc:sldChg chg="addSp modSp mod setBg">
        <pc:chgData name="Ogburn, Sarah E" userId="c40d2df0-46c9-4be9-b5a6-5c158e399904" providerId="ADAL" clId="{C5195634-52A2-477F-AF85-38FA28E6BE2D}" dt="2024-06-14T21:37:47.645" v="254" actId="1076"/>
        <pc:sldMkLst>
          <pc:docMk/>
          <pc:sldMk cId="4161031476" sldId="391"/>
        </pc:sldMkLst>
        <pc:spChg chg="mod">
          <ac:chgData name="Ogburn, Sarah E" userId="c40d2df0-46c9-4be9-b5a6-5c158e399904" providerId="ADAL" clId="{C5195634-52A2-477F-AF85-38FA28E6BE2D}" dt="2024-06-14T21:26:43.040" v="5"/>
          <ac:spMkLst>
            <pc:docMk/>
            <pc:sldMk cId="4161031476" sldId="391"/>
            <ac:spMk id="2" creationId="{00000000-0000-0000-0000-000000000000}"/>
          </ac:spMkLst>
        </pc:spChg>
        <pc:spChg chg="mod">
          <ac:chgData name="Ogburn, Sarah E" userId="c40d2df0-46c9-4be9-b5a6-5c158e399904" providerId="ADAL" clId="{C5195634-52A2-477F-AF85-38FA28E6BE2D}" dt="2024-06-14T21:37:29.307" v="252"/>
          <ac:spMkLst>
            <pc:docMk/>
            <pc:sldMk cId="4161031476" sldId="391"/>
            <ac:spMk id="5" creationId="{B1C334EC-6C11-046A-D5B2-54F17642FB40}"/>
          </ac:spMkLst>
        </pc:spChg>
        <pc:spChg chg="mod">
          <ac:chgData name="Ogburn, Sarah E" userId="c40d2df0-46c9-4be9-b5a6-5c158e399904" providerId="ADAL" clId="{C5195634-52A2-477F-AF85-38FA28E6BE2D}" dt="2024-06-14T21:26:43.040" v="5"/>
          <ac:spMkLst>
            <pc:docMk/>
            <pc:sldMk cId="4161031476" sldId="391"/>
            <ac:spMk id="6" creationId="{00000000-0000-0000-0000-000000000000}"/>
          </ac:spMkLst>
        </pc:spChg>
        <pc:spChg chg="mod">
          <ac:chgData name="Ogburn, Sarah E" userId="c40d2df0-46c9-4be9-b5a6-5c158e399904" providerId="ADAL" clId="{C5195634-52A2-477F-AF85-38FA28E6BE2D}" dt="2024-06-14T21:26:43.040" v="5"/>
          <ac:spMkLst>
            <pc:docMk/>
            <pc:sldMk cId="4161031476" sldId="391"/>
            <ac:spMk id="7" creationId="{00000000-0000-0000-0000-000000000000}"/>
          </ac:spMkLst>
        </pc:spChg>
        <pc:spChg chg="mod">
          <ac:chgData name="Ogburn, Sarah E" userId="c40d2df0-46c9-4be9-b5a6-5c158e399904" providerId="ADAL" clId="{C5195634-52A2-477F-AF85-38FA28E6BE2D}" dt="2024-06-14T21:26:43.040" v="5"/>
          <ac:spMkLst>
            <pc:docMk/>
            <pc:sldMk cId="4161031476" sldId="391"/>
            <ac:spMk id="8" creationId="{00000000-0000-0000-0000-000000000000}"/>
          </ac:spMkLst>
        </pc:spChg>
        <pc:grpChg chg="add mod">
          <ac:chgData name="Ogburn, Sarah E" userId="c40d2df0-46c9-4be9-b5a6-5c158e399904" providerId="ADAL" clId="{C5195634-52A2-477F-AF85-38FA28E6BE2D}" dt="2024-06-14T21:37:29.307" v="252"/>
          <ac:grpSpMkLst>
            <pc:docMk/>
            <pc:sldMk cId="4161031476" sldId="391"/>
            <ac:grpSpMk id="3" creationId="{E7D936B9-1BD9-C73A-7D79-3325ED19ECAD}"/>
          </ac:grpSpMkLst>
        </pc:grpChg>
        <pc:grpChg chg="mod">
          <ac:chgData name="Ogburn, Sarah E" userId="c40d2df0-46c9-4be9-b5a6-5c158e399904" providerId="ADAL" clId="{C5195634-52A2-477F-AF85-38FA28E6BE2D}" dt="2024-06-14T21:37:29.307" v="252"/>
          <ac:grpSpMkLst>
            <pc:docMk/>
            <pc:sldMk cId="4161031476" sldId="391"/>
            <ac:grpSpMk id="9" creationId="{9B533E52-7C99-9133-4C81-DFCA90BDE3B9}"/>
          </ac:grpSpMkLst>
        </pc:grpChg>
        <pc:graphicFrameChg chg="mod">
          <ac:chgData name="Ogburn, Sarah E" userId="c40d2df0-46c9-4be9-b5a6-5c158e399904" providerId="ADAL" clId="{C5195634-52A2-477F-AF85-38FA28E6BE2D}" dt="2024-06-14T21:37:47.645" v="254" actId="1076"/>
          <ac:graphicFrameMkLst>
            <pc:docMk/>
            <pc:sldMk cId="4161031476" sldId="391"/>
            <ac:graphicFrameMk id="4" creationId="{00000000-0000-0000-0000-000000000000}"/>
          </ac:graphicFrameMkLst>
        </pc:graphicFrameChg>
        <pc:picChg chg="mod">
          <ac:chgData name="Ogburn, Sarah E" userId="c40d2df0-46c9-4be9-b5a6-5c158e399904" providerId="ADAL" clId="{C5195634-52A2-477F-AF85-38FA28E6BE2D}" dt="2024-06-14T21:37:29.307" v="252"/>
          <ac:picMkLst>
            <pc:docMk/>
            <pc:sldMk cId="4161031476" sldId="391"/>
            <ac:picMk id="10" creationId="{03C4ED1D-F3D5-9F90-C54F-2EF0CA5F12CA}"/>
          </ac:picMkLst>
        </pc:picChg>
        <pc:picChg chg="mod">
          <ac:chgData name="Ogburn, Sarah E" userId="c40d2df0-46c9-4be9-b5a6-5c158e399904" providerId="ADAL" clId="{C5195634-52A2-477F-AF85-38FA28E6BE2D}" dt="2024-06-14T21:37:29.307" v="252"/>
          <ac:picMkLst>
            <pc:docMk/>
            <pc:sldMk cId="4161031476" sldId="391"/>
            <ac:picMk id="11" creationId="{32CE944C-43CD-CF56-FA2A-8FD2C0884644}"/>
          </ac:picMkLst>
        </pc:picChg>
        <pc:picChg chg="mod">
          <ac:chgData name="Ogburn, Sarah E" userId="c40d2df0-46c9-4be9-b5a6-5c158e399904" providerId="ADAL" clId="{C5195634-52A2-477F-AF85-38FA28E6BE2D}" dt="2024-06-14T21:37:29.307" v="252"/>
          <ac:picMkLst>
            <pc:docMk/>
            <pc:sldMk cId="4161031476" sldId="391"/>
            <ac:picMk id="12" creationId="{DEB16B3F-20EA-A782-D59E-D78BD2C8F103}"/>
          </ac:picMkLst>
        </pc:picChg>
      </pc:sldChg>
      <pc:sldChg chg="addSp modSp mod">
        <pc:chgData name="Ogburn, Sarah E" userId="c40d2df0-46c9-4be9-b5a6-5c158e399904" providerId="ADAL" clId="{C5195634-52A2-477F-AF85-38FA28E6BE2D}" dt="2024-06-14T21:43:34.772" v="332" actId="14100"/>
        <pc:sldMkLst>
          <pc:docMk/>
          <pc:sldMk cId="2487472782" sldId="392"/>
        </pc:sldMkLst>
        <pc:spChg chg="mod">
          <ac:chgData name="Ogburn, Sarah E" userId="c40d2df0-46c9-4be9-b5a6-5c158e399904" providerId="ADAL" clId="{C5195634-52A2-477F-AF85-38FA28E6BE2D}" dt="2024-06-14T21:43:28.640" v="330"/>
          <ac:spMkLst>
            <pc:docMk/>
            <pc:sldMk cId="2487472782" sldId="392"/>
            <ac:spMk id="3" creationId="{DDF00753-8FC3-2788-E939-2D330548522E}"/>
          </ac:spMkLst>
        </pc:spChg>
        <pc:spChg chg="mod">
          <ac:chgData name="Ogburn, Sarah E" userId="c40d2df0-46c9-4be9-b5a6-5c158e399904" providerId="ADAL" clId="{C5195634-52A2-477F-AF85-38FA28E6BE2D}" dt="2024-06-14T21:43:34.772" v="332" actId="14100"/>
          <ac:spMkLst>
            <pc:docMk/>
            <pc:sldMk cId="2487472782" sldId="392"/>
            <ac:spMk id="5" creationId="{00000000-0000-0000-0000-000000000000}"/>
          </ac:spMkLst>
        </pc:spChg>
        <pc:grpChg chg="add mod">
          <ac:chgData name="Ogburn, Sarah E" userId="c40d2df0-46c9-4be9-b5a6-5c158e399904" providerId="ADAL" clId="{C5195634-52A2-477F-AF85-38FA28E6BE2D}" dt="2024-06-14T21:43:28.640" v="330"/>
          <ac:grpSpMkLst>
            <pc:docMk/>
            <pc:sldMk cId="2487472782" sldId="392"/>
            <ac:grpSpMk id="2" creationId="{2B8B7822-58BE-2645-CA9C-A9C956B90CDE}"/>
          </ac:grpSpMkLst>
        </pc:grpChg>
        <pc:grpChg chg="mod">
          <ac:chgData name="Ogburn, Sarah E" userId="c40d2df0-46c9-4be9-b5a6-5c158e399904" providerId="ADAL" clId="{C5195634-52A2-477F-AF85-38FA28E6BE2D}" dt="2024-06-14T21:43:28.640" v="330"/>
          <ac:grpSpMkLst>
            <pc:docMk/>
            <pc:sldMk cId="2487472782" sldId="392"/>
            <ac:grpSpMk id="4" creationId="{6228FEB0-BEA6-5175-DF7B-D236971FD7E2}"/>
          </ac:grpSpMkLst>
        </pc:grpChg>
        <pc:picChg chg="mod">
          <ac:chgData name="Ogburn, Sarah E" userId="c40d2df0-46c9-4be9-b5a6-5c158e399904" providerId="ADAL" clId="{C5195634-52A2-477F-AF85-38FA28E6BE2D}" dt="2024-06-14T21:43:28.640" v="330"/>
          <ac:picMkLst>
            <pc:docMk/>
            <pc:sldMk cId="2487472782" sldId="392"/>
            <ac:picMk id="6" creationId="{F0F20A97-2E23-C65C-6A0F-1589821C04B1}"/>
          </ac:picMkLst>
        </pc:picChg>
        <pc:picChg chg="mod">
          <ac:chgData name="Ogburn, Sarah E" userId="c40d2df0-46c9-4be9-b5a6-5c158e399904" providerId="ADAL" clId="{C5195634-52A2-477F-AF85-38FA28E6BE2D}" dt="2024-06-14T21:43:28.640" v="330"/>
          <ac:picMkLst>
            <pc:docMk/>
            <pc:sldMk cId="2487472782" sldId="392"/>
            <ac:picMk id="7" creationId="{3F0436CE-4FE3-CDFE-6C61-811F689CB2FF}"/>
          </ac:picMkLst>
        </pc:picChg>
        <pc:picChg chg="mod">
          <ac:chgData name="Ogburn, Sarah E" userId="c40d2df0-46c9-4be9-b5a6-5c158e399904" providerId="ADAL" clId="{C5195634-52A2-477F-AF85-38FA28E6BE2D}" dt="2024-06-14T21:43:28.640" v="330"/>
          <ac:picMkLst>
            <pc:docMk/>
            <pc:sldMk cId="2487472782" sldId="392"/>
            <ac:picMk id="8" creationId="{6D7FB717-FC68-FAD8-43A3-91C108E8106D}"/>
          </ac:picMkLst>
        </pc:picChg>
      </pc:sldChg>
      <pc:sldChg chg="addSp delSp modSp mod">
        <pc:chgData name="Ogburn, Sarah E" userId="c40d2df0-46c9-4be9-b5a6-5c158e399904" providerId="ADAL" clId="{C5195634-52A2-477F-AF85-38FA28E6BE2D}" dt="2024-06-14T21:44:05.515" v="338"/>
        <pc:sldMkLst>
          <pc:docMk/>
          <pc:sldMk cId="15872563" sldId="393"/>
        </pc:sldMkLst>
        <pc:spChg chg="del mod">
          <ac:chgData name="Ogburn, Sarah E" userId="c40d2df0-46c9-4be9-b5a6-5c158e399904" providerId="ADAL" clId="{C5195634-52A2-477F-AF85-38FA28E6BE2D}" dt="2024-06-14T21:44:05.109" v="337" actId="478"/>
          <ac:spMkLst>
            <pc:docMk/>
            <pc:sldMk cId="15872563" sldId="393"/>
            <ac:spMk id="6" creationId="{00000000-0000-0000-0000-000000000000}"/>
          </ac:spMkLst>
        </pc:spChg>
        <pc:spChg chg="del mod">
          <ac:chgData name="Ogburn, Sarah E" userId="c40d2df0-46c9-4be9-b5a6-5c158e399904" providerId="ADAL" clId="{C5195634-52A2-477F-AF85-38FA28E6BE2D}" dt="2024-06-14T21:44:05.109" v="337" actId="478"/>
          <ac:spMkLst>
            <pc:docMk/>
            <pc:sldMk cId="15872563" sldId="393"/>
            <ac:spMk id="7" creationId="{00000000-0000-0000-0000-000000000000}"/>
          </ac:spMkLst>
        </pc:spChg>
        <pc:spChg chg="del mod">
          <ac:chgData name="Ogburn, Sarah E" userId="c40d2df0-46c9-4be9-b5a6-5c158e399904" providerId="ADAL" clId="{C5195634-52A2-477F-AF85-38FA28E6BE2D}" dt="2024-06-14T21:44:05.109" v="337" actId="478"/>
          <ac:spMkLst>
            <pc:docMk/>
            <pc:sldMk cId="15872563" sldId="393"/>
            <ac:spMk id="8" creationId="{00000000-0000-0000-0000-000000000000}"/>
          </ac:spMkLst>
        </pc:spChg>
        <pc:spChg chg="mod">
          <ac:chgData name="Ogburn, Sarah E" userId="c40d2df0-46c9-4be9-b5a6-5c158e399904" providerId="ADAL" clId="{C5195634-52A2-477F-AF85-38FA28E6BE2D}" dt="2024-06-14T21:43:37.299" v="333"/>
          <ac:spMkLst>
            <pc:docMk/>
            <pc:sldMk cId="15872563" sldId="393"/>
            <ac:spMk id="9" creationId="{D021D0CA-F9D9-F732-A55B-F85D88A96E7B}"/>
          </ac:spMkLst>
        </pc:spChg>
        <pc:spChg chg="add del mod">
          <ac:chgData name="Ogburn, Sarah E" userId="c40d2df0-46c9-4be9-b5a6-5c158e399904" providerId="ADAL" clId="{C5195634-52A2-477F-AF85-38FA28E6BE2D}" dt="2024-06-14T21:44:01.796" v="336"/>
          <ac:spMkLst>
            <pc:docMk/>
            <pc:sldMk cId="15872563" sldId="393"/>
            <ac:spMk id="15" creationId="{1B111D5F-9B00-304A-5729-064FA4B896CB}"/>
          </ac:spMkLst>
        </pc:spChg>
        <pc:spChg chg="add del mod">
          <ac:chgData name="Ogburn, Sarah E" userId="c40d2df0-46c9-4be9-b5a6-5c158e399904" providerId="ADAL" clId="{C5195634-52A2-477F-AF85-38FA28E6BE2D}" dt="2024-06-14T21:44:01.796" v="336"/>
          <ac:spMkLst>
            <pc:docMk/>
            <pc:sldMk cId="15872563" sldId="393"/>
            <ac:spMk id="16" creationId="{08ACC9FC-DDD8-B55D-E338-3CBAEF252E95}"/>
          </ac:spMkLst>
        </pc:spChg>
        <pc:spChg chg="add del mod">
          <ac:chgData name="Ogburn, Sarah E" userId="c40d2df0-46c9-4be9-b5a6-5c158e399904" providerId="ADAL" clId="{C5195634-52A2-477F-AF85-38FA28E6BE2D}" dt="2024-06-14T21:44:01.796" v="336"/>
          <ac:spMkLst>
            <pc:docMk/>
            <pc:sldMk cId="15872563" sldId="393"/>
            <ac:spMk id="17" creationId="{512ACC21-4835-8C1A-B680-FC648C9C213C}"/>
          </ac:spMkLst>
        </pc:spChg>
        <pc:spChg chg="add del mod">
          <ac:chgData name="Ogburn, Sarah E" userId="c40d2df0-46c9-4be9-b5a6-5c158e399904" providerId="ADAL" clId="{C5195634-52A2-477F-AF85-38FA28E6BE2D}" dt="2024-06-14T21:44:01.796" v="336"/>
          <ac:spMkLst>
            <pc:docMk/>
            <pc:sldMk cId="15872563" sldId="393"/>
            <ac:spMk id="18" creationId="{50596C61-A289-CBDB-EF4A-7B46D836B1E2}"/>
          </ac:spMkLst>
        </pc:spChg>
        <pc:spChg chg="add mod">
          <ac:chgData name="Ogburn, Sarah E" userId="c40d2df0-46c9-4be9-b5a6-5c158e399904" providerId="ADAL" clId="{C5195634-52A2-477F-AF85-38FA28E6BE2D}" dt="2024-06-14T21:44:05.515" v="338"/>
          <ac:spMkLst>
            <pc:docMk/>
            <pc:sldMk cId="15872563" sldId="393"/>
            <ac:spMk id="20" creationId="{7BA5F25F-07F1-9D59-0A47-DCB6FAF6DB2C}"/>
          </ac:spMkLst>
        </pc:spChg>
        <pc:spChg chg="add mod">
          <ac:chgData name="Ogburn, Sarah E" userId="c40d2df0-46c9-4be9-b5a6-5c158e399904" providerId="ADAL" clId="{C5195634-52A2-477F-AF85-38FA28E6BE2D}" dt="2024-06-14T21:44:05.515" v="338"/>
          <ac:spMkLst>
            <pc:docMk/>
            <pc:sldMk cId="15872563" sldId="393"/>
            <ac:spMk id="21" creationId="{D69BF8B8-E1E2-B911-B316-D78C5A19D43B}"/>
          </ac:spMkLst>
        </pc:spChg>
        <pc:spChg chg="add mod">
          <ac:chgData name="Ogburn, Sarah E" userId="c40d2df0-46c9-4be9-b5a6-5c158e399904" providerId="ADAL" clId="{C5195634-52A2-477F-AF85-38FA28E6BE2D}" dt="2024-06-14T21:44:05.515" v="338"/>
          <ac:spMkLst>
            <pc:docMk/>
            <pc:sldMk cId="15872563" sldId="393"/>
            <ac:spMk id="22" creationId="{D7CFE2D3-6B33-8876-F5DC-B65093ABB1E7}"/>
          </ac:spMkLst>
        </pc:spChg>
        <pc:spChg chg="add mod">
          <ac:chgData name="Ogburn, Sarah E" userId="c40d2df0-46c9-4be9-b5a6-5c158e399904" providerId="ADAL" clId="{C5195634-52A2-477F-AF85-38FA28E6BE2D}" dt="2024-06-14T21:44:05.515" v="338"/>
          <ac:spMkLst>
            <pc:docMk/>
            <pc:sldMk cId="15872563" sldId="393"/>
            <ac:spMk id="23" creationId="{DA1CFCD6-4435-FE5B-1468-432B12929E5D}"/>
          </ac:spMkLst>
        </pc:spChg>
        <pc:grpChg chg="add mod">
          <ac:chgData name="Ogburn, Sarah E" userId="c40d2df0-46c9-4be9-b5a6-5c158e399904" providerId="ADAL" clId="{C5195634-52A2-477F-AF85-38FA28E6BE2D}" dt="2024-06-14T21:43:37.299" v="333"/>
          <ac:grpSpMkLst>
            <pc:docMk/>
            <pc:sldMk cId="15872563" sldId="393"/>
            <ac:grpSpMk id="4" creationId="{7C6685E4-F712-7CEB-3731-29BF3619E4C7}"/>
          </ac:grpSpMkLst>
        </pc:grpChg>
        <pc:grpChg chg="mod">
          <ac:chgData name="Ogburn, Sarah E" userId="c40d2df0-46c9-4be9-b5a6-5c158e399904" providerId="ADAL" clId="{C5195634-52A2-477F-AF85-38FA28E6BE2D}" dt="2024-06-14T21:43:37.299" v="333"/>
          <ac:grpSpMkLst>
            <pc:docMk/>
            <pc:sldMk cId="15872563" sldId="393"/>
            <ac:grpSpMk id="10" creationId="{6CAF9829-96F1-911B-D2C9-72908D2486AF}"/>
          </ac:grpSpMkLst>
        </pc:grpChg>
        <pc:graphicFrameChg chg="del mod">
          <ac:chgData name="Ogburn, Sarah E" userId="c40d2df0-46c9-4be9-b5a6-5c158e399904" providerId="ADAL" clId="{C5195634-52A2-477F-AF85-38FA28E6BE2D}" dt="2024-06-14T21:43:58.760" v="334" actId="478"/>
          <ac:graphicFrameMkLst>
            <pc:docMk/>
            <pc:sldMk cId="15872563" sldId="393"/>
            <ac:graphicFrameMk id="5" creationId="{00000000-0000-0000-0000-000000000000}"/>
          </ac:graphicFrameMkLst>
        </pc:graphicFrameChg>
        <pc:graphicFrameChg chg="add del mod">
          <ac:chgData name="Ogburn, Sarah E" userId="c40d2df0-46c9-4be9-b5a6-5c158e399904" providerId="ADAL" clId="{C5195634-52A2-477F-AF85-38FA28E6BE2D}" dt="2024-06-14T21:44:01.796" v="336"/>
          <ac:graphicFrameMkLst>
            <pc:docMk/>
            <pc:sldMk cId="15872563" sldId="393"/>
            <ac:graphicFrameMk id="14" creationId="{6617DC4E-3784-A51D-25BF-52DB99695F20}"/>
          </ac:graphicFrameMkLst>
        </pc:graphicFrameChg>
        <pc:graphicFrameChg chg="add mod">
          <ac:chgData name="Ogburn, Sarah E" userId="c40d2df0-46c9-4be9-b5a6-5c158e399904" providerId="ADAL" clId="{C5195634-52A2-477F-AF85-38FA28E6BE2D}" dt="2024-06-14T21:44:05.515" v="338"/>
          <ac:graphicFrameMkLst>
            <pc:docMk/>
            <pc:sldMk cId="15872563" sldId="393"/>
            <ac:graphicFrameMk id="19" creationId="{3845DE9D-E16F-5C92-1EDB-327022287896}"/>
          </ac:graphicFrameMkLst>
        </pc:graphicFrameChg>
        <pc:picChg chg="mod">
          <ac:chgData name="Ogburn, Sarah E" userId="c40d2df0-46c9-4be9-b5a6-5c158e399904" providerId="ADAL" clId="{C5195634-52A2-477F-AF85-38FA28E6BE2D}" dt="2024-06-14T21:43:37.299" v="333"/>
          <ac:picMkLst>
            <pc:docMk/>
            <pc:sldMk cId="15872563" sldId="393"/>
            <ac:picMk id="11" creationId="{5E4FCC32-7E91-505A-0F7F-DC6C6BF6D9BF}"/>
          </ac:picMkLst>
        </pc:picChg>
        <pc:picChg chg="mod">
          <ac:chgData name="Ogburn, Sarah E" userId="c40d2df0-46c9-4be9-b5a6-5c158e399904" providerId="ADAL" clId="{C5195634-52A2-477F-AF85-38FA28E6BE2D}" dt="2024-06-14T21:43:37.299" v="333"/>
          <ac:picMkLst>
            <pc:docMk/>
            <pc:sldMk cId="15872563" sldId="393"/>
            <ac:picMk id="12" creationId="{CA333C6D-9DDC-D124-2596-34C074EECE0D}"/>
          </ac:picMkLst>
        </pc:picChg>
        <pc:picChg chg="mod">
          <ac:chgData name="Ogburn, Sarah E" userId="c40d2df0-46c9-4be9-b5a6-5c158e399904" providerId="ADAL" clId="{C5195634-52A2-477F-AF85-38FA28E6BE2D}" dt="2024-06-14T21:43:37.299" v="333"/>
          <ac:picMkLst>
            <pc:docMk/>
            <pc:sldMk cId="15872563" sldId="393"/>
            <ac:picMk id="13" creationId="{4E2076E6-68B2-C0A7-2547-A282E47888A4}"/>
          </ac:picMkLst>
        </pc:picChg>
      </pc:sldChg>
      <pc:sldChg chg="addSp modSp">
        <pc:chgData name="Ogburn, Sarah E" userId="c40d2df0-46c9-4be9-b5a6-5c158e399904" providerId="ADAL" clId="{C5195634-52A2-477F-AF85-38FA28E6BE2D}" dt="2024-06-14T21:44:20.863" v="339"/>
        <pc:sldMkLst>
          <pc:docMk/>
          <pc:sldMk cId="419866584" sldId="394"/>
        </pc:sldMkLst>
        <pc:spChg chg="mod">
          <ac:chgData name="Ogburn, Sarah E" userId="c40d2df0-46c9-4be9-b5a6-5c158e399904" providerId="ADAL" clId="{C5195634-52A2-477F-AF85-38FA28E6BE2D}" dt="2024-06-14T21:44:20.863" v="339"/>
          <ac:spMkLst>
            <pc:docMk/>
            <pc:sldMk cId="419866584" sldId="394"/>
            <ac:spMk id="3" creationId="{16FC7A2A-D47C-1F33-62B9-3A93B5C96C8A}"/>
          </ac:spMkLst>
        </pc:spChg>
        <pc:spChg chg="mod">
          <ac:chgData name="Ogburn, Sarah E" userId="c40d2df0-46c9-4be9-b5a6-5c158e399904" providerId="ADAL" clId="{C5195634-52A2-477F-AF85-38FA28E6BE2D}" dt="2024-06-14T21:26:43.040" v="5"/>
          <ac:spMkLst>
            <pc:docMk/>
            <pc:sldMk cId="419866584" sldId="394"/>
            <ac:spMk id="6" creationId="{00000000-0000-0000-0000-000000000000}"/>
          </ac:spMkLst>
        </pc:spChg>
        <pc:spChg chg="mod">
          <ac:chgData name="Ogburn, Sarah E" userId="c40d2df0-46c9-4be9-b5a6-5c158e399904" providerId="ADAL" clId="{C5195634-52A2-477F-AF85-38FA28E6BE2D}" dt="2024-06-14T21:26:43.040" v="5"/>
          <ac:spMkLst>
            <pc:docMk/>
            <pc:sldMk cId="419866584" sldId="394"/>
            <ac:spMk id="8" creationId="{00000000-0000-0000-0000-000000000000}"/>
          </ac:spMkLst>
        </pc:spChg>
        <pc:spChg chg="mod">
          <ac:chgData name="Ogburn, Sarah E" userId="c40d2df0-46c9-4be9-b5a6-5c158e399904" providerId="ADAL" clId="{C5195634-52A2-477F-AF85-38FA28E6BE2D}" dt="2024-06-14T21:26:43.040" v="5"/>
          <ac:spMkLst>
            <pc:docMk/>
            <pc:sldMk cId="419866584" sldId="394"/>
            <ac:spMk id="9" creationId="{00000000-0000-0000-0000-000000000000}"/>
          </ac:spMkLst>
        </pc:spChg>
        <pc:grpChg chg="add mod">
          <ac:chgData name="Ogburn, Sarah E" userId="c40d2df0-46c9-4be9-b5a6-5c158e399904" providerId="ADAL" clId="{C5195634-52A2-477F-AF85-38FA28E6BE2D}" dt="2024-06-14T21:44:20.863" v="339"/>
          <ac:grpSpMkLst>
            <pc:docMk/>
            <pc:sldMk cId="419866584" sldId="394"/>
            <ac:grpSpMk id="2" creationId="{AB55E542-6682-C4C4-2E7C-1155226CDC5E}"/>
          </ac:grpSpMkLst>
        </pc:grpChg>
        <pc:grpChg chg="mod">
          <ac:chgData name="Ogburn, Sarah E" userId="c40d2df0-46c9-4be9-b5a6-5c158e399904" providerId="ADAL" clId="{C5195634-52A2-477F-AF85-38FA28E6BE2D}" dt="2024-06-14T21:44:20.863" v="339"/>
          <ac:grpSpMkLst>
            <pc:docMk/>
            <pc:sldMk cId="419866584" sldId="394"/>
            <ac:grpSpMk id="4" creationId="{E097D823-1432-9AEC-2883-28D1A02B2EDE}"/>
          </ac:grpSpMkLst>
        </pc:grpChg>
        <pc:graphicFrameChg chg="mod">
          <ac:chgData name="Ogburn, Sarah E" userId="c40d2df0-46c9-4be9-b5a6-5c158e399904" providerId="ADAL" clId="{C5195634-52A2-477F-AF85-38FA28E6BE2D}" dt="2024-06-14T21:26:43.040" v="5"/>
          <ac:graphicFrameMkLst>
            <pc:docMk/>
            <pc:sldMk cId="419866584" sldId="394"/>
            <ac:graphicFrameMk id="5" creationId="{00000000-0000-0000-0000-000000000000}"/>
          </ac:graphicFrameMkLst>
        </pc:graphicFrameChg>
        <pc:picChg chg="mod">
          <ac:chgData name="Ogburn, Sarah E" userId="c40d2df0-46c9-4be9-b5a6-5c158e399904" providerId="ADAL" clId="{C5195634-52A2-477F-AF85-38FA28E6BE2D}" dt="2024-06-14T21:44:20.863" v="339"/>
          <ac:picMkLst>
            <pc:docMk/>
            <pc:sldMk cId="419866584" sldId="394"/>
            <ac:picMk id="7" creationId="{186F708D-A5FD-00B8-44B2-3542AEB67A85}"/>
          </ac:picMkLst>
        </pc:picChg>
        <pc:picChg chg="mod">
          <ac:chgData name="Ogburn, Sarah E" userId="c40d2df0-46c9-4be9-b5a6-5c158e399904" providerId="ADAL" clId="{C5195634-52A2-477F-AF85-38FA28E6BE2D}" dt="2024-06-14T21:44:20.863" v="339"/>
          <ac:picMkLst>
            <pc:docMk/>
            <pc:sldMk cId="419866584" sldId="394"/>
            <ac:picMk id="10" creationId="{537D8377-C583-8972-1FDE-C59B604856D6}"/>
          </ac:picMkLst>
        </pc:picChg>
        <pc:picChg chg="mod">
          <ac:chgData name="Ogburn, Sarah E" userId="c40d2df0-46c9-4be9-b5a6-5c158e399904" providerId="ADAL" clId="{C5195634-52A2-477F-AF85-38FA28E6BE2D}" dt="2024-06-14T21:44:20.863" v="339"/>
          <ac:picMkLst>
            <pc:docMk/>
            <pc:sldMk cId="419866584" sldId="394"/>
            <ac:picMk id="11" creationId="{F89F4C01-72FD-E7A8-6C64-7BAF1AE440CA}"/>
          </ac:picMkLst>
        </pc:picChg>
      </pc:sldChg>
      <pc:sldChg chg="addSp modSp del">
        <pc:chgData name="Ogburn, Sarah E" userId="c40d2df0-46c9-4be9-b5a6-5c158e399904" providerId="ADAL" clId="{C5195634-52A2-477F-AF85-38FA28E6BE2D}" dt="2024-06-14T21:50:54.823" v="435" actId="2696"/>
        <pc:sldMkLst>
          <pc:docMk/>
          <pc:sldMk cId="3083470114" sldId="396"/>
        </pc:sldMkLst>
        <pc:spChg chg="mod">
          <ac:chgData name="Ogburn, Sarah E" userId="c40d2df0-46c9-4be9-b5a6-5c158e399904" providerId="ADAL" clId="{C5195634-52A2-477F-AF85-38FA28E6BE2D}" dt="2024-06-14T21:44:27.868" v="340"/>
          <ac:spMkLst>
            <pc:docMk/>
            <pc:sldMk cId="3083470114" sldId="396"/>
            <ac:spMk id="5" creationId="{060BF9B4-134D-CDCF-0CBC-E217DB0C556D}"/>
          </ac:spMkLst>
        </pc:spChg>
        <pc:grpChg chg="add mod">
          <ac:chgData name="Ogburn, Sarah E" userId="c40d2df0-46c9-4be9-b5a6-5c158e399904" providerId="ADAL" clId="{C5195634-52A2-477F-AF85-38FA28E6BE2D}" dt="2024-06-14T21:44:27.868" v="340"/>
          <ac:grpSpMkLst>
            <pc:docMk/>
            <pc:sldMk cId="3083470114" sldId="396"/>
            <ac:grpSpMk id="4" creationId="{0C2EDAFA-0787-A586-30EE-0F23ACCD4EB6}"/>
          </ac:grpSpMkLst>
        </pc:grpChg>
        <pc:grpChg chg="mod">
          <ac:chgData name="Ogburn, Sarah E" userId="c40d2df0-46c9-4be9-b5a6-5c158e399904" providerId="ADAL" clId="{C5195634-52A2-477F-AF85-38FA28E6BE2D}" dt="2024-06-14T21:44:27.868" v="340"/>
          <ac:grpSpMkLst>
            <pc:docMk/>
            <pc:sldMk cId="3083470114" sldId="396"/>
            <ac:grpSpMk id="6" creationId="{4940321D-18D3-EE57-6C33-58076744F82B}"/>
          </ac:grpSpMkLst>
        </pc:grpChg>
        <pc:picChg chg="mod">
          <ac:chgData name="Ogburn, Sarah E" userId="c40d2df0-46c9-4be9-b5a6-5c158e399904" providerId="ADAL" clId="{C5195634-52A2-477F-AF85-38FA28E6BE2D}" dt="2024-06-14T21:44:27.868" v="340"/>
          <ac:picMkLst>
            <pc:docMk/>
            <pc:sldMk cId="3083470114" sldId="396"/>
            <ac:picMk id="7" creationId="{4049F6D9-5AFE-753A-0726-4C9C87A1F48C}"/>
          </ac:picMkLst>
        </pc:picChg>
        <pc:picChg chg="mod">
          <ac:chgData name="Ogburn, Sarah E" userId="c40d2df0-46c9-4be9-b5a6-5c158e399904" providerId="ADAL" clId="{C5195634-52A2-477F-AF85-38FA28E6BE2D}" dt="2024-06-14T21:44:27.868" v="340"/>
          <ac:picMkLst>
            <pc:docMk/>
            <pc:sldMk cId="3083470114" sldId="396"/>
            <ac:picMk id="8" creationId="{8EE19EE7-5438-9277-12F5-C410FDFE9506}"/>
          </ac:picMkLst>
        </pc:picChg>
        <pc:picChg chg="mod">
          <ac:chgData name="Ogburn, Sarah E" userId="c40d2df0-46c9-4be9-b5a6-5c158e399904" providerId="ADAL" clId="{C5195634-52A2-477F-AF85-38FA28E6BE2D}" dt="2024-06-14T21:44:27.868" v="340"/>
          <ac:picMkLst>
            <pc:docMk/>
            <pc:sldMk cId="3083470114" sldId="396"/>
            <ac:picMk id="9" creationId="{BA97E0EE-2CF2-1358-3265-FAA8BFCE737B}"/>
          </ac:picMkLst>
        </pc:picChg>
      </pc:sldChg>
      <pc:sldChg chg="modSp">
        <pc:chgData name="Ogburn, Sarah E" userId="c40d2df0-46c9-4be9-b5a6-5c158e399904" providerId="ADAL" clId="{C5195634-52A2-477F-AF85-38FA28E6BE2D}" dt="2024-06-14T21:26:43.040" v="5"/>
        <pc:sldMkLst>
          <pc:docMk/>
          <pc:sldMk cId="2061013647" sldId="398"/>
        </pc:sldMkLst>
        <pc:graphicFrameChg chg="mod">
          <ac:chgData name="Ogburn, Sarah E" userId="c40d2df0-46c9-4be9-b5a6-5c158e399904" providerId="ADAL" clId="{C5195634-52A2-477F-AF85-38FA28E6BE2D}" dt="2024-06-14T21:26:43.040" v="5"/>
          <ac:graphicFrameMkLst>
            <pc:docMk/>
            <pc:sldMk cId="2061013647" sldId="398"/>
            <ac:graphicFrameMk id="2" creationId="{00000000-0000-0000-0000-000000000000}"/>
          </ac:graphicFrameMkLst>
        </pc:graphicFrameChg>
      </pc:sldChg>
      <pc:sldChg chg="addSp modSp mod">
        <pc:chgData name="Ogburn, Sarah E" userId="c40d2df0-46c9-4be9-b5a6-5c158e399904" providerId="ADAL" clId="{C5195634-52A2-477F-AF85-38FA28E6BE2D}" dt="2024-06-14T21:42:30.532" v="316" actId="113"/>
        <pc:sldMkLst>
          <pc:docMk/>
          <pc:sldMk cId="4123005576" sldId="411"/>
        </pc:sldMkLst>
        <pc:spChg chg="mod">
          <ac:chgData name="Ogburn, Sarah E" userId="c40d2df0-46c9-4be9-b5a6-5c158e399904" providerId="ADAL" clId="{C5195634-52A2-477F-AF85-38FA28E6BE2D}" dt="2024-06-14T21:26:43.040" v="5"/>
          <ac:spMkLst>
            <pc:docMk/>
            <pc:sldMk cId="4123005576" sldId="411"/>
            <ac:spMk id="2" creationId="{CB098E28-2437-F4E8-844E-03BE051926CC}"/>
          </ac:spMkLst>
        </pc:spChg>
        <pc:spChg chg="mod">
          <ac:chgData name="Ogburn, Sarah E" userId="c40d2df0-46c9-4be9-b5a6-5c158e399904" providerId="ADAL" clId="{C5195634-52A2-477F-AF85-38FA28E6BE2D}" dt="2024-06-14T21:42:15.455" v="311"/>
          <ac:spMkLst>
            <pc:docMk/>
            <pc:sldMk cId="4123005576" sldId="411"/>
            <ac:spMk id="4" creationId="{9BA6FE3F-28B9-2264-5A00-B43B84F5B33D}"/>
          </ac:spMkLst>
        </pc:spChg>
        <pc:spChg chg="mod">
          <ac:chgData name="Ogburn, Sarah E" userId="c40d2df0-46c9-4be9-b5a6-5c158e399904" providerId="ADAL" clId="{C5195634-52A2-477F-AF85-38FA28E6BE2D}" dt="2024-06-14T21:42:30.532" v="316" actId="113"/>
          <ac:spMkLst>
            <pc:docMk/>
            <pc:sldMk cId="4123005576" sldId="411"/>
            <ac:spMk id="7" creationId="{00000000-0000-0000-0000-000000000000}"/>
          </ac:spMkLst>
        </pc:spChg>
        <pc:grpChg chg="add mod">
          <ac:chgData name="Ogburn, Sarah E" userId="c40d2df0-46c9-4be9-b5a6-5c158e399904" providerId="ADAL" clId="{C5195634-52A2-477F-AF85-38FA28E6BE2D}" dt="2024-06-14T21:42:15.455" v="311"/>
          <ac:grpSpMkLst>
            <pc:docMk/>
            <pc:sldMk cId="4123005576" sldId="411"/>
            <ac:grpSpMk id="3" creationId="{DE14265B-8399-A808-3EA9-6ADF7D5A16AF}"/>
          </ac:grpSpMkLst>
        </pc:grpChg>
        <pc:grpChg chg="mod">
          <ac:chgData name="Ogburn, Sarah E" userId="c40d2df0-46c9-4be9-b5a6-5c158e399904" providerId="ADAL" clId="{C5195634-52A2-477F-AF85-38FA28E6BE2D}" dt="2024-06-14T21:42:15.455" v="311"/>
          <ac:grpSpMkLst>
            <pc:docMk/>
            <pc:sldMk cId="4123005576" sldId="411"/>
            <ac:grpSpMk id="5" creationId="{B89215AF-367D-3C88-BB20-67DC4AF3A8D6}"/>
          </ac:grpSpMkLst>
        </pc:grpChg>
        <pc:picChg chg="mod">
          <ac:chgData name="Ogburn, Sarah E" userId="c40d2df0-46c9-4be9-b5a6-5c158e399904" providerId="ADAL" clId="{C5195634-52A2-477F-AF85-38FA28E6BE2D}" dt="2024-06-14T21:42:15.455" v="311"/>
          <ac:picMkLst>
            <pc:docMk/>
            <pc:sldMk cId="4123005576" sldId="411"/>
            <ac:picMk id="6" creationId="{E2AF93BA-068F-3D5C-0160-1DB3AD6D65D2}"/>
          </ac:picMkLst>
        </pc:picChg>
        <pc:picChg chg="mod">
          <ac:chgData name="Ogburn, Sarah E" userId="c40d2df0-46c9-4be9-b5a6-5c158e399904" providerId="ADAL" clId="{C5195634-52A2-477F-AF85-38FA28E6BE2D}" dt="2024-06-14T21:42:15.455" v="311"/>
          <ac:picMkLst>
            <pc:docMk/>
            <pc:sldMk cId="4123005576" sldId="411"/>
            <ac:picMk id="8" creationId="{D91DF09C-5E69-9E38-6385-3578F5F5FDDE}"/>
          </ac:picMkLst>
        </pc:picChg>
        <pc:picChg chg="mod">
          <ac:chgData name="Ogburn, Sarah E" userId="c40d2df0-46c9-4be9-b5a6-5c158e399904" providerId="ADAL" clId="{C5195634-52A2-477F-AF85-38FA28E6BE2D}" dt="2024-06-14T21:42:15.455" v="311"/>
          <ac:picMkLst>
            <pc:docMk/>
            <pc:sldMk cId="4123005576" sldId="411"/>
            <ac:picMk id="9" creationId="{252E83ED-279D-07DA-AF12-D2307DA00D66}"/>
          </ac:picMkLst>
        </pc:picChg>
      </pc:sldChg>
      <pc:sldChg chg="addSp delSp modSp mod">
        <pc:chgData name="Ogburn, Sarah E" userId="c40d2df0-46c9-4be9-b5a6-5c158e399904" providerId="ADAL" clId="{C5195634-52A2-477F-AF85-38FA28E6BE2D}" dt="2024-06-14T21:39:02.777" v="277" actId="170"/>
        <pc:sldMkLst>
          <pc:docMk/>
          <pc:sldMk cId="2571713122" sldId="412"/>
        </pc:sldMkLst>
        <pc:spChg chg="del mod">
          <ac:chgData name="Ogburn, Sarah E" userId="c40d2df0-46c9-4be9-b5a6-5c158e399904" providerId="ADAL" clId="{C5195634-52A2-477F-AF85-38FA28E6BE2D}" dt="2024-06-14T21:38:47.781" v="272" actId="478"/>
          <ac:spMkLst>
            <pc:docMk/>
            <pc:sldMk cId="2571713122" sldId="412"/>
            <ac:spMk id="2" creationId="{00000000-0000-0000-0000-000000000000}"/>
          </ac:spMkLst>
        </pc:spChg>
        <pc:spChg chg="del mod">
          <ac:chgData name="Ogburn, Sarah E" userId="c40d2df0-46c9-4be9-b5a6-5c158e399904" providerId="ADAL" clId="{C5195634-52A2-477F-AF85-38FA28E6BE2D}" dt="2024-06-14T21:38:47.781" v="272" actId="478"/>
          <ac:spMkLst>
            <pc:docMk/>
            <pc:sldMk cId="2571713122" sldId="412"/>
            <ac:spMk id="3" creationId="{00000000-0000-0000-0000-000000000000}"/>
          </ac:spMkLst>
        </pc:spChg>
        <pc:spChg chg="mod ord">
          <ac:chgData name="Ogburn, Sarah E" userId="c40d2df0-46c9-4be9-b5a6-5c158e399904" providerId="ADAL" clId="{C5195634-52A2-477F-AF85-38FA28E6BE2D}" dt="2024-06-14T21:39:02.777" v="277" actId="170"/>
          <ac:spMkLst>
            <pc:docMk/>
            <pc:sldMk cId="2571713122" sldId="412"/>
            <ac:spMk id="4" creationId="{00000000-0000-0000-0000-000000000000}"/>
          </ac:spMkLst>
        </pc:spChg>
        <pc:spChg chg="mod ord">
          <ac:chgData name="Ogburn, Sarah E" userId="c40d2df0-46c9-4be9-b5a6-5c158e399904" providerId="ADAL" clId="{C5195634-52A2-477F-AF85-38FA28E6BE2D}" dt="2024-06-14T21:39:02.777" v="277" actId="170"/>
          <ac:spMkLst>
            <pc:docMk/>
            <pc:sldMk cId="2571713122" sldId="412"/>
            <ac:spMk id="8" creationId="{00000000-0000-0000-0000-000000000000}"/>
          </ac:spMkLst>
        </pc:spChg>
        <pc:spChg chg="mod ord">
          <ac:chgData name="Ogburn, Sarah E" userId="c40d2df0-46c9-4be9-b5a6-5c158e399904" providerId="ADAL" clId="{C5195634-52A2-477F-AF85-38FA28E6BE2D}" dt="2024-06-14T21:39:02.777" v="277" actId="170"/>
          <ac:spMkLst>
            <pc:docMk/>
            <pc:sldMk cId="2571713122" sldId="412"/>
            <ac:spMk id="10" creationId="{00000000-0000-0000-0000-000000000000}"/>
          </ac:spMkLst>
        </pc:spChg>
        <pc:spChg chg="mod">
          <ac:chgData name="Ogburn, Sarah E" userId="c40d2df0-46c9-4be9-b5a6-5c158e399904" providerId="ADAL" clId="{C5195634-52A2-477F-AF85-38FA28E6BE2D}" dt="2024-06-14T21:38:34.307" v="269"/>
          <ac:spMkLst>
            <pc:docMk/>
            <pc:sldMk cId="2571713122" sldId="412"/>
            <ac:spMk id="12" creationId="{920FCE4C-BAB8-00F0-AF5D-5CCDB56F17FF}"/>
          </ac:spMkLst>
        </pc:spChg>
        <pc:spChg chg="add del mod">
          <ac:chgData name="Ogburn, Sarah E" userId="c40d2df0-46c9-4be9-b5a6-5c158e399904" providerId="ADAL" clId="{C5195634-52A2-477F-AF85-38FA28E6BE2D}" dt="2024-06-14T21:38:51.567" v="273" actId="478"/>
          <ac:spMkLst>
            <pc:docMk/>
            <pc:sldMk cId="2571713122" sldId="412"/>
            <ac:spMk id="18" creationId="{1DE7537D-7784-B93B-5BF6-01576EBD6362}"/>
          </ac:spMkLst>
        </pc:spChg>
        <pc:spChg chg="add del mod">
          <ac:chgData name="Ogburn, Sarah E" userId="c40d2df0-46c9-4be9-b5a6-5c158e399904" providerId="ADAL" clId="{C5195634-52A2-477F-AF85-38FA28E6BE2D}" dt="2024-06-14T21:38:51.567" v="273" actId="478"/>
          <ac:spMkLst>
            <pc:docMk/>
            <pc:sldMk cId="2571713122" sldId="412"/>
            <ac:spMk id="20" creationId="{C0FD7045-A64D-4582-086E-800308A51392}"/>
          </ac:spMkLst>
        </pc:spChg>
        <pc:spChg chg="add mod">
          <ac:chgData name="Ogburn, Sarah E" userId="c40d2df0-46c9-4be9-b5a6-5c158e399904" providerId="ADAL" clId="{C5195634-52A2-477F-AF85-38FA28E6BE2D}" dt="2024-06-14T21:38:52.618" v="274"/>
          <ac:spMkLst>
            <pc:docMk/>
            <pc:sldMk cId="2571713122" sldId="412"/>
            <ac:spMk id="21" creationId="{E68B851B-65B2-A95A-3A6F-4B005BF3E76D}"/>
          </ac:spMkLst>
        </pc:spChg>
        <pc:spChg chg="add mod">
          <ac:chgData name="Ogburn, Sarah E" userId="c40d2df0-46c9-4be9-b5a6-5c158e399904" providerId="ADAL" clId="{C5195634-52A2-477F-AF85-38FA28E6BE2D}" dt="2024-06-14T21:38:52.618" v="274"/>
          <ac:spMkLst>
            <pc:docMk/>
            <pc:sldMk cId="2571713122" sldId="412"/>
            <ac:spMk id="22" creationId="{30494D6D-2E86-9B2D-B04D-A38DB1289224}"/>
          </ac:spMkLst>
        </pc:spChg>
        <pc:grpChg chg="add mod">
          <ac:chgData name="Ogburn, Sarah E" userId="c40d2df0-46c9-4be9-b5a6-5c158e399904" providerId="ADAL" clId="{C5195634-52A2-477F-AF85-38FA28E6BE2D}" dt="2024-06-14T21:38:34.307" v="269"/>
          <ac:grpSpMkLst>
            <pc:docMk/>
            <pc:sldMk cId="2571713122" sldId="412"/>
            <ac:grpSpMk id="11" creationId="{0C2534C6-13E5-1AAF-7655-D8C4AEE4A313}"/>
          </ac:grpSpMkLst>
        </pc:grpChg>
        <pc:grpChg chg="mod">
          <ac:chgData name="Ogburn, Sarah E" userId="c40d2df0-46c9-4be9-b5a6-5c158e399904" providerId="ADAL" clId="{C5195634-52A2-477F-AF85-38FA28E6BE2D}" dt="2024-06-14T21:38:34.307" v="269"/>
          <ac:grpSpMkLst>
            <pc:docMk/>
            <pc:sldMk cId="2571713122" sldId="412"/>
            <ac:grpSpMk id="13" creationId="{FFA5B680-0262-1FF8-F2B7-4194E5EEA27C}"/>
          </ac:grpSpMkLst>
        </pc:grpChg>
        <pc:picChg chg="mod">
          <ac:chgData name="Ogburn, Sarah E" userId="c40d2df0-46c9-4be9-b5a6-5c158e399904" providerId="ADAL" clId="{C5195634-52A2-477F-AF85-38FA28E6BE2D}" dt="2024-06-14T21:26:43.040" v="5"/>
          <ac:picMkLst>
            <pc:docMk/>
            <pc:sldMk cId="2571713122" sldId="412"/>
            <ac:picMk id="5" creationId="{00000000-0000-0000-0000-000000000000}"/>
          </ac:picMkLst>
        </pc:picChg>
        <pc:picChg chg="mod">
          <ac:chgData name="Ogburn, Sarah E" userId="c40d2df0-46c9-4be9-b5a6-5c158e399904" providerId="ADAL" clId="{C5195634-52A2-477F-AF85-38FA28E6BE2D}" dt="2024-06-14T21:26:43.040" v="5"/>
          <ac:picMkLst>
            <pc:docMk/>
            <pc:sldMk cId="2571713122" sldId="412"/>
            <ac:picMk id="6" creationId="{00000000-0000-0000-0000-000000000000}"/>
          </ac:picMkLst>
        </pc:picChg>
        <pc:picChg chg="mod">
          <ac:chgData name="Ogburn, Sarah E" userId="c40d2df0-46c9-4be9-b5a6-5c158e399904" providerId="ADAL" clId="{C5195634-52A2-477F-AF85-38FA28E6BE2D}" dt="2024-06-14T21:26:43.040" v="5"/>
          <ac:picMkLst>
            <pc:docMk/>
            <pc:sldMk cId="2571713122" sldId="412"/>
            <ac:picMk id="7" creationId="{00000000-0000-0000-0000-000000000000}"/>
          </ac:picMkLst>
        </pc:picChg>
        <pc:picChg chg="mod">
          <ac:chgData name="Ogburn, Sarah E" userId="c40d2df0-46c9-4be9-b5a6-5c158e399904" providerId="ADAL" clId="{C5195634-52A2-477F-AF85-38FA28E6BE2D}" dt="2024-06-14T21:26:43.040" v="5"/>
          <ac:picMkLst>
            <pc:docMk/>
            <pc:sldMk cId="2571713122" sldId="412"/>
            <ac:picMk id="9" creationId="{00000000-0000-0000-0000-000000000000}"/>
          </ac:picMkLst>
        </pc:picChg>
        <pc:picChg chg="mod">
          <ac:chgData name="Ogburn, Sarah E" userId="c40d2df0-46c9-4be9-b5a6-5c158e399904" providerId="ADAL" clId="{C5195634-52A2-477F-AF85-38FA28E6BE2D}" dt="2024-06-14T21:38:34.307" v="269"/>
          <ac:picMkLst>
            <pc:docMk/>
            <pc:sldMk cId="2571713122" sldId="412"/>
            <ac:picMk id="14" creationId="{0643EF9D-2C65-161C-3BDA-DE85FE68D02B}"/>
          </ac:picMkLst>
        </pc:picChg>
        <pc:picChg chg="mod">
          <ac:chgData name="Ogburn, Sarah E" userId="c40d2df0-46c9-4be9-b5a6-5c158e399904" providerId="ADAL" clId="{C5195634-52A2-477F-AF85-38FA28E6BE2D}" dt="2024-06-14T21:38:34.307" v="269"/>
          <ac:picMkLst>
            <pc:docMk/>
            <pc:sldMk cId="2571713122" sldId="412"/>
            <ac:picMk id="15" creationId="{46ABC3E8-D134-DA0D-3B6B-2A4F55CE2EC0}"/>
          </ac:picMkLst>
        </pc:picChg>
        <pc:picChg chg="mod">
          <ac:chgData name="Ogburn, Sarah E" userId="c40d2df0-46c9-4be9-b5a6-5c158e399904" providerId="ADAL" clId="{C5195634-52A2-477F-AF85-38FA28E6BE2D}" dt="2024-06-14T21:38:34.307" v="269"/>
          <ac:picMkLst>
            <pc:docMk/>
            <pc:sldMk cId="2571713122" sldId="412"/>
            <ac:picMk id="16" creationId="{A4DDA8A7-2637-4EC0-6B11-A010EC8317B6}"/>
          </ac:picMkLst>
        </pc:picChg>
      </pc:sldChg>
      <pc:sldChg chg="del">
        <pc:chgData name="Ogburn, Sarah E" userId="c40d2df0-46c9-4be9-b5a6-5c158e399904" providerId="ADAL" clId="{C5195634-52A2-477F-AF85-38FA28E6BE2D}" dt="2024-06-10T21:18:52.498" v="0" actId="2696"/>
        <pc:sldMkLst>
          <pc:docMk/>
          <pc:sldMk cId="1602772196" sldId="413"/>
        </pc:sldMkLst>
      </pc:sldChg>
      <pc:sldChg chg="del">
        <pc:chgData name="Ogburn, Sarah E" userId="c40d2df0-46c9-4be9-b5a6-5c158e399904" providerId="ADAL" clId="{C5195634-52A2-477F-AF85-38FA28E6BE2D}" dt="2024-06-10T21:18:52.498" v="0" actId="2696"/>
        <pc:sldMkLst>
          <pc:docMk/>
          <pc:sldMk cId="3304061596" sldId="414"/>
        </pc:sldMkLst>
      </pc:sldChg>
      <pc:sldChg chg="del">
        <pc:chgData name="Ogburn, Sarah E" userId="c40d2df0-46c9-4be9-b5a6-5c158e399904" providerId="ADAL" clId="{C5195634-52A2-477F-AF85-38FA28E6BE2D}" dt="2024-06-10T21:18:52.498" v="0" actId="2696"/>
        <pc:sldMkLst>
          <pc:docMk/>
          <pc:sldMk cId="2865971215" sldId="415"/>
        </pc:sldMkLst>
      </pc:sldChg>
      <pc:sldChg chg="del">
        <pc:chgData name="Ogburn, Sarah E" userId="c40d2df0-46c9-4be9-b5a6-5c158e399904" providerId="ADAL" clId="{C5195634-52A2-477F-AF85-38FA28E6BE2D}" dt="2024-06-10T21:18:52.498" v="0" actId="2696"/>
        <pc:sldMkLst>
          <pc:docMk/>
          <pc:sldMk cId="1641011540" sldId="416"/>
        </pc:sldMkLst>
      </pc:sldChg>
      <pc:sldChg chg="del">
        <pc:chgData name="Ogburn, Sarah E" userId="c40d2df0-46c9-4be9-b5a6-5c158e399904" providerId="ADAL" clId="{C5195634-52A2-477F-AF85-38FA28E6BE2D}" dt="2024-06-10T21:18:52.498" v="0" actId="2696"/>
        <pc:sldMkLst>
          <pc:docMk/>
          <pc:sldMk cId="1477056591" sldId="417"/>
        </pc:sldMkLst>
      </pc:sldChg>
      <pc:sldChg chg="addSp modSp">
        <pc:chgData name="Ogburn, Sarah E" userId="c40d2df0-46c9-4be9-b5a6-5c158e399904" providerId="ADAL" clId="{C5195634-52A2-477F-AF85-38FA28E6BE2D}" dt="2024-06-14T21:42:10.784" v="310"/>
        <pc:sldMkLst>
          <pc:docMk/>
          <pc:sldMk cId="3997836691" sldId="418"/>
        </pc:sldMkLst>
        <pc:spChg chg="mod">
          <ac:chgData name="Ogburn, Sarah E" userId="c40d2df0-46c9-4be9-b5a6-5c158e399904" providerId="ADAL" clId="{C5195634-52A2-477F-AF85-38FA28E6BE2D}" dt="2024-06-14T21:42:10.784" v="310"/>
          <ac:spMkLst>
            <pc:docMk/>
            <pc:sldMk cId="3997836691" sldId="418"/>
            <ac:spMk id="3" creationId="{B6E3F2E6-4664-881E-1997-8457EF716A69}"/>
          </ac:spMkLst>
        </pc:spChg>
        <pc:spChg chg="mod">
          <ac:chgData name="Ogburn, Sarah E" userId="c40d2df0-46c9-4be9-b5a6-5c158e399904" providerId="ADAL" clId="{C5195634-52A2-477F-AF85-38FA28E6BE2D}" dt="2024-06-14T21:26:43.040" v="5"/>
          <ac:spMkLst>
            <pc:docMk/>
            <pc:sldMk cId="3997836691" sldId="418"/>
            <ac:spMk id="6" creationId="{00000000-0000-0000-0000-000000000000}"/>
          </ac:spMkLst>
        </pc:spChg>
        <pc:grpChg chg="add mod">
          <ac:chgData name="Ogburn, Sarah E" userId="c40d2df0-46c9-4be9-b5a6-5c158e399904" providerId="ADAL" clId="{C5195634-52A2-477F-AF85-38FA28E6BE2D}" dt="2024-06-14T21:42:10.784" v="310"/>
          <ac:grpSpMkLst>
            <pc:docMk/>
            <pc:sldMk cId="3997836691" sldId="418"/>
            <ac:grpSpMk id="2" creationId="{81D17217-3A1A-7087-868D-700334A92F0B}"/>
          </ac:grpSpMkLst>
        </pc:grpChg>
        <pc:grpChg chg="mod">
          <ac:chgData name="Ogburn, Sarah E" userId="c40d2df0-46c9-4be9-b5a6-5c158e399904" providerId="ADAL" clId="{C5195634-52A2-477F-AF85-38FA28E6BE2D}" dt="2024-06-14T21:26:43.040" v="5"/>
          <ac:grpSpMkLst>
            <pc:docMk/>
            <pc:sldMk cId="3997836691" sldId="418"/>
            <ac:grpSpMk id="4" creationId="{00000000-0000-0000-0000-000000000000}"/>
          </ac:grpSpMkLst>
        </pc:grpChg>
        <pc:grpChg chg="mod">
          <ac:chgData name="Ogburn, Sarah E" userId="c40d2df0-46c9-4be9-b5a6-5c158e399904" providerId="ADAL" clId="{C5195634-52A2-477F-AF85-38FA28E6BE2D}" dt="2024-06-14T21:42:10.784" v="310"/>
          <ac:grpSpMkLst>
            <pc:docMk/>
            <pc:sldMk cId="3997836691" sldId="418"/>
            <ac:grpSpMk id="9" creationId="{25306FCC-5C66-4F95-41E6-B6960C76D471}"/>
          </ac:grpSpMkLst>
        </pc:grpChg>
        <pc:picChg chg="mod">
          <ac:chgData name="Ogburn, Sarah E" userId="c40d2df0-46c9-4be9-b5a6-5c158e399904" providerId="ADAL" clId="{C5195634-52A2-477F-AF85-38FA28E6BE2D}" dt="2024-06-14T21:26:43.040" v="5"/>
          <ac:picMkLst>
            <pc:docMk/>
            <pc:sldMk cId="3997836691" sldId="418"/>
            <ac:picMk id="5" creationId="{00000000-0000-0000-0000-000000000000}"/>
          </ac:picMkLst>
        </pc:picChg>
        <pc:picChg chg="mod">
          <ac:chgData name="Ogburn, Sarah E" userId="c40d2df0-46c9-4be9-b5a6-5c158e399904" providerId="ADAL" clId="{C5195634-52A2-477F-AF85-38FA28E6BE2D}" dt="2024-06-14T21:26:43.040" v="5"/>
          <ac:picMkLst>
            <pc:docMk/>
            <pc:sldMk cId="3997836691" sldId="418"/>
            <ac:picMk id="7" creationId="{00000000-0000-0000-0000-000000000000}"/>
          </ac:picMkLst>
        </pc:picChg>
        <pc:picChg chg="mod">
          <ac:chgData name="Ogburn, Sarah E" userId="c40d2df0-46c9-4be9-b5a6-5c158e399904" providerId="ADAL" clId="{C5195634-52A2-477F-AF85-38FA28E6BE2D}" dt="2024-06-14T21:26:43.040" v="5"/>
          <ac:picMkLst>
            <pc:docMk/>
            <pc:sldMk cId="3997836691" sldId="418"/>
            <ac:picMk id="8" creationId="{00000000-0000-0000-0000-000000000000}"/>
          </ac:picMkLst>
        </pc:picChg>
        <pc:picChg chg="mod">
          <ac:chgData name="Ogburn, Sarah E" userId="c40d2df0-46c9-4be9-b5a6-5c158e399904" providerId="ADAL" clId="{C5195634-52A2-477F-AF85-38FA28E6BE2D}" dt="2024-06-14T21:26:43.040" v="5"/>
          <ac:picMkLst>
            <pc:docMk/>
            <pc:sldMk cId="3997836691" sldId="418"/>
            <ac:picMk id="10" creationId="{00000000-0000-0000-0000-000000000000}"/>
          </ac:picMkLst>
        </pc:picChg>
        <pc:picChg chg="mod">
          <ac:chgData name="Ogburn, Sarah E" userId="c40d2df0-46c9-4be9-b5a6-5c158e399904" providerId="ADAL" clId="{C5195634-52A2-477F-AF85-38FA28E6BE2D}" dt="2024-06-14T21:42:10.784" v="310"/>
          <ac:picMkLst>
            <pc:docMk/>
            <pc:sldMk cId="3997836691" sldId="418"/>
            <ac:picMk id="11" creationId="{3B4A06C9-B040-CFB9-ED3A-FC1DADDECC37}"/>
          </ac:picMkLst>
        </pc:picChg>
        <pc:picChg chg="mod">
          <ac:chgData name="Ogburn, Sarah E" userId="c40d2df0-46c9-4be9-b5a6-5c158e399904" providerId="ADAL" clId="{C5195634-52A2-477F-AF85-38FA28E6BE2D}" dt="2024-06-14T21:42:10.784" v="310"/>
          <ac:picMkLst>
            <pc:docMk/>
            <pc:sldMk cId="3997836691" sldId="418"/>
            <ac:picMk id="12" creationId="{314318BC-A719-945D-59AF-4FEB2AB6BBBB}"/>
          </ac:picMkLst>
        </pc:picChg>
        <pc:picChg chg="mod">
          <ac:chgData name="Ogburn, Sarah E" userId="c40d2df0-46c9-4be9-b5a6-5c158e399904" providerId="ADAL" clId="{C5195634-52A2-477F-AF85-38FA28E6BE2D}" dt="2024-06-14T21:42:10.784" v="310"/>
          <ac:picMkLst>
            <pc:docMk/>
            <pc:sldMk cId="3997836691" sldId="418"/>
            <ac:picMk id="13" creationId="{89A48BA8-A343-7F75-2386-A8BEE4B59E03}"/>
          </ac:picMkLst>
        </pc:picChg>
      </pc:sldChg>
      <pc:sldChg chg="addSp modSp mod">
        <pc:chgData name="Ogburn, Sarah E" userId="c40d2df0-46c9-4be9-b5a6-5c158e399904" providerId="ADAL" clId="{C5195634-52A2-477F-AF85-38FA28E6BE2D}" dt="2024-06-14T21:48:26.720" v="398" actId="113"/>
        <pc:sldMkLst>
          <pc:docMk/>
          <pc:sldMk cId="3083217879" sldId="419"/>
        </pc:sldMkLst>
        <pc:spChg chg="mod">
          <ac:chgData name="Ogburn, Sarah E" userId="c40d2df0-46c9-4be9-b5a6-5c158e399904" providerId="ADAL" clId="{C5195634-52A2-477F-AF85-38FA28E6BE2D}" dt="2024-06-14T21:48:26.720" v="398" actId="113"/>
          <ac:spMkLst>
            <pc:docMk/>
            <pc:sldMk cId="3083217879" sldId="419"/>
            <ac:spMk id="2" creationId="{00000000-0000-0000-0000-000000000000}"/>
          </ac:spMkLst>
        </pc:spChg>
        <pc:spChg chg="mod">
          <ac:chgData name="Ogburn, Sarah E" userId="c40d2df0-46c9-4be9-b5a6-5c158e399904" providerId="ADAL" clId="{C5195634-52A2-477F-AF85-38FA28E6BE2D}" dt="2024-06-14T21:48:22.540" v="396" actId="14100"/>
          <ac:spMkLst>
            <pc:docMk/>
            <pc:sldMk cId="3083217879" sldId="419"/>
            <ac:spMk id="3" creationId="{00000000-0000-0000-0000-000000000000}"/>
          </ac:spMkLst>
        </pc:spChg>
        <pc:spChg chg="mod">
          <ac:chgData name="Ogburn, Sarah E" userId="c40d2df0-46c9-4be9-b5a6-5c158e399904" providerId="ADAL" clId="{C5195634-52A2-477F-AF85-38FA28E6BE2D}" dt="2024-06-14T21:48:04.506" v="391"/>
          <ac:spMkLst>
            <pc:docMk/>
            <pc:sldMk cId="3083217879" sldId="419"/>
            <ac:spMk id="5" creationId="{C232CFE6-125A-0F6F-4484-E74987953EBA}"/>
          </ac:spMkLst>
        </pc:spChg>
        <pc:grpChg chg="add mod">
          <ac:chgData name="Ogburn, Sarah E" userId="c40d2df0-46c9-4be9-b5a6-5c158e399904" providerId="ADAL" clId="{C5195634-52A2-477F-AF85-38FA28E6BE2D}" dt="2024-06-14T21:48:04.506" v="391"/>
          <ac:grpSpMkLst>
            <pc:docMk/>
            <pc:sldMk cId="3083217879" sldId="419"/>
            <ac:grpSpMk id="4" creationId="{783091B3-5D1E-750C-8E30-345DA189243F}"/>
          </ac:grpSpMkLst>
        </pc:grpChg>
        <pc:grpChg chg="mod">
          <ac:chgData name="Ogburn, Sarah E" userId="c40d2df0-46c9-4be9-b5a6-5c158e399904" providerId="ADAL" clId="{C5195634-52A2-477F-AF85-38FA28E6BE2D}" dt="2024-06-14T21:48:04.506" v="391"/>
          <ac:grpSpMkLst>
            <pc:docMk/>
            <pc:sldMk cId="3083217879" sldId="419"/>
            <ac:grpSpMk id="6" creationId="{E83628A6-B6BC-3240-59F6-9FE2BB19FBDB}"/>
          </ac:grpSpMkLst>
        </pc:grpChg>
        <pc:picChg chg="mod">
          <ac:chgData name="Ogburn, Sarah E" userId="c40d2df0-46c9-4be9-b5a6-5c158e399904" providerId="ADAL" clId="{C5195634-52A2-477F-AF85-38FA28E6BE2D}" dt="2024-06-14T21:48:04.506" v="391"/>
          <ac:picMkLst>
            <pc:docMk/>
            <pc:sldMk cId="3083217879" sldId="419"/>
            <ac:picMk id="7" creationId="{F7D7CDFA-C3B7-7E89-3501-2D279B99CE2D}"/>
          </ac:picMkLst>
        </pc:picChg>
        <pc:picChg chg="mod">
          <ac:chgData name="Ogburn, Sarah E" userId="c40d2df0-46c9-4be9-b5a6-5c158e399904" providerId="ADAL" clId="{C5195634-52A2-477F-AF85-38FA28E6BE2D}" dt="2024-06-14T21:48:04.506" v="391"/>
          <ac:picMkLst>
            <pc:docMk/>
            <pc:sldMk cId="3083217879" sldId="419"/>
            <ac:picMk id="8" creationId="{B59E9548-CF24-B860-D83A-85919EC7FE85}"/>
          </ac:picMkLst>
        </pc:picChg>
        <pc:picChg chg="mod">
          <ac:chgData name="Ogburn, Sarah E" userId="c40d2df0-46c9-4be9-b5a6-5c158e399904" providerId="ADAL" clId="{C5195634-52A2-477F-AF85-38FA28E6BE2D}" dt="2024-06-14T21:48:04.506" v="391"/>
          <ac:picMkLst>
            <pc:docMk/>
            <pc:sldMk cId="3083217879" sldId="419"/>
            <ac:picMk id="9" creationId="{3ACFF59D-839D-3A06-CADB-ABC9DC54A4A3}"/>
          </ac:picMkLst>
        </pc:picChg>
      </pc:sldChg>
      <pc:sldChg chg="addSp modSp">
        <pc:chgData name="Ogburn, Sarah E" userId="c40d2df0-46c9-4be9-b5a6-5c158e399904" providerId="ADAL" clId="{C5195634-52A2-477F-AF85-38FA28E6BE2D}" dt="2024-06-14T21:48:33.093" v="399"/>
        <pc:sldMkLst>
          <pc:docMk/>
          <pc:sldMk cId="2039818084" sldId="420"/>
        </pc:sldMkLst>
        <pc:spChg chg="mod">
          <ac:chgData name="Ogburn, Sarah E" userId="c40d2df0-46c9-4be9-b5a6-5c158e399904" providerId="ADAL" clId="{C5195634-52A2-477F-AF85-38FA28E6BE2D}" dt="2024-06-14T21:26:43.040" v="5"/>
          <ac:spMkLst>
            <pc:docMk/>
            <pc:sldMk cId="2039818084" sldId="420"/>
            <ac:spMk id="3" creationId="{ED6248AC-49F1-4B0E-8389-2609003D11A1}"/>
          </ac:spMkLst>
        </pc:spChg>
        <pc:spChg chg="mod">
          <ac:chgData name="Ogburn, Sarah E" userId="c40d2df0-46c9-4be9-b5a6-5c158e399904" providerId="ADAL" clId="{C5195634-52A2-477F-AF85-38FA28E6BE2D}" dt="2024-06-14T21:26:43.040" v="5"/>
          <ac:spMkLst>
            <pc:docMk/>
            <pc:sldMk cId="2039818084" sldId="420"/>
            <ac:spMk id="4" creationId="{00000000-0000-0000-0000-000000000000}"/>
          </ac:spMkLst>
        </pc:spChg>
        <pc:spChg chg="mod">
          <ac:chgData name="Ogburn, Sarah E" userId="c40d2df0-46c9-4be9-b5a6-5c158e399904" providerId="ADAL" clId="{C5195634-52A2-477F-AF85-38FA28E6BE2D}" dt="2024-06-14T21:48:33.093" v="399"/>
          <ac:spMkLst>
            <pc:docMk/>
            <pc:sldMk cId="2039818084" sldId="420"/>
            <ac:spMk id="6" creationId="{5D6850A0-6B88-4BEA-4D60-33FE75AA02C7}"/>
          </ac:spMkLst>
        </pc:spChg>
        <pc:grpChg chg="add mod">
          <ac:chgData name="Ogburn, Sarah E" userId="c40d2df0-46c9-4be9-b5a6-5c158e399904" providerId="ADAL" clId="{C5195634-52A2-477F-AF85-38FA28E6BE2D}" dt="2024-06-14T21:48:33.093" v="399"/>
          <ac:grpSpMkLst>
            <pc:docMk/>
            <pc:sldMk cId="2039818084" sldId="420"/>
            <ac:grpSpMk id="5" creationId="{C7C75A2B-4557-0C7E-0267-DFBBF60E6750}"/>
          </ac:grpSpMkLst>
        </pc:grpChg>
        <pc:grpChg chg="mod">
          <ac:chgData name="Ogburn, Sarah E" userId="c40d2df0-46c9-4be9-b5a6-5c158e399904" providerId="ADAL" clId="{C5195634-52A2-477F-AF85-38FA28E6BE2D}" dt="2024-06-14T21:48:33.093" v="399"/>
          <ac:grpSpMkLst>
            <pc:docMk/>
            <pc:sldMk cId="2039818084" sldId="420"/>
            <ac:grpSpMk id="7" creationId="{7918F684-9A0A-0B09-4D7E-3CCBC050018A}"/>
          </ac:grpSpMkLst>
        </pc:grpChg>
        <pc:picChg chg="mod">
          <ac:chgData name="Ogburn, Sarah E" userId="c40d2df0-46c9-4be9-b5a6-5c158e399904" providerId="ADAL" clId="{C5195634-52A2-477F-AF85-38FA28E6BE2D}" dt="2024-06-14T21:26:43.040" v="5"/>
          <ac:picMkLst>
            <pc:docMk/>
            <pc:sldMk cId="2039818084" sldId="420"/>
            <ac:picMk id="2" creationId="{3452A107-AE85-4D3D-AD9B-AF11456ADC7E}"/>
          </ac:picMkLst>
        </pc:picChg>
        <pc:picChg chg="mod">
          <ac:chgData name="Ogburn, Sarah E" userId="c40d2df0-46c9-4be9-b5a6-5c158e399904" providerId="ADAL" clId="{C5195634-52A2-477F-AF85-38FA28E6BE2D}" dt="2024-06-14T21:48:33.093" v="399"/>
          <ac:picMkLst>
            <pc:docMk/>
            <pc:sldMk cId="2039818084" sldId="420"/>
            <ac:picMk id="8" creationId="{AF6D9D52-192C-27C8-8A3E-31A17B952256}"/>
          </ac:picMkLst>
        </pc:picChg>
        <pc:picChg chg="mod">
          <ac:chgData name="Ogburn, Sarah E" userId="c40d2df0-46c9-4be9-b5a6-5c158e399904" providerId="ADAL" clId="{C5195634-52A2-477F-AF85-38FA28E6BE2D}" dt="2024-06-14T21:48:33.093" v="399"/>
          <ac:picMkLst>
            <pc:docMk/>
            <pc:sldMk cId="2039818084" sldId="420"/>
            <ac:picMk id="9" creationId="{5B7108B2-FF0A-6963-9173-E0736043BEAC}"/>
          </ac:picMkLst>
        </pc:picChg>
        <pc:picChg chg="mod">
          <ac:chgData name="Ogburn, Sarah E" userId="c40d2df0-46c9-4be9-b5a6-5c158e399904" providerId="ADAL" clId="{C5195634-52A2-477F-AF85-38FA28E6BE2D}" dt="2024-06-14T21:48:33.093" v="399"/>
          <ac:picMkLst>
            <pc:docMk/>
            <pc:sldMk cId="2039818084" sldId="420"/>
            <ac:picMk id="10" creationId="{E36043EC-16C9-570B-3294-03F78C2442CC}"/>
          </ac:picMkLst>
        </pc:picChg>
      </pc:sldChg>
      <pc:sldChg chg="addSp modSp mod">
        <pc:chgData name="Ogburn, Sarah E" userId="c40d2df0-46c9-4be9-b5a6-5c158e399904" providerId="ADAL" clId="{C5195634-52A2-477F-AF85-38FA28E6BE2D}" dt="2024-06-14T21:48:46.268" v="401" actId="1076"/>
        <pc:sldMkLst>
          <pc:docMk/>
          <pc:sldMk cId="3684106056" sldId="421"/>
        </pc:sldMkLst>
        <pc:spChg chg="mod">
          <ac:chgData name="Ogburn, Sarah E" userId="c40d2df0-46c9-4be9-b5a6-5c158e399904" providerId="ADAL" clId="{C5195634-52A2-477F-AF85-38FA28E6BE2D}" dt="2024-06-14T21:48:46.268" v="401" actId="1076"/>
          <ac:spMkLst>
            <pc:docMk/>
            <pc:sldMk cId="3684106056" sldId="421"/>
            <ac:spMk id="3" creationId="{00000000-0000-0000-0000-000000000000}"/>
          </ac:spMkLst>
        </pc:spChg>
        <pc:spChg chg="mod">
          <ac:chgData name="Ogburn, Sarah E" userId="c40d2df0-46c9-4be9-b5a6-5c158e399904" providerId="ADAL" clId="{C5195634-52A2-477F-AF85-38FA28E6BE2D}" dt="2024-06-14T21:26:43.040" v="5"/>
          <ac:spMkLst>
            <pc:docMk/>
            <pc:sldMk cId="3684106056" sldId="421"/>
            <ac:spMk id="4" creationId="{00000000-0000-0000-0000-000000000000}"/>
          </ac:spMkLst>
        </pc:spChg>
        <pc:spChg chg="mod">
          <ac:chgData name="Ogburn, Sarah E" userId="c40d2df0-46c9-4be9-b5a6-5c158e399904" providerId="ADAL" clId="{C5195634-52A2-477F-AF85-38FA28E6BE2D}" dt="2024-06-14T21:48:43.803" v="400"/>
          <ac:spMkLst>
            <pc:docMk/>
            <pc:sldMk cId="3684106056" sldId="421"/>
            <ac:spMk id="5" creationId="{5A88E69A-807A-E6B2-069E-2590FDE24956}"/>
          </ac:spMkLst>
        </pc:spChg>
        <pc:grpChg chg="add mod">
          <ac:chgData name="Ogburn, Sarah E" userId="c40d2df0-46c9-4be9-b5a6-5c158e399904" providerId="ADAL" clId="{C5195634-52A2-477F-AF85-38FA28E6BE2D}" dt="2024-06-14T21:48:43.803" v="400"/>
          <ac:grpSpMkLst>
            <pc:docMk/>
            <pc:sldMk cId="3684106056" sldId="421"/>
            <ac:grpSpMk id="2" creationId="{6D393A0B-E572-B9C0-7930-DFB16442B019}"/>
          </ac:grpSpMkLst>
        </pc:grpChg>
        <pc:grpChg chg="mod">
          <ac:chgData name="Ogburn, Sarah E" userId="c40d2df0-46c9-4be9-b5a6-5c158e399904" providerId="ADAL" clId="{C5195634-52A2-477F-AF85-38FA28E6BE2D}" dt="2024-06-14T21:48:43.803" v="400"/>
          <ac:grpSpMkLst>
            <pc:docMk/>
            <pc:sldMk cId="3684106056" sldId="421"/>
            <ac:grpSpMk id="6" creationId="{2D6CBD52-5D78-04A3-649A-E8C72A0F430E}"/>
          </ac:grpSpMkLst>
        </pc:grpChg>
        <pc:picChg chg="mod">
          <ac:chgData name="Ogburn, Sarah E" userId="c40d2df0-46c9-4be9-b5a6-5c158e399904" providerId="ADAL" clId="{C5195634-52A2-477F-AF85-38FA28E6BE2D}" dt="2024-06-14T21:48:43.803" v="400"/>
          <ac:picMkLst>
            <pc:docMk/>
            <pc:sldMk cId="3684106056" sldId="421"/>
            <ac:picMk id="7" creationId="{0EC57AC5-A3AA-0EE0-E356-1649D4830AC6}"/>
          </ac:picMkLst>
        </pc:picChg>
        <pc:picChg chg="mod">
          <ac:chgData name="Ogburn, Sarah E" userId="c40d2df0-46c9-4be9-b5a6-5c158e399904" providerId="ADAL" clId="{C5195634-52A2-477F-AF85-38FA28E6BE2D}" dt="2024-06-14T21:48:43.803" v="400"/>
          <ac:picMkLst>
            <pc:docMk/>
            <pc:sldMk cId="3684106056" sldId="421"/>
            <ac:picMk id="8" creationId="{9D0649DF-8791-C91A-2424-3AD084B8D40B}"/>
          </ac:picMkLst>
        </pc:picChg>
        <pc:picChg chg="mod">
          <ac:chgData name="Ogburn, Sarah E" userId="c40d2df0-46c9-4be9-b5a6-5c158e399904" providerId="ADAL" clId="{C5195634-52A2-477F-AF85-38FA28E6BE2D}" dt="2024-06-14T21:48:43.803" v="400"/>
          <ac:picMkLst>
            <pc:docMk/>
            <pc:sldMk cId="3684106056" sldId="421"/>
            <ac:picMk id="9" creationId="{62C64207-B90D-7380-E98D-AA1F96CE12DA}"/>
          </ac:picMkLst>
        </pc:picChg>
      </pc:sldChg>
      <pc:sldChg chg="modSp mod">
        <pc:chgData name="Ogburn, Sarah E" userId="c40d2df0-46c9-4be9-b5a6-5c158e399904" providerId="ADAL" clId="{C5195634-52A2-477F-AF85-38FA28E6BE2D}" dt="2024-06-14T21:26:58.208" v="12" actId="20577"/>
        <pc:sldMkLst>
          <pc:docMk/>
          <pc:sldMk cId="761708689" sldId="422"/>
        </pc:sldMkLst>
        <pc:spChg chg="mod">
          <ac:chgData name="Ogburn, Sarah E" userId="c40d2df0-46c9-4be9-b5a6-5c158e399904" providerId="ADAL" clId="{C5195634-52A2-477F-AF85-38FA28E6BE2D}" dt="2024-06-14T21:26:58.208" v="12" actId="20577"/>
          <ac:spMkLst>
            <pc:docMk/>
            <pc:sldMk cId="761708689" sldId="422"/>
            <ac:spMk id="3" creationId="{00000000-0000-0000-0000-000000000000}"/>
          </ac:spMkLst>
        </pc:spChg>
        <pc:spChg chg="mod">
          <ac:chgData name="Ogburn, Sarah E" userId="c40d2df0-46c9-4be9-b5a6-5c158e399904" providerId="ADAL" clId="{C5195634-52A2-477F-AF85-38FA28E6BE2D}" dt="2024-06-14T21:26:51.778" v="11" actId="403"/>
          <ac:spMkLst>
            <pc:docMk/>
            <pc:sldMk cId="761708689" sldId="422"/>
            <ac:spMk id="5" creationId="{00000000-0000-0000-0000-000000000000}"/>
          </ac:spMkLst>
        </pc:spChg>
        <pc:spChg chg="mod">
          <ac:chgData name="Ogburn, Sarah E" userId="c40d2df0-46c9-4be9-b5a6-5c158e399904" providerId="ADAL" clId="{C5195634-52A2-477F-AF85-38FA28E6BE2D}" dt="2024-06-14T21:26:43.040" v="5"/>
          <ac:spMkLst>
            <pc:docMk/>
            <pc:sldMk cId="761708689" sldId="422"/>
            <ac:spMk id="6" creationId="{00000000-0000-0000-0000-000000000000}"/>
          </ac:spMkLst>
        </pc:spChg>
      </pc:sldChg>
      <pc:sldChg chg="addSp modSp new mod">
        <pc:chgData name="Ogburn, Sarah E" userId="c40d2df0-46c9-4be9-b5a6-5c158e399904" providerId="ADAL" clId="{C5195634-52A2-477F-AF85-38FA28E6BE2D}" dt="2024-06-14T21:49:58.527" v="417"/>
        <pc:sldMkLst>
          <pc:docMk/>
          <pc:sldMk cId="2785934482" sldId="423"/>
        </pc:sldMkLst>
        <pc:spChg chg="mod">
          <ac:chgData name="Ogburn, Sarah E" userId="c40d2df0-46c9-4be9-b5a6-5c158e399904" providerId="ADAL" clId="{C5195634-52A2-477F-AF85-38FA28E6BE2D}" dt="2024-06-14T21:49:53.781" v="416" actId="20577"/>
          <ac:spMkLst>
            <pc:docMk/>
            <pc:sldMk cId="2785934482" sldId="423"/>
            <ac:spMk id="3" creationId="{5A298662-2065-9C0C-5A70-BC7FF98DD019}"/>
          </ac:spMkLst>
        </pc:spChg>
        <pc:spChg chg="mod">
          <ac:chgData name="Ogburn, Sarah E" userId="c40d2df0-46c9-4be9-b5a6-5c158e399904" providerId="ADAL" clId="{C5195634-52A2-477F-AF85-38FA28E6BE2D}" dt="2024-06-14T21:49:58.527" v="417"/>
          <ac:spMkLst>
            <pc:docMk/>
            <pc:sldMk cId="2785934482" sldId="423"/>
            <ac:spMk id="5" creationId="{5370E81E-8A7C-B84F-1D9D-B886B2DB9DE3}"/>
          </ac:spMkLst>
        </pc:spChg>
        <pc:grpChg chg="add mod">
          <ac:chgData name="Ogburn, Sarah E" userId="c40d2df0-46c9-4be9-b5a6-5c158e399904" providerId="ADAL" clId="{C5195634-52A2-477F-AF85-38FA28E6BE2D}" dt="2024-06-14T21:49:58.527" v="417"/>
          <ac:grpSpMkLst>
            <pc:docMk/>
            <pc:sldMk cId="2785934482" sldId="423"/>
            <ac:grpSpMk id="4" creationId="{F083368B-A51C-2AF0-075B-BCA7335A4FEB}"/>
          </ac:grpSpMkLst>
        </pc:grpChg>
        <pc:grpChg chg="mod">
          <ac:chgData name="Ogburn, Sarah E" userId="c40d2df0-46c9-4be9-b5a6-5c158e399904" providerId="ADAL" clId="{C5195634-52A2-477F-AF85-38FA28E6BE2D}" dt="2024-06-14T21:49:58.527" v="417"/>
          <ac:grpSpMkLst>
            <pc:docMk/>
            <pc:sldMk cId="2785934482" sldId="423"/>
            <ac:grpSpMk id="6" creationId="{C65C1282-A0ED-6C0C-AA52-92FF4474DBBD}"/>
          </ac:grpSpMkLst>
        </pc:grpChg>
        <pc:picChg chg="mod">
          <ac:chgData name="Ogburn, Sarah E" userId="c40d2df0-46c9-4be9-b5a6-5c158e399904" providerId="ADAL" clId="{C5195634-52A2-477F-AF85-38FA28E6BE2D}" dt="2024-06-14T21:49:58.527" v="417"/>
          <ac:picMkLst>
            <pc:docMk/>
            <pc:sldMk cId="2785934482" sldId="423"/>
            <ac:picMk id="7" creationId="{5FE1F9BE-3F8E-19B9-71E7-0979932E7B30}"/>
          </ac:picMkLst>
        </pc:picChg>
        <pc:picChg chg="mod">
          <ac:chgData name="Ogburn, Sarah E" userId="c40d2df0-46c9-4be9-b5a6-5c158e399904" providerId="ADAL" clId="{C5195634-52A2-477F-AF85-38FA28E6BE2D}" dt="2024-06-14T21:49:58.527" v="417"/>
          <ac:picMkLst>
            <pc:docMk/>
            <pc:sldMk cId="2785934482" sldId="423"/>
            <ac:picMk id="8" creationId="{4AF34F30-A4DC-3A78-ACC1-6BFCE42AAF64}"/>
          </ac:picMkLst>
        </pc:picChg>
        <pc:picChg chg="mod">
          <ac:chgData name="Ogburn, Sarah E" userId="c40d2df0-46c9-4be9-b5a6-5c158e399904" providerId="ADAL" clId="{C5195634-52A2-477F-AF85-38FA28E6BE2D}" dt="2024-06-14T21:49:58.527" v="417"/>
          <ac:picMkLst>
            <pc:docMk/>
            <pc:sldMk cId="2785934482" sldId="423"/>
            <ac:picMk id="9" creationId="{9FD16B15-6897-9E32-8AEE-35D62CB9B79F}"/>
          </ac:picMkLst>
        </pc:picChg>
      </pc:sldChg>
      <pc:sldChg chg="modSp add mod">
        <pc:chgData name="Ogburn, Sarah E" userId="c40d2df0-46c9-4be9-b5a6-5c158e399904" providerId="ADAL" clId="{C5195634-52A2-477F-AF85-38FA28E6BE2D}" dt="2024-06-14T21:50:20.157" v="434" actId="20577"/>
        <pc:sldMkLst>
          <pc:docMk/>
          <pc:sldMk cId="2609357511" sldId="424"/>
        </pc:sldMkLst>
        <pc:spChg chg="mod">
          <ac:chgData name="Ogburn, Sarah E" userId="c40d2df0-46c9-4be9-b5a6-5c158e399904" providerId="ADAL" clId="{C5195634-52A2-477F-AF85-38FA28E6BE2D}" dt="2024-06-14T21:50:20.157" v="434" actId="20577"/>
          <ac:spMkLst>
            <pc:docMk/>
            <pc:sldMk cId="2609357511" sldId="424"/>
            <ac:spMk id="3" creationId="{5A298662-2065-9C0C-5A70-BC7FF98DD019}"/>
          </ac:spMkLst>
        </pc:spChg>
      </pc:sldChg>
      <pc:sldMasterChg chg="modSp modSldLayout">
        <pc:chgData name="Ogburn, Sarah E" userId="c40d2df0-46c9-4be9-b5a6-5c158e399904" providerId="ADAL" clId="{C5195634-52A2-477F-AF85-38FA28E6BE2D}" dt="2024-06-14T21:26:43.040" v="5"/>
        <pc:sldMasterMkLst>
          <pc:docMk/>
          <pc:sldMasterMk cId="465004512" sldId="2147483816"/>
        </pc:sldMasterMkLst>
        <pc:spChg chg="mod">
          <ac:chgData name="Ogburn, Sarah E" userId="c40d2df0-46c9-4be9-b5a6-5c158e399904" providerId="ADAL" clId="{C5195634-52A2-477F-AF85-38FA28E6BE2D}" dt="2024-06-14T21:26:43.040" v="5"/>
          <ac:spMkLst>
            <pc:docMk/>
            <pc:sldMasterMk cId="465004512" sldId="2147483816"/>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1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2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ac:spMk id="23" creationId="{00000000-0000-0000-0000-000000000000}"/>
          </ac:spMkLst>
        </pc:spChg>
        <pc:grpChg chg="mod">
          <ac:chgData name="Ogburn, Sarah E" userId="c40d2df0-46c9-4be9-b5a6-5c158e399904" providerId="ADAL" clId="{C5195634-52A2-477F-AF85-38FA28E6BE2D}" dt="2024-06-14T21:26:43.040" v="5"/>
          <ac:grpSpMkLst>
            <pc:docMk/>
            <pc:sldMasterMk cId="465004512" sldId="2147483816"/>
            <ac:grpSpMk id="4" creationId="{00000000-0000-0000-0000-000000000000}"/>
          </ac:grpSpMkLst>
        </pc:grpChg>
        <pc:picChg chg="mod">
          <ac:chgData name="Ogburn, Sarah E" userId="c40d2df0-46c9-4be9-b5a6-5c158e399904" providerId="ADAL" clId="{C5195634-52A2-477F-AF85-38FA28E6BE2D}" dt="2024-06-14T21:26:43.040" v="5"/>
          <ac:picMkLst>
            <pc:docMk/>
            <pc:sldMasterMk cId="465004512" sldId="2147483816"/>
            <ac:picMk id="2" creationId="{00000000-0000-0000-0000-000000000000}"/>
          </ac:picMkLst>
        </pc:picChg>
        <pc:picChg chg="mod">
          <ac:chgData name="Ogburn, Sarah E" userId="c40d2df0-46c9-4be9-b5a6-5c158e399904" providerId="ADAL" clId="{C5195634-52A2-477F-AF85-38FA28E6BE2D}" dt="2024-06-14T21:26:43.040" v="5"/>
          <ac:picMkLst>
            <pc:docMk/>
            <pc:sldMasterMk cId="465004512" sldId="2147483816"/>
            <ac:picMk id="3" creationId="{00000000-0000-0000-0000-000000000000}"/>
          </ac:picMkLst>
        </pc:picChg>
        <pc:sldLayoutChg chg="modSp">
          <pc:chgData name="Ogburn, Sarah E" userId="c40d2df0-46c9-4be9-b5a6-5c158e399904" providerId="ADAL" clId="{C5195634-52A2-477F-AF85-38FA28E6BE2D}" dt="2024-06-14T21:26:43.040" v="5"/>
          <pc:sldLayoutMkLst>
            <pc:docMk/>
            <pc:sldMasterMk cId="465004512" sldId="2147483816"/>
            <pc:sldLayoutMk cId="2594330473" sldId="2147483817"/>
          </pc:sldLayoutMkLst>
          <pc:spChg chg="mod">
            <ac:chgData name="Ogburn, Sarah E" userId="c40d2df0-46c9-4be9-b5a6-5c158e399904" providerId="ADAL" clId="{C5195634-52A2-477F-AF85-38FA28E6BE2D}" dt="2024-06-14T21:26:43.040" v="5"/>
            <ac:spMkLst>
              <pc:docMk/>
              <pc:sldMasterMk cId="465004512" sldId="2147483816"/>
              <pc:sldLayoutMk cId="2594330473" sldId="2147483817"/>
              <ac:spMk id="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1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2594330473" sldId="2147483817"/>
              <ac:spMk id="29" creationId="{00000000-0000-0000-0000-000000000000}"/>
            </ac:spMkLst>
          </pc:spChg>
        </pc:sldLayoutChg>
        <pc:sldLayoutChg chg="modSp">
          <pc:chgData name="Ogburn, Sarah E" userId="c40d2df0-46c9-4be9-b5a6-5c158e399904" providerId="ADAL" clId="{C5195634-52A2-477F-AF85-38FA28E6BE2D}" dt="2024-06-14T21:26:43.040" v="5"/>
          <pc:sldLayoutMkLst>
            <pc:docMk/>
            <pc:sldMasterMk cId="465004512" sldId="2147483816"/>
            <pc:sldLayoutMk cId="4072310025" sldId="2147483818"/>
          </pc:sldLayoutMkLst>
          <pc:spChg chg="mod">
            <ac:chgData name="Ogburn, Sarah E" userId="c40d2df0-46c9-4be9-b5a6-5c158e399904" providerId="ADAL" clId="{C5195634-52A2-477F-AF85-38FA28E6BE2D}" dt="2024-06-14T21:26:43.040" v="5"/>
            <ac:spMkLst>
              <pc:docMk/>
              <pc:sldMasterMk cId="465004512" sldId="2147483816"/>
              <pc:sldLayoutMk cId="4072310025" sldId="2147483818"/>
              <ac:spMk id="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1"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4072310025" sldId="2147483818"/>
              <ac:spMk id="19" creationId="{00000000-0000-0000-0000-000000000000}"/>
            </ac:spMkLst>
          </pc:spChg>
        </pc:sldLayoutChg>
        <pc:sldLayoutChg chg="modSp">
          <pc:chgData name="Ogburn, Sarah E" userId="c40d2df0-46c9-4be9-b5a6-5c158e399904" providerId="ADAL" clId="{C5195634-52A2-477F-AF85-38FA28E6BE2D}" dt="2024-06-14T21:26:43.040" v="5"/>
          <pc:sldLayoutMkLst>
            <pc:docMk/>
            <pc:sldMasterMk cId="465004512" sldId="2147483816"/>
            <pc:sldLayoutMk cId="1773103323" sldId="2147483819"/>
          </pc:sldLayoutMkLst>
          <pc:spChg chg="mod">
            <ac:chgData name="Ogburn, Sarah E" userId="c40d2df0-46c9-4be9-b5a6-5c158e399904" providerId="ADAL" clId="{C5195634-52A2-477F-AF85-38FA28E6BE2D}" dt="2024-06-14T21:26:43.040" v="5"/>
            <ac:spMkLst>
              <pc:docMk/>
              <pc:sldMasterMk cId="465004512" sldId="2147483816"/>
              <pc:sldLayoutMk cId="1773103323" sldId="2147483819"/>
              <ac:spMk id="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773103323" sldId="2147483819"/>
              <ac:spMk id="8" creationId="{00000000-0000-0000-0000-000000000000}"/>
            </ac:spMkLst>
          </pc:spChg>
        </pc:sldLayoutChg>
        <pc:sldLayoutChg chg="modSp">
          <pc:chgData name="Ogburn, Sarah E" userId="c40d2df0-46c9-4be9-b5a6-5c158e399904" providerId="ADAL" clId="{C5195634-52A2-477F-AF85-38FA28E6BE2D}" dt="2024-06-14T21:26:43.040" v="5"/>
          <pc:sldLayoutMkLst>
            <pc:docMk/>
            <pc:sldMasterMk cId="465004512" sldId="2147483816"/>
            <pc:sldLayoutMk cId="1358602785" sldId="2147483820"/>
          </pc:sldLayoutMkLst>
          <pc:spChg chg="mod">
            <ac:chgData name="Ogburn, Sarah E" userId="c40d2df0-46c9-4be9-b5a6-5c158e399904" providerId="ADAL" clId="{C5195634-52A2-477F-AF85-38FA28E6BE2D}" dt="2024-06-14T21:26:43.040" v="5"/>
            <ac:spMkLst>
              <pc:docMk/>
              <pc:sldMasterMk cId="465004512" sldId="2147483816"/>
              <pc:sldLayoutMk cId="1358602785" sldId="2147483820"/>
              <ac:spMk id="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358602785" sldId="2147483820"/>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358602785" sldId="2147483820"/>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358602785" sldId="2147483820"/>
              <ac:spMk id="12" creationId="{00000000-0000-0000-0000-000000000000}"/>
            </ac:spMkLst>
          </pc:spChg>
        </pc:sldLayoutChg>
        <pc:sldLayoutChg chg="modSp">
          <pc:chgData name="Ogburn, Sarah E" userId="c40d2df0-46c9-4be9-b5a6-5c158e399904" providerId="ADAL" clId="{C5195634-52A2-477F-AF85-38FA28E6BE2D}" dt="2024-06-14T21:26:43.040" v="5"/>
          <pc:sldLayoutMkLst>
            <pc:docMk/>
            <pc:sldMasterMk cId="465004512" sldId="2147483816"/>
            <pc:sldLayoutMk cId="3198916317" sldId="2147483821"/>
          </pc:sldLayoutMkLst>
          <pc:spChg chg="mod">
            <ac:chgData name="Ogburn, Sarah E" userId="c40d2df0-46c9-4be9-b5a6-5c158e399904" providerId="ADAL" clId="{C5195634-52A2-477F-AF85-38FA28E6BE2D}" dt="2024-06-14T21:26:43.040" v="5"/>
            <ac:spMkLst>
              <pc:docMk/>
              <pc:sldMasterMk cId="465004512" sldId="2147483816"/>
              <pc:sldLayoutMk cId="3198916317" sldId="2147483821"/>
              <ac:spMk id="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11"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1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1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1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1"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3198916317" sldId="2147483821"/>
              <ac:spMk id="29" creationId="{00000000-0000-0000-0000-000000000000}"/>
            </ac:spMkLst>
          </pc:spChg>
          <pc:grpChg chg="mod">
            <ac:chgData name="Ogburn, Sarah E" userId="c40d2df0-46c9-4be9-b5a6-5c158e399904" providerId="ADAL" clId="{C5195634-52A2-477F-AF85-38FA28E6BE2D}" dt="2024-06-14T21:26:43.040" v="5"/>
            <ac:grpSpMkLst>
              <pc:docMk/>
              <pc:sldMasterMk cId="465004512" sldId="2147483816"/>
              <pc:sldLayoutMk cId="3198916317" sldId="2147483821"/>
              <ac:grpSpMk id="28" creationId="{00000000-0000-0000-0000-000000000000}"/>
            </ac:grpSpMkLst>
          </pc:grpChg>
          <pc:picChg chg="mod">
            <ac:chgData name="Ogburn, Sarah E" userId="c40d2df0-46c9-4be9-b5a6-5c158e399904" providerId="ADAL" clId="{C5195634-52A2-477F-AF85-38FA28E6BE2D}" dt="2024-06-14T21:26:43.040" v="5"/>
            <ac:picMkLst>
              <pc:docMk/>
              <pc:sldMasterMk cId="465004512" sldId="2147483816"/>
              <pc:sldLayoutMk cId="3198916317" sldId="2147483821"/>
              <ac:picMk id="30" creationId="{00000000-0000-0000-0000-000000000000}"/>
            </ac:picMkLst>
          </pc:picChg>
          <pc:picChg chg="mod">
            <ac:chgData name="Ogburn, Sarah E" userId="c40d2df0-46c9-4be9-b5a6-5c158e399904" providerId="ADAL" clId="{C5195634-52A2-477F-AF85-38FA28E6BE2D}" dt="2024-06-14T21:26:43.040" v="5"/>
            <ac:picMkLst>
              <pc:docMk/>
              <pc:sldMasterMk cId="465004512" sldId="2147483816"/>
              <pc:sldLayoutMk cId="3198916317" sldId="2147483821"/>
              <ac:picMk id="31" creationId="{00000000-0000-0000-0000-000000000000}"/>
            </ac:picMkLst>
          </pc:picChg>
        </pc:sldLayoutChg>
        <pc:sldLayoutChg chg="modSp">
          <pc:chgData name="Ogburn, Sarah E" userId="c40d2df0-46c9-4be9-b5a6-5c158e399904" providerId="ADAL" clId="{C5195634-52A2-477F-AF85-38FA28E6BE2D}" dt="2024-06-14T21:26:43.040" v="5"/>
          <pc:sldLayoutMkLst>
            <pc:docMk/>
            <pc:sldMasterMk cId="465004512" sldId="2147483816"/>
            <pc:sldLayoutMk cId="1772603541" sldId="2147483822"/>
          </pc:sldLayoutMkLst>
          <pc:spChg chg="mod">
            <ac:chgData name="Ogburn, Sarah E" userId="c40d2df0-46c9-4be9-b5a6-5c158e399904" providerId="ADAL" clId="{C5195634-52A2-477F-AF85-38FA28E6BE2D}" dt="2024-06-14T21:26:43.040" v="5"/>
            <ac:spMkLst>
              <pc:docMk/>
              <pc:sldMasterMk cId="465004512" sldId="2147483816"/>
              <pc:sldLayoutMk cId="1772603541" sldId="2147483822"/>
              <ac:spMk id="5" creationId="{00000000-0000-0000-0000-000000000000}"/>
            </ac:spMkLst>
          </pc:spChg>
        </pc:sldLayoutChg>
        <pc:sldLayoutChg chg="modSp">
          <pc:chgData name="Ogburn, Sarah E" userId="c40d2df0-46c9-4be9-b5a6-5c158e399904" providerId="ADAL" clId="{C5195634-52A2-477F-AF85-38FA28E6BE2D}" dt="2024-06-14T21:26:43.040" v="5"/>
          <pc:sldLayoutMkLst>
            <pc:docMk/>
            <pc:sldMasterMk cId="465004512" sldId="2147483816"/>
            <pc:sldLayoutMk cId="1446259579" sldId="2147483823"/>
          </pc:sldLayoutMkLst>
          <pc:spChg chg="mod">
            <ac:chgData name="Ogburn, Sarah E" userId="c40d2df0-46c9-4be9-b5a6-5c158e399904" providerId="ADAL" clId="{C5195634-52A2-477F-AF85-38FA28E6BE2D}" dt="2024-06-14T21:26:43.040" v="5"/>
            <ac:spMkLst>
              <pc:docMk/>
              <pc:sldMasterMk cId="465004512" sldId="2147483816"/>
              <pc:sldLayoutMk cId="1446259579" sldId="2147483823"/>
              <ac:spMk id="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446259579" sldId="2147483823"/>
              <ac:spMk id="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446259579" sldId="2147483823"/>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446259579" sldId="2147483823"/>
              <ac:spMk id="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446259579" sldId="2147483823"/>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446259579" sldId="2147483823"/>
              <ac:spMk id="12" creationId="{00000000-0000-0000-0000-000000000000}"/>
            </ac:spMkLst>
          </pc:spChg>
          <pc:grpChg chg="mod">
            <ac:chgData name="Ogburn, Sarah E" userId="c40d2df0-46c9-4be9-b5a6-5c158e399904" providerId="ADAL" clId="{C5195634-52A2-477F-AF85-38FA28E6BE2D}" dt="2024-06-14T21:26:43.040" v="5"/>
            <ac:grpSpMkLst>
              <pc:docMk/>
              <pc:sldMasterMk cId="465004512" sldId="2147483816"/>
              <pc:sldLayoutMk cId="1446259579" sldId="2147483823"/>
              <ac:grpSpMk id="11" creationId="{00000000-0000-0000-0000-000000000000}"/>
            </ac:grpSpMkLst>
          </pc:grpChg>
          <pc:picChg chg="mod">
            <ac:chgData name="Ogburn, Sarah E" userId="c40d2df0-46c9-4be9-b5a6-5c158e399904" providerId="ADAL" clId="{C5195634-52A2-477F-AF85-38FA28E6BE2D}" dt="2024-06-14T21:26:43.040" v="5"/>
            <ac:picMkLst>
              <pc:docMk/>
              <pc:sldMasterMk cId="465004512" sldId="2147483816"/>
              <pc:sldLayoutMk cId="1446259579" sldId="2147483823"/>
              <ac:picMk id="13" creationId="{00000000-0000-0000-0000-000000000000}"/>
            </ac:picMkLst>
          </pc:picChg>
          <pc:picChg chg="mod">
            <ac:chgData name="Ogburn, Sarah E" userId="c40d2df0-46c9-4be9-b5a6-5c158e399904" providerId="ADAL" clId="{C5195634-52A2-477F-AF85-38FA28E6BE2D}" dt="2024-06-14T21:26:43.040" v="5"/>
            <ac:picMkLst>
              <pc:docMk/>
              <pc:sldMasterMk cId="465004512" sldId="2147483816"/>
              <pc:sldLayoutMk cId="1446259579" sldId="2147483823"/>
              <ac:picMk id="14" creationId="{00000000-0000-0000-0000-000000000000}"/>
            </ac:picMkLst>
          </pc:picChg>
        </pc:sldLayoutChg>
        <pc:sldLayoutChg chg="modSp">
          <pc:chgData name="Ogburn, Sarah E" userId="c40d2df0-46c9-4be9-b5a6-5c158e399904" providerId="ADAL" clId="{C5195634-52A2-477F-AF85-38FA28E6BE2D}" dt="2024-06-14T21:26:43.040" v="5"/>
          <pc:sldLayoutMkLst>
            <pc:docMk/>
            <pc:sldMasterMk cId="465004512" sldId="2147483816"/>
            <pc:sldLayoutMk cId="969646066" sldId="2147483824"/>
          </pc:sldLayoutMkLst>
          <pc:spChg chg="mod">
            <ac:chgData name="Ogburn, Sarah E" userId="c40d2df0-46c9-4be9-b5a6-5c158e399904" providerId="ADAL" clId="{C5195634-52A2-477F-AF85-38FA28E6BE2D}" dt="2024-06-14T21:26:43.040" v="5"/>
            <ac:spMkLst>
              <pc:docMk/>
              <pc:sldMasterMk cId="465004512" sldId="2147483816"/>
              <pc:sldLayoutMk cId="969646066" sldId="2147483824"/>
              <ac:spMk id="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1"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1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2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69646066" sldId="2147483824"/>
              <ac:spMk id="23" creationId="{00000000-0000-0000-0000-000000000000}"/>
            </ac:spMkLst>
          </pc:spChg>
          <pc:grpChg chg="mod">
            <ac:chgData name="Ogburn, Sarah E" userId="c40d2df0-46c9-4be9-b5a6-5c158e399904" providerId="ADAL" clId="{C5195634-52A2-477F-AF85-38FA28E6BE2D}" dt="2024-06-14T21:26:43.040" v="5"/>
            <ac:grpSpMkLst>
              <pc:docMk/>
              <pc:sldMasterMk cId="465004512" sldId="2147483816"/>
              <pc:sldLayoutMk cId="969646066" sldId="2147483824"/>
              <ac:grpSpMk id="22" creationId="{00000000-0000-0000-0000-000000000000}"/>
            </ac:grpSpMkLst>
          </pc:grpChg>
          <pc:picChg chg="mod">
            <ac:chgData name="Ogburn, Sarah E" userId="c40d2df0-46c9-4be9-b5a6-5c158e399904" providerId="ADAL" clId="{C5195634-52A2-477F-AF85-38FA28E6BE2D}" dt="2024-06-14T21:26:43.040" v="5"/>
            <ac:picMkLst>
              <pc:docMk/>
              <pc:sldMasterMk cId="465004512" sldId="2147483816"/>
              <pc:sldLayoutMk cId="969646066" sldId="2147483824"/>
              <ac:picMk id="24" creationId="{00000000-0000-0000-0000-000000000000}"/>
            </ac:picMkLst>
          </pc:picChg>
          <pc:picChg chg="mod">
            <ac:chgData name="Ogburn, Sarah E" userId="c40d2df0-46c9-4be9-b5a6-5c158e399904" providerId="ADAL" clId="{C5195634-52A2-477F-AF85-38FA28E6BE2D}" dt="2024-06-14T21:26:43.040" v="5"/>
            <ac:picMkLst>
              <pc:docMk/>
              <pc:sldMasterMk cId="465004512" sldId="2147483816"/>
              <pc:sldLayoutMk cId="969646066" sldId="2147483824"/>
              <ac:picMk id="25" creationId="{00000000-0000-0000-0000-000000000000}"/>
            </ac:picMkLst>
          </pc:picChg>
        </pc:sldLayoutChg>
        <pc:sldLayoutChg chg="modSp">
          <pc:chgData name="Ogburn, Sarah E" userId="c40d2df0-46c9-4be9-b5a6-5c158e399904" providerId="ADAL" clId="{C5195634-52A2-477F-AF85-38FA28E6BE2D}" dt="2024-06-14T21:26:43.040" v="5"/>
          <pc:sldLayoutMkLst>
            <pc:docMk/>
            <pc:sldMasterMk cId="465004512" sldId="2147483816"/>
            <pc:sldLayoutMk cId="894799286" sldId="2147483825"/>
          </pc:sldLayoutMkLst>
          <pc:spChg chg="mod">
            <ac:chgData name="Ogburn, Sarah E" userId="c40d2df0-46c9-4be9-b5a6-5c158e399904" providerId="ADAL" clId="{C5195634-52A2-477F-AF85-38FA28E6BE2D}" dt="2024-06-14T21:26:43.040" v="5"/>
            <ac:spMkLst>
              <pc:docMk/>
              <pc:sldMasterMk cId="465004512" sldId="2147483816"/>
              <pc:sldLayoutMk cId="894799286" sldId="2147483825"/>
              <ac:spMk id="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1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2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21"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894799286" sldId="2147483825"/>
              <ac:spMk id="24" creationId="{00000000-0000-0000-0000-000000000000}"/>
            </ac:spMkLst>
          </pc:spChg>
          <pc:grpChg chg="mod">
            <ac:chgData name="Ogburn, Sarah E" userId="c40d2df0-46c9-4be9-b5a6-5c158e399904" providerId="ADAL" clId="{C5195634-52A2-477F-AF85-38FA28E6BE2D}" dt="2024-06-14T21:26:43.040" v="5"/>
            <ac:grpSpMkLst>
              <pc:docMk/>
              <pc:sldMasterMk cId="465004512" sldId="2147483816"/>
              <pc:sldLayoutMk cId="894799286" sldId="2147483825"/>
              <ac:grpSpMk id="23" creationId="{00000000-0000-0000-0000-000000000000}"/>
            </ac:grpSpMkLst>
          </pc:grpChg>
          <pc:picChg chg="mod">
            <ac:chgData name="Ogburn, Sarah E" userId="c40d2df0-46c9-4be9-b5a6-5c158e399904" providerId="ADAL" clId="{C5195634-52A2-477F-AF85-38FA28E6BE2D}" dt="2024-06-14T21:26:43.040" v="5"/>
            <ac:picMkLst>
              <pc:docMk/>
              <pc:sldMasterMk cId="465004512" sldId="2147483816"/>
              <pc:sldLayoutMk cId="894799286" sldId="2147483825"/>
              <ac:picMk id="25" creationId="{00000000-0000-0000-0000-000000000000}"/>
            </ac:picMkLst>
          </pc:picChg>
          <pc:picChg chg="mod">
            <ac:chgData name="Ogburn, Sarah E" userId="c40d2df0-46c9-4be9-b5a6-5c158e399904" providerId="ADAL" clId="{C5195634-52A2-477F-AF85-38FA28E6BE2D}" dt="2024-06-14T21:26:43.040" v="5"/>
            <ac:picMkLst>
              <pc:docMk/>
              <pc:sldMasterMk cId="465004512" sldId="2147483816"/>
              <pc:sldLayoutMk cId="894799286" sldId="2147483825"/>
              <ac:picMk id="26" creationId="{00000000-0000-0000-0000-000000000000}"/>
            </ac:picMkLst>
          </pc:picChg>
        </pc:sldLayoutChg>
        <pc:sldLayoutChg chg="modSp">
          <pc:chgData name="Ogburn, Sarah E" userId="c40d2df0-46c9-4be9-b5a6-5c158e399904" providerId="ADAL" clId="{C5195634-52A2-477F-AF85-38FA28E6BE2D}" dt="2024-06-14T21:26:43.040" v="5"/>
          <pc:sldLayoutMkLst>
            <pc:docMk/>
            <pc:sldMasterMk cId="465004512" sldId="2147483816"/>
            <pc:sldLayoutMk cId="986186200" sldId="2147483826"/>
          </pc:sldLayoutMkLst>
          <pc:spChg chg="mod">
            <ac:chgData name="Ogburn, Sarah E" userId="c40d2df0-46c9-4be9-b5a6-5c158e399904" providerId="ADAL" clId="{C5195634-52A2-477F-AF85-38FA28E6BE2D}" dt="2024-06-14T21:26:43.040" v="5"/>
            <ac:spMkLst>
              <pc:docMk/>
              <pc:sldMasterMk cId="465004512" sldId="2147483816"/>
              <pc:sldLayoutMk cId="986186200" sldId="2147483826"/>
              <ac:spMk id="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986186200" sldId="2147483826"/>
              <ac:spMk id="5" creationId="{00000000-0000-0000-0000-000000000000}"/>
            </ac:spMkLst>
          </pc:spChg>
        </pc:sldLayoutChg>
        <pc:sldLayoutChg chg="modSp">
          <pc:chgData name="Ogburn, Sarah E" userId="c40d2df0-46c9-4be9-b5a6-5c158e399904" providerId="ADAL" clId="{C5195634-52A2-477F-AF85-38FA28E6BE2D}" dt="2024-06-14T21:26:43.040" v="5"/>
          <pc:sldLayoutMkLst>
            <pc:docMk/>
            <pc:sldMasterMk cId="465004512" sldId="2147483816"/>
            <pc:sldLayoutMk cId="1939018939" sldId="2147483827"/>
          </pc:sldLayoutMkLst>
          <pc:spChg chg="mod">
            <ac:chgData name="Ogburn, Sarah E" userId="c40d2df0-46c9-4be9-b5a6-5c158e399904" providerId="ADAL" clId="{C5195634-52A2-477F-AF85-38FA28E6BE2D}" dt="2024-06-14T21:26:43.040" v="5"/>
            <ac:spMkLst>
              <pc:docMk/>
              <pc:sldMasterMk cId="465004512" sldId="2147483816"/>
              <pc:sldLayoutMk cId="1939018939" sldId="2147483827"/>
              <ac:spMk id="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5"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6"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7"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8"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9"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10"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11"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12"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13"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14" creationId="{00000000-0000-0000-0000-000000000000}"/>
            </ac:spMkLst>
          </pc:spChg>
          <pc:spChg chg="mod">
            <ac:chgData name="Ogburn, Sarah E" userId="c40d2df0-46c9-4be9-b5a6-5c158e399904" providerId="ADAL" clId="{C5195634-52A2-477F-AF85-38FA28E6BE2D}" dt="2024-06-14T21:26:43.040" v="5"/>
            <ac:spMkLst>
              <pc:docMk/>
              <pc:sldMasterMk cId="465004512" sldId="2147483816"/>
              <pc:sldLayoutMk cId="1939018939" sldId="2147483827"/>
              <ac:spMk id="15" creationId="{00000000-0000-0000-0000-000000000000}"/>
            </ac:spMkLst>
          </pc:spChg>
        </pc:sldLayoutChg>
      </pc:sldMasterChg>
    </pc:docChg>
  </pc:docChgLst>
  <pc:docChgLst>
    <pc:chgData name="Ogburn, Sarah E" userId="c40d2df0-46c9-4be9-b5a6-5c158e399904" providerId="ADAL" clId="{7809B703-C771-4911-8378-08F7AD1BDE7E}"/>
    <pc:docChg chg="custSel addSld delSld modSld sldOrd">
      <pc:chgData name="Ogburn, Sarah E" userId="c40d2df0-46c9-4be9-b5a6-5c158e399904" providerId="ADAL" clId="{7809B703-C771-4911-8378-08F7AD1BDE7E}" dt="2023-06-25T01:07:05.119" v="97" actId="2696"/>
      <pc:docMkLst>
        <pc:docMk/>
      </pc:docMkLst>
      <pc:sldChg chg="add ord">
        <pc:chgData name="Ogburn, Sarah E" userId="c40d2df0-46c9-4be9-b5a6-5c158e399904" providerId="ADAL" clId="{7809B703-C771-4911-8378-08F7AD1BDE7E}" dt="2023-06-25T00:58:10.258" v="93"/>
        <pc:sldMkLst>
          <pc:docMk/>
          <pc:sldMk cId="3167988685" sldId="260"/>
        </pc:sldMkLst>
      </pc:sldChg>
      <pc:sldChg chg="del">
        <pc:chgData name="Ogburn, Sarah E" userId="c40d2df0-46c9-4be9-b5a6-5c158e399904" providerId="ADAL" clId="{7809B703-C771-4911-8378-08F7AD1BDE7E}" dt="2023-06-25T01:04:07.517" v="94" actId="2696"/>
        <pc:sldMkLst>
          <pc:docMk/>
          <pc:sldMk cId="3470630100" sldId="275"/>
        </pc:sldMkLst>
      </pc:sldChg>
      <pc:sldChg chg="modSp mod">
        <pc:chgData name="Ogburn, Sarah E" userId="c40d2df0-46c9-4be9-b5a6-5c158e399904" providerId="ADAL" clId="{7809B703-C771-4911-8378-08F7AD1BDE7E}" dt="2023-06-25T00:38:21.520" v="60" actId="20577"/>
        <pc:sldMkLst>
          <pc:docMk/>
          <pc:sldMk cId="1240242253" sldId="288"/>
        </pc:sldMkLst>
        <pc:spChg chg="mod">
          <ac:chgData name="Ogburn, Sarah E" userId="c40d2df0-46c9-4be9-b5a6-5c158e399904" providerId="ADAL" clId="{7809B703-C771-4911-8378-08F7AD1BDE7E}" dt="2023-06-25T00:38:21.520" v="60" actId="20577"/>
          <ac:spMkLst>
            <pc:docMk/>
            <pc:sldMk cId="1240242253" sldId="288"/>
            <ac:spMk id="3" creationId="{00000000-0000-0000-0000-000000000000}"/>
          </ac:spMkLst>
        </pc:spChg>
      </pc:sldChg>
      <pc:sldChg chg="modSp mod chgLayout">
        <pc:chgData name="Ogburn, Sarah E" userId="c40d2df0-46c9-4be9-b5a6-5c158e399904" providerId="ADAL" clId="{7809B703-C771-4911-8378-08F7AD1BDE7E}" dt="2023-06-23T23:17:35.622" v="6" actId="14100"/>
        <pc:sldMkLst>
          <pc:docMk/>
          <pc:sldMk cId="650890767" sldId="289"/>
        </pc:sldMkLst>
        <pc:spChg chg="mod">
          <ac:chgData name="Ogburn, Sarah E" userId="c40d2df0-46c9-4be9-b5a6-5c158e399904" providerId="ADAL" clId="{7809B703-C771-4911-8378-08F7AD1BDE7E}" dt="2023-06-23T23:17:35.622" v="6" actId="14100"/>
          <ac:spMkLst>
            <pc:docMk/>
            <pc:sldMk cId="650890767" sldId="289"/>
            <ac:spMk id="10" creationId="{14C738C7-F40C-D8FD-27B4-947E87BCE8BB}"/>
          </ac:spMkLst>
        </pc:spChg>
        <pc:graphicFrameChg chg="mod">
          <ac:chgData name="Ogburn, Sarah E" userId="c40d2df0-46c9-4be9-b5a6-5c158e399904" providerId="ADAL" clId="{7809B703-C771-4911-8378-08F7AD1BDE7E}" dt="2023-06-23T23:17:03.353" v="3" actId="14100"/>
          <ac:graphicFrameMkLst>
            <pc:docMk/>
            <pc:sldMk cId="650890767" sldId="289"/>
            <ac:graphicFrameMk id="6" creationId="{7513CE22-01A1-4948-2401-FB0CDFB3780E}"/>
          </ac:graphicFrameMkLst>
        </pc:graphicFrameChg>
        <pc:graphicFrameChg chg="mod modGraphic">
          <ac:chgData name="Ogburn, Sarah E" userId="c40d2df0-46c9-4be9-b5a6-5c158e399904" providerId="ADAL" clId="{7809B703-C771-4911-8378-08F7AD1BDE7E}" dt="2023-06-23T23:17:21.271" v="5" actId="14100"/>
          <ac:graphicFrameMkLst>
            <pc:docMk/>
            <pc:sldMk cId="650890767" sldId="289"/>
            <ac:graphicFrameMk id="9" creationId="{4F0ACDD6-435A-41CC-A9D5-02FA6C00161C}"/>
          </ac:graphicFrameMkLst>
        </pc:graphicFrameChg>
      </pc:sldChg>
      <pc:sldChg chg="add">
        <pc:chgData name="Ogburn, Sarah E" userId="c40d2df0-46c9-4be9-b5a6-5c158e399904" providerId="ADAL" clId="{7809B703-C771-4911-8378-08F7AD1BDE7E}" dt="2023-06-25T00:57:45.365" v="91"/>
        <pc:sldMkLst>
          <pc:docMk/>
          <pc:sldMk cId="1856667615" sldId="294"/>
        </pc:sldMkLst>
      </pc:sldChg>
      <pc:sldChg chg="ord">
        <pc:chgData name="Ogburn, Sarah E" userId="c40d2df0-46c9-4be9-b5a6-5c158e399904" providerId="ADAL" clId="{7809B703-C771-4911-8378-08F7AD1BDE7E}" dt="2023-06-25T00:44:27.321" v="64"/>
        <pc:sldMkLst>
          <pc:docMk/>
          <pc:sldMk cId="3299841867" sldId="305"/>
        </pc:sldMkLst>
      </pc:sldChg>
      <pc:sldChg chg="del">
        <pc:chgData name="Ogburn, Sarah E" userId="c40d2df0-46c9-4be9-b5a6-5c158e399904" providerId="ADAL" clId="{7809B703-C771-4911-8378-08F7AD1BDE7E}" dt="2023-06-25T00:56:52.303" v="89" actId="2696"/>
        <pc:sldMkLst>
          <pc:docMk/>
          <pc:sldMk cId="3732440126" sldId="355"/>
        </pc:sldMkLst>
      </pc:sldChg>
      <pc:sldChg chg="del">
        <pc:chgData name="Ogburn, Sarah E" userId="c40d2df0-46c9-4be9-b5a6-5c158e399904" providerId="ADAL" clId="{7809B703-C771-4911-8378-08F7AD1BDE7E}" dt="2023-06-25T00:56:44.986" v="88" actId="2696"/>
        <pc:sldMkLst>
          <pc:docMk/>
          <pc:sldMk cId="1961531485" sldId="357"/>
        </pc:sldMkLst>
      </pc:sldChg>
      <pc:sldChg chg="del">
        <pc:chgData name="Ogburn, Sarah E" userId="c40d2df0-46c9-4be9-b5a6-5c158e399904" providerId="ADAL" clId="{7809B703-C771-4911-8378-08F7AD1BDE7E}" dt="2023-06-25T00:56:44.986" v="88" actId="2696"/>
        <pc:sldMkLst>
          <pc:docMk/>
          <pc:sldMk cId="2146806167" sldId="358"/>
        </pc:sldMkLst>
      </pc:sldChg>
      <pc:sldChg chg="del">
        <pc:chgData name="Ogburn, Sarah E" userId="c40d2df0-46c9-4be9-b5a6-5c158e399904" providerId="ADAL" clId="{7809B703-C771-4911-8378-08F7AD1BDE7E}" dt="2023-06-25T00:56:44.986" v="88" actId="2696"/>
        <pc:sldMkLst>
          <pc:docMk/>
          <pc:sldMk cId="3820704178" sldId="359"/>
        </pc:sldMkLst>
      </pc:sldChg>
      <pc:sldChg chg="del">
        <pc:chgData name="Ogburn, Sarah E" userId="c40d2df0-46c9-4be9-b5a6-5c158e399904" providerId="ADAL" clId="{7809B703-C771-4911-8378-08F7AD1BDE7E}" dt="2023-06-25T00:56:44.986" v="88" actId="2696"/>
        <pc:sldMkLst>
          <pc:docMk/>
          <pc:sldMk cId="1907132179" sldId="360"/>
        </pc:sldMkLst>
      </pc:sldChg>
      <pc:sldChg chg="del">
        <pc:chgData name="Ogburn, Sarah E" userId="c40d2df0-46c9-4be9-b5a6-5c158e399904" providerId="ADAL" clId="{7809B703-C771-4911-8378-08F7AD1BDE7E}" dt="2023-06-25T00:56:44.986" v="88" actId="2696"/>
        <pc:sldMkLst>
          <pc:docMk/>
          <pc:sldMk cId="3024198532" sldId="361"/>
        </pc:sldMkLst>
      </pc:sldChg>
      <pc:sldChg chg="del">
        <pc:chgData name="Ogburn, Sarah E" userId="c40d2df0-46c9-4be9-b5a6-5c158e399904" providerId="ADAL" clId="{7809B703-C771-4911-8378-08F7AD1BDE7E}" dt="2023-06-25T00:56:44.986" v="88" actId="2696"/>
        <pc:sldMkLst>
          <pc:docMk/>
          <pc:sldMk cId="1341451284" sldId="362"/>
        </pc:sldMkLst>
      </pc:sldChg>
      <pc:sldChg chg="del">
        <pc:chgData name="Ogburn, Sarah E" userId="c40d2df0-46c9-4be9-b5a6-5c158e399904" providerId="ADAL" clId="{7809B703-C771-4911-8378-08F7AD1BDE7E}" dt="2023-06-25T00:39:20.236" v="62" actId="2696"/>
        <pc:sldMkLst>
          <pc:docMk/>
          <pc:sldMk cId="2483331805" sldId="367"/>
        </pc:sldMkLst>
      </pc:sldChg>
      <pc:sldChg chg="del">
        <pc:chgData name="Ogburn, Sarah E" userId="c40d2df0-46c9-4be9-b5a6-5c158e399904" providerId="ADAL" clId="{7809B703-C771-4911-8378-08F7AD1BDE7E}" dt="2023-06-25T00:39:20.236" v="62" actId="2696"/>
        <pc:sldMkLst>
          <pc:docMk/>
          <pc:sldMk cId="191692223" sldId="368"/>
        </pc:sldMkLst>
      </pc:sldChg>
      <pc:sldChg chg="del">
        <pc:chgData name="Ogburn, Sarah E" userId="c40d2df0-46c9-4be9-b5a6-5c158e399904" providerId="ADAL" clId="{7809B703-C771-4911-8378-08F7AD1BDE7E}" dt="2023-06-25T00:56:52.303" v="89" actId="2696"/>
        <pc:sldMkLst>
          <pc:docMk/>
          <pc:sldMk cId="2980030749" sldId="374"/>
        </pc:sldMkLst>
      </pc:sldChg>
      <pc:sldChg chg="del">
        <pc:chgData name="Ogburn, Sarah E" userId="c40d2df0-46c9-4be9-b5a6-5c158e399904" providerId="ADAL" clId="{7809B703-C771-4911-8378-08F7AD1BDE7E}" dt="2023-06-25T00:56:57.607" v="90" actId="2696"/>
        <pc:sldMkLst>
          <pc:docMk/>
          <pc:sldMk cId="1815466359" sldId="380"/>
        </pc:sldMkLst>
      </pc:sldChg>
      <pc:sldChg chg="del">
        <pc:chgData name="Ogburn, Sarah E" userId="c40d2df0-46c9-4be9-b5a6-5c158e399904" providerId="ADAL" clId="{7809B703-C771-4911-8378-08F7AD1BDE7E}" dt="2023-06-25T00:55:08.307" v="86" actId="2696"/>
        <pc:sldMkLst>
          <pc:docMk/>
          <pc:sldMk cId="1422317675" sldId="382"/>
        </pc:sldMkLst>
      </pc:sldChg>
      <pc:sldChg chg="del">
        <pc:chgData name="Ogburn, Sarah E" userId="c40d2df0-46c9-4be9-b5a6-5c158e399904" providerId="ADAL" clId="{7809B703-C771-4911-8378-08F7AD1BDE7E}" dt="2023-06-23T23:17:46.966" v="7" actId="2696"/>
        <pc:sldMkLst>
          <pc:docMk/>
          <pc:sldMk cId="1665064748" sldId="384"/>
        </pc:sldMkLst>
      </pc:sldChg>
      <pc:sldChg chg="del">
        <pc:chgData name="Ogburn, Sarah E" userId="c40d2df0-46c9-4be9-b5a6-5c158e399904" providerId="ADAL" clId="{7809B703-C771-4911-8378-08F7AD1BDE7E}" dt="2023-06-25T00:39:20.236" v="62" actId="2696"/>
        <pc:sldMkLst>
          <pc:docMk/>
          <pc:sldMk cId="3399046266" sldId="386"/>
        </pc:sldMkLst>
      </pc:sldChg>
      <pc:sldChg chg="del ord">
        <pc:chgData name="Ogburn, Sarah E" userId="c40d2df0-46c9-4be9-b5a6-5c158e399904" providerId="ADAL" clId="{7809B703-C771-4911-8378-08F7AD1BDE7E}" dt="2023-06-25T00:38:57.432" v="61" actId="2696"/>
        <pc:sldMkLst>
          <pc:docMk/>
          <pc:sldMk cId="1703328070" sldId="387"/>
        </pc:sldMkLst>
      </pc:sldChg>
      <pc:sldChg chg="del">
        <pc:chgData name="Ogburn, Sarah E" userId="c40d2df0-46c9-4be9-b5a6-5c158e399904" providerId="ADAL" clId="{7809B703-C771-4911-8378-08F7AD1BDE7E}" dt="2023-06-25T00:39:20.236" v="62" actId="2696"/>
        <pc:sldMkLst>
          <pc:docMk/>
          <pc:sldMk cId="3685713483" sldId="387"/>
        </pc:sldMkLst>
      </pc:sldChg>
      <pc:sldChg chg="del">
        <pc:chgData name="Ogburn, Sarah E" userId="c40d2df0-46c9-4be9-b5a6-5c158e399904" providerId="ADAL" clId="{7809B703-C771-4911-8378-08F7AD1BDE7E}" dt="2023-06-25T00:55:19.637" v="87" actId="2696"/>
        <pc:sldMkLst>
          <pc:docMk/>
          <pc:sldMk cId="1886207829" sldId="395"/>
        </pc:sldMkLst>
      </pc:sldChg>
      <pc:sldChg chg="del">
        <pc:chgData name="Ogburn, Sarah E" userId="c40d2df0-46c9-4be9-b5a6-5c158e399904" providerId="ADAL" clId="{7809B703-C771-4911-8378-08F7AD1BDE7E}" dt="2023-06-25T01:04:35.815" v="95" actId="2696"/>
        <pc:sldMkLst>
          <pc:docMk/>
          <pc:sldMk cId="702932564" sldId="397"/>
        </pc:sldMkLst>
      </pc:sldChg>
      <pc:sldChg chg="del">
        <pc:chgData name="Ogburn, Sarah E" userId="c40d2df0-46c9-4be9-b5a6-5c158e399904" providerId="ADAL" clId="{7809B703-C771-4911-8378-08F7AD1BDE7E}" dt="2023-06-25T01:06:36.807" v="96" actId="2696"/>
        <pc:sldMkLst>
          <pc:docMk/>
          <pc:sldMk cId="1060679282" sldId="398"/>
        </pc:sldMkLst>
      </pc:sldChg>
      <pc:sldChg chg="del">
        <pc:chgData name="Ogburn, Sarah E" userId="c40d2df0-46c9-4be9-b5a6-5c158e399904" providerId="ADAL" clId="{7809B703-C771-4911-8378-08F7AD1BDE7E}" dt="2023-06-25T01:07:05.119" v="97" actId="2696"/>
        <pc:sldMkLst>
          <pc:docMk/>
          <pc:sldMk cId="1048204456" sldId="399"/>
        </pc:sldMkLst>
      </pc:sldChg>
      <pc:sldChg chg="del">
        <pc:chgData name="Ogburn, Sarah E" userId="c40d2df0-46c9-4be9-b5a6-5c158e399904" providerId="ADAL" clId="{7809B703-C771-4911-8378-08F7AD1BDE7E}" dt="2023-06-25T00:54:39.430" v="85" actId="2696"/>
        <pc:sldMkLst>
          <pc:docMk/>
          <pc:sldMk cId="1801556122" sldId="419"/>
        </pc:sldMkLst>
      </pc:sldChg>
      <pc:sldChg chg="modSp del mod">
        <pc:chgData name="Ogburn, Sarah E" userId="c40d2df0-46c9-4be9-b5a6-5c158e399904" providerId="ADAL" clId="{7809B703-C771-4911-8378-08F7AD1BDE7E}" dt="2023-06-25T00:54:39.430" v="85" actId="2696"/>
        <pc:sldMkLst>
          <pc:docMk/>
          <pc:sldMk cId="74858967" sldId="420"/>
        </pc:sldMkLst>
        <pc:spChg chg="mod">
          <ac:chgData name="Ogburn, Sarah E" userId="c40d2df0-46c9-4be9-b5a6-5c158e399904" providerId="ADAL" clId="{7809B703-C771-4911-8378-08F7AD1BDE7E}" dt="2023-06-25T00:51:46.643" v="72" actId="1076"/>
          <ac:spMkLst>
            <pc:docMk/>
            <pc:sldMk cId="74858967" sldId="420"/>
            <ac:spMk id="3" creationId="{ED6248AC-49F1-4B0E-8389-2609003D11A1}"/>
          </ac:spMkLst>
        </pc:spChg>
        <pc:spChg chg="mod">
          <ac:chgData name="Ogburn, Sarah E" userId="c40d2df0-46c9-4be9-b5a6-5c158e399904" providerId="ADAL" clId="{7809B703-C771-4911-8378-08F7AD1BDE7E}" dt="2023-06-25T00:52:06.019" v="78" actId="20577"/>
          <ac:spMkLst>
            <pc:docMk/>
            <pc:sldMk cId="74858967" sldId="420"/>
            <ac:spMk id="4" creationId="{00000000-0000-0000-0000-000000000000}"/>
          </ac:spMkLst>
        </pc:spChg>
      </pc:sldChg>
      <pc:sldChg chg="modSp del mod">
        <pc:chgData name="Ogburn, Sarah E" userId="c40d2df0-46c9-4be9-b5a6-5c158e399904" providerId="ADAL" clId="{7809B703-C771-4911-8378-08F7AD1BDE7E}" dt="2023-06-25T00:54:39.430" v="85" actId="2696"/>
        <pc:sldMkLst>
          <pc:docMk/>
          <pc:sldMk cId="3584935985" sldId="421"/>
        </pc:sldMkLst>
        <pc:spChg chg="mod">
          <ac:chgData name="Ogburn, Sarah E" userId="c40d2df0-46c9-4be9-b5a6-5c158e399904" providerId="ADAL" clId="{7809B703-C771-4911-8378-08F7AD1BDE7E}" dt="2023-06-25T00:52:12.913" v="84" actId="20577"/>
          <ac:spMkLst>
            <pc:docMk/>
            <pc:sldMk cId="3584935985" sldId="421"/>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ogburn\Google%20Drive\My%20Docs\EFIS\FlowDat\FlowDat_VDAP.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ogburn\Google%20Drive\My%20Docs\EFIS\FlowDat\FlowDat_VDAP.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ogburn\Google%20Drive\My%20Docs\EFIS\FlowDat\FlowDat_VDAP.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Book1" TargetMode="External"/><Relationship Id="rId4"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chemeClr val="tx1"/>
              </a:solidFill>
              <a:ln w="9525">
                <a:noFill/>
              </a:ln>
              <a:effectLst/>
            </c:spPr>
          </c:marker>
          <c:xVal>
            <c:numRef>
              <c:f>Sheet3!$B$3:$B$153</c:f>
              <c:numCache>
                <c:formatCode>0.000000</c:formatCode>
                <c:ptCount val="151"/>
                <c:pt idx="0">
                  <c:v>2.0000000000000001E-4</c:v>
                </c:pt>
                <c:pt idx="1">
                  <c:v>4.0000000000000002E-4</c:v>
                </c:pt>
                <c:pt idx="2">
                  <c:v>2.5999999999999999E-3</c:v>
                </c:pt>
                <c:pt idx="3">
                  <c:v>2.9999999999999997E-4</c:v>
                </c:pt>
                <c:pt idx="4">
                  <c:v>3.0000000000000001E-3</c:v>
                </c:pt>
                <c:pt idx="5">
                  <c:v>4.0000000000000002E-4</c:v>
                </c:pt>
                <c:pt idx="6">
                  <c:v>8.0000000000000004E-4</c:v>
                </c:pt>
                <c:pt idx="7">
                  <c:v>6.4000000000000003E-3</c:v>
                </c:pt>
                <c:pt idx="8">
                  <c:v>8.7500000000000008E-3</c:v>
                </c:pt>
                <c:pt idx="9">
                  <c:v>1.43E-2</c:v>
                </c:pt>
                <c:pt idx="10">
                  <c:v>4.4999999999999997E-3</c:v>
                </c:pt>
                <c:pt idx="11">
                  <c:v>5.0000000000000001E-4</c:v>
                </c:pt>
                <c:pt idx="12">
                  <c:v>3.3999999999999998E-3</c:v>
                </c:pt>
                <c:pt idx="13">
                  <c:v>2.5999999999999999E-2</c:v>
                </c:pt>
                <c:pt idx="14">
                  <c:v>1.2999999999999999E-2</c:v>
                </c:pt>
                <c:pt idx="15">
                  <c:v>4.4999999999999997E-3</c:v>
                </c:pt>
                <c:pt idx="16">
                  <c:v>2.5999999999999999E-3</c:v>
                </c:pt>
                <c:pt idx="17">
                  <c:v>1.57E-3</c:v>
                </c:pt>
                <c:pt idx="18">
                  <c:v>2.5799999999999998E-4</c:v>
                </c:pt>
                <c:pt idx="19">
                  <c:v>2.8499999999999999E-4</c:v>
                </c:pt>
                <c:pt idx="20">
                  <c:v>1.0900000000000001E-4</c:v>
                </c:pt>
                <c:pt idx="21">
                  <c:v>1.75E-4</c:v>
                </c:pt>
                <c:pt idx="22">
                  <c:v>3.5E-4</c:v>
                </c:pt>
                <c:pt idx="23">
                  <c:v>8.7147849999999992E-3</c:v>
                </c:pt>
                <c:pt idx="24">
                  <c:v>1.1914009999999999E-3</c:v>
                </c:pt>
                <c:pt idx="25">
                  <c:v>2.6983110000000001E-3</c:v>
                </c:pt>
                <c:pt idx="26">
                  <c:v>9.0049499999999996E-4</c:v>
                </c:pt>
                <c:pt idx="27">
                  <c:v>7.6843799999999998E-4</c:v>
                </c:pt>
                <c:pt idx="28">
                  <c:v>7.3133699999999998E-4</c:v>
                </c:pt>
                <c:pt idx="29">
                  <c:v>6.3954599999999995E-4</c:v>
                </c:pt>
                <c:pt idx="30">
                  <c:v>5.5974599999999996E-4</c:v>
                </c:pt>
                <c:pt idx="31">
                  <c:v>9.0107999999999999E-5</c:v>
                </c:pt>
                <c:pt idx="32">
                  <c:v>2.25818E-4</c:v>
                </c:pt>
                <c:pt idx="33">
                  <c:v>7.7245999999999999E-5</c:v>
                </c:pt>
                <c:pt idx="34">
                  <c:v>3.8896E-3</c:v>
                </c:pt>
                <c:pt idx="35">
                  <c:v>4.2062999999999996E-3</c:v>
                </c:pt>
                <c:pt idx="36">
                  <c:v>6.7860000000000001E-4</c:v>
                </c:pt>
                <c:pt idx="37">
                  <c:v>8.8734999999999994E-3</c:v>
                </c:pt>
                <c:pt idx="38">
                  <c:v>3.3649999999999999E-4</c:v>
                </c:pt>
                <c:pt idx="39">
                  <c:v>1.6E-2</c:v>
                </c:pt>
                <c:pt idx="40">
                  <c:v>2.3999999999999998E-3</c:v>
                </c:pt>
                <c:pt idx="41">
                  <c:v>2.8500000000000001E-3</c:v>
                </c:pt>
                <c:pt idx="42">
                  <c:v>6.0000000000000002E-5</c:v>
                </c:pt>
                <c:pt idx="43">
                  <c:v>2.5999999999999998E-4</c:v>
                </c:pt>
                <c:pt idx="44">
                  <c:v>1.2E-4</c:v>
                </c:pt>
                <c:pt idx="45">
                  <c:v>6.0000000000000002E-5</c:v>
                </c:pt>
                <c:pt idx="46">
                  <c:v>8.0800000000000002E-4</c:v>
                </c:pt>
                <c:pt idx="47">
                  <c:v>1.7200000000000001E-4</c:v>
                </c:pt>
                <c:pt idx="48">
                  <c:v>1.41E-3</c:v>
                </c:pt>
                <c:pt idx="49">
                  <c:v>1.4519999999999999E-3</c:v>
                </c:pt>
                <c:pt idx="50">
                  <c:v>1.225E-4</c:v>
                </c:pt>
                <c:pt idx="51">
                  <c:v>1.517E-4</c:v>
                </c:pt>
                <c:pt idx="52">
                  <c:v>1.539E-4</c:v>
                </c:pt>
                <c:pt idx="53">
                  <c:v>1.1790000000000001E-4</c:v>
                </c:pt>
                <c:pt idx="54">
                  <c:v>2.496E-4</c:v>
                </c:pt>
                <c:pt idx="55">
                  <c:v>1.4100000000000001E-4</c:v>
                </c:pt>
                <c:pt idx="56">
                  <c:v>1.7310000000000001E-4</c:v>
                </c:pt>
                <c:pt idx="57">
                  <c:v>1.4339999999999999E-4</c:v>
                </c:pt>
                <c:pt idx="58">
                  <c:v>1.673E-4</c:v>
                </c:pt>
                <c:pt idx="59">
                  <c:v>6.3449999999999997E-4</c:v>
                </c:pt>
                <c:pt idx="60">
                  <c:v>2.2580000000000001E-4</c:v>
                </c:pt>
                <c:pt idx="61">
                  <c:v>1.3770000000000001E-4</c:v>
                </c:pt>
                <c:pt idx="62">
                  <c:v>6.1070000000000004E-4</c:v>
                </c:pt>
                <c:pt idx="63">
                  <c:v>1.011E-4</c:v>
                </c:pt>
                <c:pt idx="64">
                  <c:v>1.171E-4</c:v>
                </c:pt>
                <c:pt idx="65">
                  <c:v>1.094E-4</c:v>
                </c:pt>
                <c:pt idx="66">
                  <c:v>1.002E-4</c:v>
                </c:pt>
                <c:pt idx="67">
                  <c:v>1.9029999999999999E-4</c:v>
                </c:pt>
                <c:pt idx="68">
                  <c:v>1.4660000000000001E-4</c:v>
                </c:pt>
                <c:pt idx="69">
                  <c:v>1.06E-4</c:v>
                </c:pt>
                <c:pt idx="70">
                  <c:v>1.0349999999999999E-4</c:v>
                </c:pt>
                <c:pt idx="71">
                  <c:v>1.3559999999999999E-4</c:v>
                </c:pt>
                <c:pt idx="72">
                  <c:v>1.4799999999999999E-4</c:v>
                </c:pt>
                <c:pt idx="73">
                  <c:v>1.2770000000000001E-4</c:v>
                </c:pt>
                <c:pt idx="74">
                  <c:v>1.236E-4</c:v>
                </c:pt>
                <c:pt idx="75">
                  <c:v>1.238E-4</c:v>
                </c:pt>
                <c:pt idx="76">
                  <c:v>1.059E-4</c:v>
                </c:pt>
                <c:pt idx="77">
                  <c:v>2.611E-4</c:v>
                </c:pt>
                <c:pt idx="78">
                  <c:v>1.7640000000000001E-4</c:v>
                </c:pt>
                <c:pt idx="79">
                  <c:v>1.516E-4</c:v>
                </c:pt>
                <c:pt idx="80">
                  <c:v>1.004E-4</c:v>
                </c:pt>
                <c:pt idx="81">
                  <c:v>2.653E-4</c:v>
                </c:pt>
                <c:pt idx="82">
                  <c:v>1.1519999999999999E-4</c:v>
                </c:pt>
                <c:pt idx="83">
                  <c:v>1.227E-4</c:v>
                </c:pt>
                <c:pt idx="84">
                  <c:v>3.0899999999999998E-4</c:v>
                </c:pt>
                <c:pt idx="85">
                  <c:v>3.0059999999999999E-4</c:v>
                </c:pt>
                <c:pt idx="86">
                  <c:v>1.147E-4</c:v>
                </c:pt>
                <c:pt idx="87">
                  <c:v>2.1560000000000001E-4</c:v>
                </c:pt>
                <c:pt idx="88">
                  <c:v>1.4310000000000001E-4</c:v>
                </c:pt>
                <c:pt idx="89">
                  <c:v>1.3219999999999999E-4</c:v>
                </c:pt>
                <c:pt idx="90">
                  <c:v>1.5970000000000001E-4</c:v>
                </c:pt>
                <c:pt idx="91">
                  <c:v>3.3050000000000001E-4</c:v>
                </c:pt>
                <c:pt idx="92">
                  <c:v>1.3129999999999999E-4</c:v>
                </c:pt>
                <c:pt idx="93">
                  <c:v>2.084E-4</c:v>
                </c:pt>
                <c:pt idx="94">
                  <c:v>1.763E-4</c:v>
                </c:pt>
                <c:pt idx="95">
                  <c:v>2.1550000000000001E-4</c:v>
                </c:pt>
                <c:pt idx="96">
                  <c:v>1.4909999999999999E-4</c:v>
                </c:pt>
                <c:pt idx="97">
                  <c:v>1.5349999999999999E-4</c:v>
                </c:pt>
                <c:pt idx="98">
                  <c:v>1.772E-4</c:v>
                </c:pt>
                <c:pt idx="99">
                  <c:v>1.392E-4</c:v>
                </c:pt>
                <c:pt idx="100">
                  <c:v>1.583E-4</c:v>
                </c:pt>
                <c:pt idx="101">
                  <c:v>1.395E-4</c:v>
                </c:pt>
                <c:pt idx="102">
                  <c:v>1.164E-4</c:v>
                </c:pt>
                <c:pt idx="103">
                  <c:v>1.8900000000000001E-4</c:v>
                </c:pt>
                <c:pt idx="104">
                  <c:v>1.482E-4</c:v>
                </c:pt>
                <c:pt idx="105">
                  <c:v>2.7090000000000003E-4</c:v>
                </c:pt>
                <c:pt idx="106">
                  <c:v>1.049E-4</c:v>
                </c:pt>
                <c:pt idx="107">
                  <c:v>4.2979999999999998E-4</c:v>
                </c:pt>
                <c:pt idx="108">
                  <c:v>2.2240000000000001E-4</c:v>
                </c:pt>
                <c:pt idx="109">
                  <c:v>1.0509999999999999E-4</c:v>
                </c:pt>
                <c:pt idx="110">
                  <c:v>1.217E-4</c:v>
                </c:pt>
                <c:pt idx="111">
                  <c:v>2.419E-4</c:v>
                </c:pt>
                <c:pt idx="112">
                  <c:v>1.5760000000000001E-4</c:v>
                </c:pt>
                <c:pt idx="113">
                  <c:v>1.0009999999999999E-4</c:v>
                </c:pt>
                <c:pt idx="114">
                  <c:v>1.0119999999999999E-4</c:v>
                </c:pt>
                <c:pt idx="115">
                  <c:v>1.3119999999999999E-4</c:v>
                </c:pt>
                <c:pt idx="116">
                  <c:v>1.139E-4</c:v>
                </c:pt>
                <c:pt idx="117">
                  <c:v>1.058E-4</c:v>
                </c:pt>
                <c:pt idx="118" formatCode="General">
                  <c:v>5.9999999999999995E-4</c:v>
                </c:pt>
                <c:pt idx="119" formatCode="General">
                  <c:v>1E-3</c:v>
                </c:pt>
                <c:pt idx="120">
                  <c:v>1.2999999999999999E-4</c:v>
                </c:pt>
                <c:pt idx="121">
                  <c:v>1E-4</c:v>
                </c:pt>
                <c:pt idx="122">
                  <c:v>2.1599999999999999E-4</c:v>
                </c:pt>
                <c:pt idx="123">
                  <c:v>2.1000000000000001E-2</c:v>
                </c:pt>
                <c:pt idx="124">
                  <c:v>1.6199999999999999E-3</c:v>
                </c:pt>
                <c:pt idx="125">
                  <c:v>1.7099999999999999E-3</c:v>
                </c:pt>
                <c:pt idx="126">
                  <c:v>1.188E-3</c:v>
                </c:pt>
                <c:pt idx="127">
                  <c:v>1.08E-3</c:v>
                </c:pt>
                <c:pt idx="128">
                  <c:v>8.6399999999999997E-4</c:v>
                </c:pt>
                <c:pt idx="129">
                  <c:v>7.1100000000000004E-4</c:v>
                </c:pt>
                <c:pt idx="130">
                  <c:v>6.1200000000000002E-4</c:v>
                </c:pt>
                <c:pt idx="131">
                  <c:v>1.1850000000000001E-3</c:v>
                </c:pt>
                <c:pt idx="132">
                  <c:v>1.18165E-3</c:v>
                </c:pt>
                <c:pt idx="133">
                  <c:v>1.2999999999999999E-4</c:v>
                </c:pt>
                <c:pt idx="134">
                  <c:v>0.01</c:v>
                </c:pt>
                <c:pt idx="135">
                  <c:v>1E-3</c:v>
                </c:pt>
                <c:pt idx="136">
                  <c:v>4.1999999999999998E-5</c:v>
                </c:pt>
                <c:pt idx="137">
                  <c:v>1.8000000000000001E-4</c:v>
                </c:pt>
                <c:pt idx="138">
                  <c:v>5.9999999999999995E-4</c:v>
                </c:pt>
                <c:pt idx="139">
                  <c:v>5.0000000000000001E-4</c:v>
                </c:pt>
                <c:pt idx="140">
                  <c:v>8.0000000000000004E-4</c:v>
                </c:pt>
                <c:pt idx="141">
                  <c:v>4.4999999999999999E-4</c:v>
                </c:pt>
                <c:pt idx="142">
                  <c:v>3.6000000000000002E-4</c:v>
                </c:pt>
                <c:pt idx="143">
                  <c:v>7.9000000000000001E-4</c:v>
                </c:pt>
                <c:pt idx="144">
                  <c:v>8.9999999999999998E-4</c:v>
                </c:pt>
                <c:pt idx="145">
                  <c:v>6.4000000000000003E-3</c:v>
                </c:pt>
                <c:pt idx="146">
                  <c:v>6.3E-3</c:v>
                </c:pt>
                <c:pt idx="147">
                  <c:v>5.4999999999999997E-3</c:v>
                </c:pt>
                <c:pt idx="148">
                  <c:v>3.5000000000000001E-3</c:v>
                </c:pt>
                <c:pt idx="149">
                  <c:v>0.11</c:v>
                </c:pt>
                <c:pt idx="150">
                  <c:v>0.28000000000000003</c:v>
                </c:pt>
              </c:numCache>
            </c:numRef>
          </c:xVal>
          <c:yVal>
            <c:numRef>
              <c:f>Sheet3!$A$3:$A$153</c:f>
              <c:numCache>
                <c:formatCode>0.000</c:formatCode>
                <c:ptCount val="151"/>
                <c:pt idx="0">
                  <c:v>0.36874999999999997</c:v>
                </c:pt>
                <c:pt idx="1">
                  <c:v>0.31379310344827588</c:v>
                </c:pt>
                <c:pt idx="2">
                  <c:v>0.23055555555555554</c:v>
                </c:pt>
                <c:pt idx="3">
                  <c:v>0.34399999999999997</c:v>
                </c:pt>
                <c:pt idx="4">
                  <c:v>0.22222222222222224</c:v>
                </c:pt>
                <c:pt idx="5">
                  <c:v>0.27741935483870966</c:v>
                </c:pt>
                <c:pt idx="6">
                  <c:v>0.22051282051282051</c:v>
                </c:pt>
                <c:pt idx="7">
                  <c:v>0.15074626865671642</c:v>
                </c:pt>
                <c:pt idx="8">
                  <c:v>0.16071428571428573</c:v>
                </c:pt>
                <c:pt idx="9">
                  <c:v>0.15333333333333335</c:v>
                </c:pt>
                <c:pt idx="10">
                  <c:v>0.16363636363636364</c:v>
                </c:pt>
                <c:pt idx="11">
                  <c:v>0.2343139807341838</c:v>
                </c:pt>
                <c:pt idx="12">
                  <c:v>0.18793103448275864</c:v>
                </c:pt>
                <c:pt idx="13">
                  <c:v>0.16060606060606061</c:v>
                </c:pt>
                <c:pt idx="14">
                  <c:v>0.2080357142857143</c:v>
                </c:pt>
                <c:pt idx="15">
                  <c:v>0.22857142857142859</c:v>
                </c:pt>
                <c:pt idx="16">
                  <c:v>0.2878787878787879</c:v>
                </c:pt>
                <c:pt idx="17">
                  <c:v>0.28000000000000003</c:v>
                </c:pt>
                <c:pt idx="18">
                  <c:v>0.40540540540540537</c:v>
                </c:pt>
                <c:pt idx="19">
                  <c:v>0.48333333333333334</c:v>
                </c:pt>
                <c:pt idx="20">
                  <c:v>0.36666666666666664</c:v>
                </c:pt>
                <c:pt idx="21">
                  <c:v>0.31034482758620691</c:v>
                </c:pt>
                <c:pt idx="22">
                  <c:v>0.33333333333333331</c:v>
                </c:pt>
                <c:pt idx="23">
                  <c:v>0.3</c:v>
                </c:pt>
                <c:pt idx="24">
                  <c:v>0.4</c:v>
                </c:pt>
                <c:pt idx="25">
                  <c:v>0.3</c:v>
                </c:pt>
                <c:pt idx="26">
                  <c:v>0.4</c:v>
                </c:pt>
                <c:pt idx="27">
                  <c:v>0.42</c:v>
                </c:pt>
                <c:pt idx="28">
                  <c:v>0.44</c:v>
                </c:pt>
                <c:pt idx="29">
                  <c:v>0.47</c:v>
                </c:pt>
                <c:pt idx="30">
                  <c:v>0.5</c:v>
                </c:pt>
                <c:pt idx="31">
                  <c:v>0.53</c:v>
                </c:pt>
                <c:pt idx="32">
                  <c:v>0.54</c:v>
                </c:pt>
                <c:pt idx="33">
                  <c:v>0.62</c:v>
                </c:pt>
                <c:pt idx="34" formatCode="0.00">
                  <c:v>0.28000000000000003</c:v>
                </c:pt>
                <c:pt idx="35" formatCode="0.00">
                  <c:v>0.23</c:v>
                </c:pt>
                <c:pt idx="36" formatCode="0.00">
                  <c:v>0.24</c:v>
                </c:pt>
                <c:pt idx="37" formatCode="0.00">
                  <c:v>0.16</c:v>
                </c:pt>
                <c:pt idx="38" formatCode="0.00">
                  <c:v>0.34</c:v>
                </c:pt>
                <c:pt idx="39">
                  <c:v>0.2412</c:v>
                </c:pt>
                <c:pt idx="40">
                  <c:v>0.33363636363636368</c:v>
                </c:pt>
                <c:pt idx="41">
                  <c:v>0.29249999999999998</c:v>
                </c:pt>
                <c:pt idx="42">
                  <c:v>0.50714285714285712</c:v>
                </c:pt>
                <c:pt idx="43">
                  <c:v>0.20642443391258558</c:v>
                </c:pt>
                <c:pt idx="44">
                  <c:v>0.29842180774748922</c:v>
                </c:pt>
                <c:pt idx="45">
                  <c:v>0.34969325153374231</c:v>
                </c:pt>
                <c:pt idx="46">
                  <c:v>0.28055555555555556</c:v>
                </c:pt>
                <c:pt idx="47">
                  <c:v>0.32</c:v>
                </c:pt>
                <c:pt idx="48">
                  <c:v>0.21071428571428572</c:v>
                </c:pt>
                <c:pt idx="49">
                  <c:v>0.21076923076923079</c:v>
                </c:pt>
                <c:pt idx="50">
                  <c:v>0.42011834319526625</c:v>
                </c:pt>
                <c:pt idx="51">
                  <c:v>0.28611111111111109</c:v>
                </c:pt>
                <c:pt idx="52">
                  <c:v>0.43820224719101125</c:v>
                </c:pt>
                <c:pt idx="53">
                  <c:v>0.43820224719101125</c:v>
                </c:pt>
                <c:pt idx="54">
                  <c:v>0.28611111111111109</c:v>
                </c:pt>
                <c:pt idx="55">
                  <c:v>0.38967136150234744</c:v>
                </c:pt>
                <c:pt idx="56">
                  <c:v>0.42011834319526625</c:v>
                </c:pt>
                <c:pt idx="57">
                  <c:v>0.35950413223140498</c:v>
                </c:pt>
                <c:pt idx="58">
                  <c:v>0.3966480446927374</c:v>
                </c:pt>
                <c:pt idx="59">
                  <c:v>0.35950413223140498</c:v>
                </c:pt>
                <c:pt idx="60">
                  <c:v>0.35950413223140498</c:v>
                </c:pt>
                <c:pt idx="61">
                  <c:v>0.38967136150234744</c:v>
                </c:pt>
                <c:pt idx="62">
                  <c:v>0.27345844504021449</c:v>
                </c:pt>
                <c:pt idx="63">
                  <c:v>0.38967136150234744</c:v>
                </c:pt>
                <c:pt idx="64">
                  <c:v>0.3966480446927374</c:v>
                </c:pt>
                <c:pt idx="65">
                  <c:v>0.38967136150234744</c:v>
                </c:pt>
                <c:pt idx="66">
                  <c:v>0.35950413223140498</c:v>
                </c:pt>
                <c:pt idx="67">
                  <c:v>0.3966480446927374</c:v>
                </c:pt>
                <c:pt idx="68">
                  <c:v>0.35950413223140498</c:v>
                </c:pt>
                <c:pt idx="69">
                  <c:v>0.3966480446927374</c:v>
                </c:pt>
                <c:pt idx="70">
                  <c:v>0.3966480446927374</c:v>
                </c:pt>
                <c:pt idx="71">
                  <c:v>0.35950413223140498</c:v>
                </c:pt>
                <c:pt idx="72">
                  <c:v>0.35950413223140498</c:v>
                </c:pt>
                <c:pt idx="73">
                  <c:v>0.3966480446927374</c:v>
                </c:pt>
                <c:pt idx="74">
                  <c:v>0.35950413223140498</c:v>
                </c:pt>
                <c:pt idx="75">
                  <c:v>0.35950413223140498</c:v>
                </c:pt>
                <c:pt idx="76">
                  <c:v>0.35021097046413496</c:v>
                </c:pt>
                <c:pt idx="77">
                  <c:v>0.35950413223140498</c:v>
                </c:pt>
                <c:pt idx="78">
                  <c:v>0.31372549019607843</c:v>
                </c:pt>
                <c:pt idx="79">
                  <c:v>0.35950413223140498</c:v>
                </c:pt>
                <c:pt idx="80">
                  <c:v>0.42011834319526625</c:v>
                </c:pt>
                <c:pt idx="81">
                  <c:v>0.35950413223140498</c:v>
                </c:pt>
                <c:pt idx="82">
                  <c:v>0.35950413223140498</c:v>
                </c:pt>
                <c:pt idx="83">
                  <c:v>0.35950413223140498</c:v>
                </c:pt>
                <c:pt idx="84">
                  <c:v>0.35950413223140498</c:v>
                </c:pt>
                <c:pt idx="85">
                  <c:v>0.27345844504021449</c:v>
                </c:pt>
                <c:pt idx="86">
                  <c:v>0.3966480446927374</c:v>
                </c:pt>
                <c:pt idx="87">
                  <c:v>0.38967136150234744</c:v>
                </c:pt>
                <c:pt idx="88">
                  <c:v>0.27345844504021449</c:v>
                </c:pt>
                <c:pt idx="89">
                  <c:v>0.42011834319526625</c:v>
                </c:pt>
                <c:pt idx="90">
                  <c:v>0.35950413223140498</c:v>
                </c:pt>
                <c:pt idx="91">
                  <c:v>0.3966480446927374</c:v>
                </c:pt>
                <c:pt idx="92">
                  <c:v>0.35950413223140498</c:v>
                </c:pt>
                <c:pt idx="93">
                  <c:v>0.35950413223140498</c:v>
                </c:pt>
                <c:pt idx="94">
                  <c:v>0.3966480446927374</c:v>
                </c:pt>
                <c:pt idx="95">
                  <c:v>0.35950413223140498</c:v>
                </c:pt>
                <c:pt idx="96">
                  <c:v>0.35950413223140498</c:v>
                </c:pt>
                <c:pt idx="97">
                  <c:v>0.42011834319526625</c:v>
                </c:pt>
                <c:pt idx="98">
                  <c:v>0.35950413223140498</c:v>
                </c:pt>
                <c:pt idx="99">
                  <c:v>0.28611111111111109</c:v>
                </c:pt>
                <c:pt idx="100">
                  <c:v>0.35950413223140498</c:v>
                </c:pt>
                <c:pt idx="101">
                  <c:v>0.3966480446927374</c:v>
                </c:pt>
                <c:pt idx="102">
                  <c:v>0.3966480446927374</c:v>
                </c:pt>
                <c:pt idx="103">
                  <c:v>0.35950413223140498</c:v>
                </c:pt>
                <c:pt idx="104">
                  <c:v>0.3723849372384937</c:v>
                </c:pt>
                <c:pt idx="105">
                  <c:v>0.35950413223140498</c:v>
                </c:pt>
                <c:pt idx="106">
                  <c:v>0.35021097046413496</c:v>
                </c:pt>
                <c:pt idx="107">
                  <c:v>0.28611111111111109</c:v>
                </c:pt>
                <c:pt idx="108">
                  <c:v>0.32993197278911562</c:v>
                </c:pt>
                <c:pt idx="109">
                  <c:v>0.35950413223140498</c:v>
                </c:pt>
                <c:pt idx="110">
                  <c:v>0.31372549019607843</c:v>
                </c:pt>
                <c:pt idx="111">
                  <c:v>0.31372549019607843</c:v>
                </c:pt>
                <c:pt idx="112">
                  <c:v>0.31372549019607843</c:v>
                </c:pt>
                <c:pt idx="113">
                  <c:v>0.35021097046413496</c:v>
                </c:pt>
                <c:pt idx="114">
                  <c:v>0.3966480446927374</c:v>
                </c:pt>
                <c:pt idx="115">
                  <c:v>0.3966480446927374</c:v>
                </c:pt>
                <c:pt idx="116">
                  <c:v>0.27345844504021449</c:v>
                </c:pt>
                <c:pt idx="117">
                  <c:v>0.31372549019607843</c:v>
                </c:pt>
                <c:pt idx="118">
                  <c:v>0.3125</c:v>
                </c:pt>
                <c:pt idx="119">
                  <c:v>0.24290909090909088</c:v>
                </c:pt>
                <c:pt idx="120">
                  <c:v>0.39</c:v>
                </c:pt>
                <c:pt idx="121">
                  <c:v>0.43</c:v>
                </c:pt>
                <c:pt idx="122">
                  <c:v>0.43</c:v>
                </c:pt>
                <c:pt idx="123">
                  <c:v>0.28000000000000003</c:v>
                </c:pt>
                <c:pt idx="124">
                  <c:v>0.27</c:v>
                </c:pt>
                <c:pt idx="125">
                  <c:v>0.26</c:v>
                </c:pt>
                <c:pt idx="126">
                  <c:v>0.36</c:v>
                </c:pt>
                <c:pt idx="127">
                  <c:v>0.26</c:v>
                </c:pt>
                <c:pt idx="128">
                  <c:v>0.31</c:v>
                </c:pt>
                <c:pt idx="129">
                  <c:v>0.27</c:v>
                </c:pt>
                <c:pt idx="130">
                  <c:v>0.3</c:v>
                </c:pt>
                <c:pt idx="131">
                  <c:v>0.28000000000000003</c:v>
                </c:pt>
                <c:pt idx="132">
                  <c:v>0.27</c:v>
                </c:pt>
                <c:pt idx="133">
                  <c:v>0.41</c:v>
                </c:pt>
                <c:pt idx="134">
                  <c:v>0.26</c:v>
                </c:pt>
                <c:pt idx="135">
                  <c:v>0.47</c:v>
                </c:pt>
                <c:pt idx="136">
                  <c:v>0.72</c:v>
                </c:pt>
                <c:pt idx="137">
                  <c:v>0.6</c:v>
                </c:pt>
                <c:pt idx="138">
                  <c:v>0.44</c:v>
                </c:pt>
                <c:pt idx="139">
                  <c:v>0.44</c:v>
                </c:pt>
                <c:pt idx="140">
                  <c:v>0.42</c:v>
                </c:pt>
                <c:pt idx="141">
                  <c:v>0.47</c:v>
                </c:pt>
                <c:pt idx="142">
                  <c:v>0.48</c:v>
                </c:pt>
                <c:pt idx="143">
                  <c:v>0.45</c:v>
                </c:pt>
                <c:pt idx="144">
                  <c:v>0.39</c:v>
                </c:pt>
                <c:pt idx="145">
                  <c:v>0.29260000000000003</c:v>
                </c:pt>
                <c:pt idx="146">
                  <c:v>0.25443478260869568</c:v>
                </c:pt>
                <c:pt idx="147">
                  <c:v>0.24660869565217389</c:v>
                </c:pt>
                <c:pt idx="148">
                  <c:v>0.32511111111111113</c:v>
                </c:pt>
                <c:pt idx="149">
                  <c:v>0.11</c:v>
                </c:pt>
                <c:pt idx="150">
                  <c:v>0.12</c:v>
                </c:pt>
              </c:numCache>
            </c:numRef>
          </c:yVal>
          <c:smooth val="0"/>
          <c:extLst>
            <c:ext xmlns:c16="http://schemas.microsoft.com/office/drawing/2014/chart" uri="{C3380CC4-5D6E-409C-BE32-E72D297353CC}">
              <c16:uniqueId val="{00000000-238C-444E-84E2-08580E73598C}"/>
            </c:ext>
          </c:extLst>
        </c:ser>
        <c:ser>
          <c:idx val="1"/>
          <c:order val="1"/>
          <c:spPr>
            <a:ln w="25400" cap="rnd">
              <a:noFill/>
              <a:round/>
            </a:ln>
            <a:effectLst/>
          </c:spPr>
          <c:marker>
            <c:symbol val="circle"/>
            <c:size val="5"/>
            <c:spPr>
              <a:solidFill>
                <a:schemeClr val="tx1"/>
              </a:solidFill>
              <a:ln w="9525">
                <a:noFill/>
              </a:ln>
              <a:effectLst/>
            </c:spPr>
          </c:marker>
          <c:xVal>
            <c:numRef>
              <c:f>Sheet3!$B$3:$B$15</c:f>
              <c:numCache>
                <c:formatCode>0.000000</c:formatCode>
                <c:ptCount val="13"/>
                <c:pt idx="0">
                  <c:v>2.0000000000000001E-4</c:v>
                </c:pt>
                <c:pt idx="1">
                  <c:v>4.0000000000000002E-4</c:v>
                </c:pt>
                <c:pt idx="2">
                  <c:v>2.5999999999999999E-3</c:v>
                </c:pt>
                <c:pt idx="3">
                  <c:v>2.9999999999999997E-4</c:v>
                </c:pt>
                <c:pt idx="4">
                  <c:v>3.0000000000000001E-3</c:v>
                </c:pt>
                <c:pt idx="5">
                  <c:v>4.0000000000000002E-4</c:v>
                </c:pt>
                <c:pt idx="6">
                  <c:v>8.0000000000000004E-4</c:v>
                </c:pt>
                <c:pt idx="7">
                  <c:v>6.4000000000000003E-3</c:v>
                </c:pt>
                <c:pt idx="8">
                  <c:v>8.7500000000000008E-3</c:v>
                </c:pt>
                <c:pt idx="9">
                  <c:v>1.43E-2</c:v>
                </c:pt>
                <c:pt idx="10">
                  <c:v>4.4999999999999997E-3</c:v>
                </c:pt>
                <c:pt idx="11">
                  <c:v>5.0000000000000001E-4</c:v>
                </c:pt>
                <c:pt idx="12">
                  <c:v>3.3999999999999998E-3</c:v>
                </c:pt>
              </c:numCache>
            </c:numRef>
          </c:xVal>
          <c:yVal>
            <c:numRef>
              <c:f>Sheet3!$A$3:$A$15</c:f>
              <c:numCache>
                <c:formatCode>0.000</c:formatCode>
                <c:ptCount val="13"/>
                <c:pt idx="0">
                  <c:v>0.36874999999999997</c:v>
                </c:pt>
                <c:pt idx="1">
                  <c:v>0.31379310344827588</c:v>
                </c:pt>
                <c:pt idx="2">
                  <c:v>0.23055555555555554</c:v>
                </c:pt>
                <c:pt idx="3">
                  <c:v>0.34399999999999997</c:v>
                </c:pt>
                <c:pt idx="4">
                  <c:v>0.22222222222222224</c:v>
                </c:pt>
                <c:pt idx="5">
                  <c:v>0.27741935483870966</c:v>
                </c:pt>
                <c:pt idx="6">
                  <c:v>0.22051282051282051</c:v>
                </c:pt>
                <c:pt idx="7">
                  <c:v>0.15074626865671642</c:v>
                </c:pt>
                <c:pt idx="8">
                  <c:v>0.16071428571428573</c:v>
                </c:pt>
                <c:pt idx="9">
                  <c:v>0.15333333333333335</c:v>
                </c:pt>
                <c:pt idx="10">
                  <c:v>0.16363636363636364</c:v>
                </c:pt>
                <c:pt idx="11">
                  <c:v>0.2343139807341838</c:v>
                </c:pt>
                <c:pt idx="12">
                  <c:v>0.18793103448275864</c:v>
                </c:pt>
              </c:numCache>
            </c:numRef>
          </c:yVal>
          <c:smooth val="0"/>
          <c:extLst>
            <c:ext xmlns:c16="http://schemas.microsoft.com/office/drawing/2014/chart" uri="{C3380CC4-5D6E-409C-BE32-E72D297353CC}">
              <c16:uniqueId val="{00000001-238C-444E-84E2-08580E73598C}"/>
            </c:ext>
          </c:extLst>
        </c:ser>
        <c:ser>
          <c:idx val="4"/>
          <c:order val="2"/>
          <c:spPr>
            <a:ln w="12700" cap="rnd">
              <a:solidFill>
                <a:srgbClr val="FF0000"/>
              </a:solidFill>
              <a:round/>
            </a:ln>
            <a:effectLst/>
          </c:spPr>
          <c:marker>
            <c:symbol val="none"/>
          </c:marker>
          <c:xVal>
            <c:numRef>
              <c:f>Sheet3!$E$3:$E$8</c:f>
              <c:numCache>
                <c:formatCode>General</c:formatCode>
                <c:ptCount val="6"/>
                <c:pt idx="0">
                  <c:v>1.0000000000000001E-5</c:v>
                </c:pt>
                <c:pt idx="1">
                  <c:v>1E-4</c:v>
                </c:pt>
                <c:pt idx="2">
                  <c:v>1E-3</c:v>
                </c:pt>
                <c:pt idx="3">
                  <c:v>0.01</c:v>
                </c:pt>
                <c:pt idx="4">
                  <c:v>0.1</c:v>
                </c:pt>
                <c:pt idx="5">
                  <c:v>1</c:v>
                </c:pt>
              </c:numCache>
            </c:numRef>
          </c:xVal>
          <c:yVal>
            <c:numRef>
              <c:f>Sheet3!$I$3:$I$8</c:f>
              <c:numCache>
                <c:formatCode>General</c:formatCode>
                <c:ptCount val="6"/>
                <c:pt idx="0">
                  <c:v>0.55437035718049466</c:v>
                </c:pt>
                <c:pt idx="1">
                  <c:v>0.40438962050781962</c:v>
                </c:pt>
                <c:pt idx="2">
                  <c:v>0.29498504574842394</c:v>
                </c:pt>
                <c:pt idx="3">
                  <c:v>0.21517905703397538</c:v>
                </c:pt>
                <c:pt idx="4">
                  <c:v>0.15696397920292954</c:v>
                </c:pt>
                <c:pt idx="5">
                  <c:v>0.11449855346901885</c:v>
                </c:pt>
              </c:numCache>
            </c:numRef>
          </c:yVal>
          <c:smooth val="0"/>
          <c:extLst>
            <c:ext xmlns:c16="http://schemas.microsoft.com/office/drawing/2014/chart" uri="{C3380CC4-5D6E-409C-BE32-E72D297353CC}">
              <c16:uniqueId val="{00000002-238C-444E-84E2-08580E73598C}"/>
            </c:ext>
          </c:extLst>
        </c:ser>
        <c:ser>
          <c:idx val="2"/>
          <c:order val="3"/>
          <c:tx>
            <c:v>CI+</c:v>
          </c:tx>
          <c:spPr>
            <a:ln w="25400" cap="rnd">
              <a:solidFill>
                <a:srgbClr val="0070C0"/>
              </a:solidFill>
              <a:prstDash val="sysDot"/>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Sheet3!$L$11:$L$16</c:f>
              <c:numCache>
                <c:formatCode>General</c:formatCode>
                <c:ptCount val="6"/>
                <c:pt idx="0">
                  <c:v>0.50833732590201119</c:v>
                </c:pt>
                <c:pt idx="1">
                  <c:v>0.38609839830890896</c:v>
                </c:pt>
                <c:pt idx="2">
                  <c:v>0.28414106243273629</c:v>
                </c:pt>
                <c:pt idx="3">
                  <c:v>0.20008751937386168</c:v>
                </c:pt>
                <c:pt idx="4">
                  <c:v>0.13958732992613473</c:v>
                </c:pt>
                <c:pt idx="5">
                  <c:v>9.7198597849000881E-2</c:v>
                </c:pt>
              </c:numCache>
            </c:numRef>
          </c:yVal>
          <c:smooth val="0"/>
          <c:extLst>
            <c:ext xmlns:c16="http://schemas.microsoft.com/office/drawing/2014/chart" uri="{C3380CC4-5D6E-409C-BE32-E72D297353CC}">
              <c16:uniqueId val="{00000003-238C-444E-84E2-08580E73598C}"/>
            </c:ext>
          </c:extLst>
        </c:ser>
        <c:ser>
          <c:idx val="3"/>
          <c:order val="4"/>
          <c:tx>
            <c:v>CI-</c:v>
          </c:tx>
          <c:spPr>
            <a:ln w="25400" cap="rnd">
              <a:solidFill>
                <a:srgbClr val="0070C0"/>
              </a:solidFill>
              <a:prstDash val="sysDot"/>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Sheet3!$M$11:$M$16</c:f>
              <c:numCache>
                <c:formatCode>General</c:formatCode>
                <c:ptCount val="6"/>
                <c:pt idx="0">
                  <c:v>0.60400703921135945</c:v>
                </c:pt>
                <c:pt idx="1">
                  <c:v>0.42321494933658471</c:v>
                </c:pt>
                <c:pt idx="2">
                  <c:v>0.30604761539974951</c:v>
                </c:pt>
                <c:pt idx="3">
                  <c:v>0.23129593491420258</c:v>
                </c:pt>
                <c:pt idx="4">
                  <c:v>0.1764440427771013</c:v>
                </c:pt>
                <c:pt idx="5">
                  <c:v>0.13485125730048103</c:v>
                </c:pt>
              </c:numCache>
            </c:numRef>
          </c:yVal>
          <c:smooth val="0"/>
          <c:extLst>
            <c:ext xmlns:c16="http://schemas.microsoft.com/office/drawing/2014/chart" uri="{C3380CC4-5D6E-409C-BE32-E72D297353CC}">
              <c16:uniqueId val="{00000004-238C-444E-84E2-08580E73598C}"/>
            </c:ext>
          </c:extLst>
        </c:ser>
        <c:ser>
          <c:idx val="5"/>
          <c:order val="5"/>
          <c:tx>
            <c:v>PI+</c:v>
          </c:tx>
          <c:spPr>
            <a:ln w="25400" cap="rnd">
              <a:solidFill>
                <a:srgbClr val="92D050"/>
              </a:solidFill>
              <a:prstDash val="lgDash"/>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Sheet3!$P$11:$P$16</c:f>
              <c:numCache>
                <c:formatCode>General</c:formatCode>
                <c:ptCount val="6"/>
                <c:pt idx="0">
                  <c:v>0.36465905317035602</c:v>
                </c:pt>
                <c:pt idx="1">
                  <c:v>0.26773490839114639</c:v>
                </c:pt>
                <c:pt idx="2">
                  <c:v>0.19548885369079486</c:v>
                </c:pt>
                <c:pt idx="3">
                  <c:v>0.14194496759481751</c:v>
                </c:pt>
                <c:pt idx="4">
                  <c:v>0.10251324946425006</c:v>
                </c:pt>
                <c:pt idx="5">
                  <c:v>7.3664797611933161E-2</c:v>
                </c:pt>
              </c:numCache>
            </c:numRef>
          </c:yVal>
          <c:smooth val="0"/>
          <c:extLst>
            <c:ext xmlns:c16="http://schemas.microsoft.com/office/drawing/2014/chart" uri="{C3380CC4-5D6E-409C-BE32-E72D297353CC}">
              <c16:uniqueId val="{00000005-238C-444E-84E2-08580E73598C}"/>
            </c:ext>
          </c:extLst>
        </c:ser>
        <c:ser>
          <c:idx val="6"/>
          <c:order val="6"/>
          <c:tx>
            <c:v>PI-</c:v>
          </c:tx>
          <c:spPr>
            <a:ln w="25400" cap="rnd">
              <a:solidFill>
                <a:srgbClr val="92D050"/>
              </a:solidFill>
              <a:prstDash val="lgDash"/>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Sheet3!$Q$11:$Q$16</c:f>
              <c:numCache>
                <c:formatCode>General</c:formatCode>
                <c:ptCount val="6"/>
                <c:pt idx="0">
                  <c:v>0.84199032265265217</c:v>
                </c:pt>
                <c:pt idx="1">
                  <c:v>0.61031353293881752</c:v>
                </c:pt>
                <c:pt idx="2">
                  <c:v>0.44483812344035784</c:v>
                </c:pt>
                <c:pt idx="3">
                  <c:v>0.32603783453842317</c:v>
                </c:pt>
                <c:pt idx="4">
                  <c:v>0.24025531276537457</c:v>
                </c:pt>
                <c:pt idx="5">
                  <c:v>0.1779327946797884</c:v>
                </c:pt>
              </c:numCache>
            </c:numRef>
          </c:yVal>
          <c:smooth val="0"/>
          <c:extLst>
            <c:ext xmlns:c16="http://schemas.microsoft.com/office/drawing/2014/chart" uri="{C3380CC4-5D6E-409C-BE32-E72D297353CC}">
              <c16:uniqueId val="{00000006-238C-444E-84E2-08580E73598C}"/>
            </c:ext>
          </c:extLst>
        </c:ser>
        <c:dLbls>
          <c:showLegendKey val="0"/>
          <c:showVal val="0"/>
          <c:showCatName val="0"/>
          <c:showSerName val="0"/>
          <c:showPercent val="0"/>
          <c:showBubbleSize val="0"/>
        </c:dLbls>
        <c:axId val="612347904"/>
        <c:axId val="612341376"/>
      </c:scatterChart>
      <c:valAx>
        <c:axId val="612347904"/>
        <c:scaling>
          <c:logBase val="10"/>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sz="1400" dirty="0">
                    <a:solidFill>
                      <a:schemeClr val="tx1"/>
                    </a:solidFill>
                  </a:rPr>
                  <a:t>Volume (km</a:t>
                </a:r>
                <a:r>
                  <a:rPr lang="en-US" sz="1400" baseline="30000" dirty="0">
                    <a:solidFill>
                      <a:schemeClr val="tx1"/>
                    </a:solidFill>
                  </a:rPr>
                  <a:t>3</a:t>
                </a:r>
                <a:r>
                  <a:rPr lang="en-US" sz="1400" dirty="0">
                    <a:solidFill>
                      <a:schemeClr val="tx1"/>
                    </a:solidFill>
                  </a:rPr>
                  <a:t>)</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0000" sourceLinked="1"/>
        <c:majorTickMark val="cross"/>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12341376"/>
        <c:crossesAt val="1.0000000000000002E-2"/>
        <c:crossBetween val="midCat"/>
      </c:valAx>
      <c:valAx>
        <c:axId val="612341376"/>
        <c:scaling>
          <c:logBase val="10"/>
          <c:orientation val="minMax"/>
          <c:min val="0.1"/>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sz="1400" dirty="0">
                    <a:solidFill>
                      <a:schemeClr val="tx1"/>
                    </a:solidFill>
                  </a:rPr>
                  <a:t>∆H/L</a:t>
                </a:r>
                <a:r>
                  <a:rPr lang="en-US" sz="1400" baseline="0" dirty="0">
                    <a:solidFill>
                      <a:schemeClr val="tx1"/>
                    </a:solidFill>
                  </a:rPr>
                  <a:t> </a:t>
                </a:r>
                <a:endParaRPr lang="en-US" sz="1400" dirty="0">
                  <a:solidFill>
                    <a:schemeClr val="tx1"/>
                  </a:solidFill>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0" sourceLinked="1"/>
        <c:majorTickMark val="cross"/>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612347904"/>
        <c:crossesAt val="1.0000000000000004E-5"/>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chemeClr val="tx1"/>
              </a:solidFill>
              <a:ln w="9525">
                <a:noFill/>
              </a:ln>
              <a:effectLst/>
            </c:spPr>
          </c:marker>
          <c:xVal>
            <c:numRef>
              <c:f>Sheet3!$B$3:$B$153</c:f>
              <c:numCache>
                <c:formatCode>0.000000</c:formatCode>
                <c:ptCount val="151"/>
                <c:pt idx="0">
                  <c:v>2.0000000000000001E-4</c:v>
                </c:pt>
                <c:pt idx="1">
                  <c:v>4.0000000000000002E-4</c:v>
                </c:pt>
                <c:pt idx="2">
                  <c:v>2.5999999999999999E-3</c:v>
                </c:pt>
                <c:pt idx="3">
                  <c:v>2.9999999999999997E-4</c:v>
                </c:pt>
                <c:pt idx="4">
                  <c:v>3.0000000000000001E-3</c:v>
                </c:pt>
                <c:pt idx="5">
                  <c:v>4.0000000000000002E-4</c:v>
                </c:pt>
                <c:pt idx="6">
                  <c:v>8.0000000000000004E-4</c:v>
                </c:pt>
                <c:pt idx="7">
                  <c:v>6.4000000000000003E-3</c:v>
                </c:pt>
                <c:pt idx="8">
                  <c:v>8.7500000000000008E-3</c:v>
                </c:pt>
                <c:pt idx="9">
                  <c:v>1.43E-2</c:v>
                </c:pt>
                <c:pt idx="10">
                  <c:v>4.4999999999999997E-3</c:v>
                </c:pt>
                <c:pt idx="11">
                  <c:v>5.0000000000000001E-4</c:v>
                </c:pt>
                <c:pt idx="12">
                  <c:v>3.3999999999999998E-3</c:v>
                </c:pt>
                <c:pt idx="13">
                  <c:v>2.5999999999999999E-2</c:v>
                </c:pt>
                <c:pt idx="14">
                  <c:v>1.2999999999999999E-2</c:v>
                </c:pt>
                <c:pt idx="15">
                  <c:v>4.4999999999999997E-3</c:v>
                </c:pt>
                <c:pt idx="16">
                  <c:v>2.5999999999999999E-3</c:v>
                </c:pt>
                <c:pt idx="17">
                  <c:v>1.57E-3</c:v>
                </c:pt>
                <c:pt idx="18">
                  <c:v>2.5799999999999998E-4</c:v>
                </c:pt>
                <c:pt idx="19">
                  <c:v>2.8499999999999999E-4</c:v>
                </c:pt>
                <c:pt idx="20">
                  <c:v>1.0900000000000001E-4</c:v>
                </c:pt>
                <c:pt idx="21">
                  <c:v>1.75E-4</c:v>
                </c:pt>
                <c:pt idx="22">
                  <c:v>3.5E-4</c:v>
                </c:pt>
                <c:pt idx="23">
                  <c:v>8.7147849999999992E-3</c:v>
                </c:pt>
                <c:pt idx="24">
                  <c:v>1.1914009999999999E-3</c:v>
                </c:pt>
                <c:pt idx="25">
                  <c:v>2.6983110000000001E-3</c:v>
                </c:pt>
                <c:pt idx="26">
                  <c:v>9.0049499999999996E-4</c:v>
                </c:pt>
                <c:pt idx="27">
                  <c:v>7.6843799999999998E-4</c:v>
                </c:pt>
                <c:pt idx="28">
                  <c:v>7.3133699999999998E-4</c:v>
                </c:pt>
                <c:pt idx="29">
                  <c:v>6.3954599999999995E-4</c:v>
                </c:pt>
                <c:pt idx="30">
                  <c:v>5.5974599999999996E-4</c:v>
                </c:pt>
                <c:pt idx="31">
                  <c:v>9.0107999999999999E-5</c:v>
                </c:pt>
                <c:pt idx="32">
                  <c:v>2.25818E-4</c:v>
                </c:pt>
                <c:pt idx="33">
                  <c:v>7.7245999999999999E-5</c:v>
                </c:pt>
                <c:pt idx="34">
                  <c:v>3.8896E-3</c:v>
                </c:pt>
                <c:pt idx="35">
                  <c:v>4.2062999999999996E-3</c:v>
                </c:pt>
                <c:pt idx="36">
                  <c:v>6.7860000000000001E-4</c:v>
                </c:pt>
                <c:pt idx="37">
                  <c:v>8.8734999999999994E-3</c:v>
                </c:pt>
                <c:pt idx="38">
                  <c:v>3.3649999999999999E-4</c:v>
                </c:pt>
                <c:pt idx="39">
                  <c:v>1.6E-2</c:v>
                </c:pt>
                <c:pt idx="40">
                  <c:v>2.3999999999999998E-3</c:v>
                </c:pt>
                <c:pt idx="41">
                  <c:v>2.8500000000000001E-3</c:v>
                </c:pt>
                <c:pt idx="42">
                  <c:v>6.0000000000000002E-5</c:v>
                </c:pt>
                <c:pt idx="43">
                  <c:v>2.5999999999999998E-4</c:v>
                </c:pt>
                <c:pt idx="44">
                  <c:v>1.2E-4</c:v>
                </c:pt>
                <c:pt idx="45">
                  <c:v>6.0000000000000002E-5</c:v>
                </c:pt>
                <c:pt idx="46">
                  <c:v>8.0800000000000002E-4</c:v>
                </c:pt>
                <c:pt idx="47">
                  <c:v>1.7200000000000001E-4</c:v>
                </c:pt>
                <c:pt idx="48">
                  <c:v>1.41E-3</c:v>
                </c:pt>
                <c:pt idx="49">
                  <c:v>1.4519999999999999E-3</c:v>
                </c:pt>
                <c:pt idx="50">
                  <c:v>1.225E-4</c:v>
                </c:pt>
                <c:pt idx="51">
                  <c:v>1.517E-4</c:v>
                </c:pt>
                <c:pt idx="52">
                  <c:v>1.539E-4</c:v>
                </c:pt>
                <c:pt idx="53">
                  <c:v>1.1790000000000001E-4</c:v>
                </c:pt>
                <c:pt idx="54">
                  <c:v>2.496E-4</c:v>
                </c:pt>
                <c:pt idx="55">
                  <c:v>1.4100000000000001E-4</c:v>
                </c:pt>
                <c:pt idx="56">
                  <c:v>1.7310000000000001E-4</c:v>
                </c:pt>
                <c:pt idx="57">
                  <c:v>1.4339999999999999E-4</c:v>
                </c:pt>
                <c:pt idx="58">
                  <c:v>1.673E-4</c:v>
                </c:pt>
                <c:pt idx="59">
                  <c:v>6.3449999999999997E-4</c:v>
                </c:pt>
                <c:pt idx="60">
                  <c:v>2.2580000000000001E-4</c:v>
                </c:pt>
                <c:pt idx="61">
                  <c:v>1.3770000000000001E-4</c:v>
                </c:pt>
                <c:pt idx="62">
                  <c:v>6.1070000000000004E-4</c:v>
                </c:pt>
                <c:pt idx="63">
                  <c:v>1.011E-4</c:v>
                </c:pt>
                <c:pt idx="64">
                  <c:v>1.171E-4</c:v>
                </c:pt>
                <c:pt idx="65">
                  <c:v>1.094E-4</c:v>
                </c:pt>
                <c:pt idx="66">
                  <c:v>1.002E-4</c:v>
                </c:pt>
                <c:pt idx="67">
                  <c:v>1.9029999999999999E-4</c:v>
                </c:pt>
                <c:pt idx="68">
                  <c:v>1.4660000000000001E-4</c:v>
                </c:pt>
                <c:pt idx="69">
                  <c:v>1.06E-4</c:v>
                </c:pt>
                <c:pt idx="70">
                  <c:v>1.0349999999999999E-4</c:v>
                </c:pt>
                <c:pt idx="71">
                  <c:v>1.3559999999999999E-4</c:v>
                </c:pt>
                <c:pt idx="72">
                  <c:v>1.4799999999999999E-4</c:v>
                </c:pt>
                <c:pt idx="73">
                  <c:v>1.2770000000000001E-4</c:v>
                </c:pt>
                <c:pt idx="74">
                  <c:v>1.236E-4</c:v>
                </c:pt>
                <c:pt idx="75">
                  <c:v>1.238E-4</c:v>
                </c:pt>
                <c:pt idx="76">
                  <c:v>1.059E-4</c:v>
                </c:pt>
                <c:pt idx="77">
                  <c:v>2.611E-4</c:v>
                </c:pt>
                <c:pt idx="78">
                  <c:v>1.7640000000000001E-4</c:v>
                </c:pt>
                <c:pt idx="79">
                  <c:v>1.516E-4</c:v>
                </c:pt>
                <c:pt idx="80">
                  <c:v>1.004E-4</c:v>
                </c:pt>
                <c:pt idx="81">
                  <c:v>2.653E-4</c:v>
                </c:pt>
                <c:pt idx="82">
                  <c:v>1.1519999999999999E-4</c:v>
                </c:pt>
                <c:pt idx="83">
                  <c:v>1.227E-4</c:v>
                </c:pt>
                <c:pt idx="84">
                  <c:v>3.0899999999999998E-4</c:v>
                </c:pt>
                <c:pt idx="85">
                  <c:v>3.0059999999999999E-4</c:v>
                </c:pt>
                <c:pt idx="86">
                  <c:v>1.147E-4</c:v>
                </c:pt>
                <c:pt idx="87">
                  <c:v>2.1560000000000001E-4</c:v>
                </c:pt>
                <c:pt idx="88">
                  <c:v>1.4310000000000001E-4</c:v>
                </c:pt>
                <c:pt idx="89">
                  <c:v>1.3219999999999999E-4</c:v>
                </c:pt>
                <c:pt idx="90">
                  <c:v>1.5970000000000001E-4</c:v>
                </c:pt>
                <c:pt idx="91">
                  <c:v>3.3050000000000001E-4</c:v>
                </c:pt>
                <c:pt idx="92">
                  <c:v>1.3129999999999999E-4</c:v>
                </c:pt>
                <c:pt idx="93">
                  <c:v>2.084E-4</c:v>
                </c:pt>
                <c:pt idx="94">
                  <c:v>1.763E-4</c:v>
                </c:pt>
                <c:pt idx="95">
                  <c:v>2.1550000000000001E-4</c:v>
                </c:pt>
                <c:pt idx="96">
                  <c:v>1.4909999999999999E-4</c:v>
                </c:pt>
                <c:pt idx="97">
                  <c:v>1.5349999999999999E-4</c:v>
                </c:pt>
                <c:pt idx="98">
                  <c:v>1.772E-4</c:v>
                </c:pt>
                <c:pt idx="99">
                  <c:v>1.392E-4</c:v>
                </c:pt>
                <c:pt idx="100">
                  <c:v>1.583E-4</c:v>
                </c:pt>
                <c:pt idx="101">
                  <c:v>1.395E-4</c:v>
                </c:pt>
                <c:pt idx="102">
                  <c:v>1.164E-4</c:v>
                </c:pt>
                <c:pt idx="103">
                  <c:v>1.8900000000000001E-4</c:v>
                </c:pt>
                <c:pt idx="104">
                  <c:v>1.482E-4</c:v>
                </c:pt>
                <c:pt idx="105">
                  <c:v>2.7090000000000003E-4</c:v>
                </c:pt>
                <c:pt idx="106">
                  <c:v>1.049E-4</c:v>
                </c:pt>
                <c:pt idx="107">
                  <c:v>4.2979999999999998E-4</c:v>
                </c:pt>
                <c:pt idx="108">
                  <c:v>2.2240000000000001E-4</c:v>
                </c:pt>
                <c:pt idx="109">
                  <c:v>1.0509999999999999E-4</c:v>
                </c:pt>
                <c:pt idx="110">
                  <c:v>1.217E-4</c:v>
                </c:pt>
                <c:pt idx="111">
                  <c:v>2.419E-4</c:v>
                </c:pt>
                <c:pt idx="112">
                  <c:v>1.5760000000000001E-4</c:v>
                </c:pt>
                <c:pt idx="113">
                  <c:v>1.0009999999999999E-4</c:v>
                </c:pt>
                <c:pt idx="114">
                  <c:v>1.0119999999999999E-4</c:v>
                </c:pt>
                <c:pt idx="115">
                  <c:v>1.3119999999999999E-4</c:v>
                </c:pt>
                <c:pt idx="116">
                  <c:v>1.139E-4</c:v>
                </c:pt>
                <c:pt idx="117">
                  <c:v>1.058E-4</c:v>
                </c:pt>
                <c:pt idx="118" formatCode="General">
                  <c:v>5.9999999999999995E-4</c:v>
                </c:pt>
                <c:pt idx="119" formatCode="General">
                  <c:v>1E-3</c:v>
                </c:pt>
                <c:pt idx="120">
                  <c:v>1.2999999999999999E-4</c:v>
                </c:pt>
                <c:pt idx="121">
                  <c:v>1E-4</c:v>
                </c:pt>
                <c:pt idx="122">
                  <c:v>2.1599999999999999E-4</c:v>
                </c:pt>
                <c:pt idx="123">
                  <c:v>2.1000000000000001E-2</c:v>
                </c:pt>
                <c:pt idx="124">
                  <c:v>1.6199999999999999E-3</c:v>
                </c:pt>
                <c:pt idx="125">
                  <c:v>1.7099999999999999E-3</c:v>
                </c:pt>
                <c:pt idx="126">
                  <c:v>1.188E-3</c:v>
                </c:pt>
                <c:pt idx="127">
                  <c:v>1.08E-3</c:v>
                </c:pt>
                <c:pt idx="128">
                  <c:v>8.6399999999999997E-4</c:v>
                </c:pt>
                <c:pt idx="129">
                  <c:v>7.1100000000000004E-4</c:v>
                </c:pt>
                <c:pt idx="130">
                  <c:v>6.1200000000000002E-4</c:v>
                </c:pt>
                <c:pt idx="131">
                  <c:v>1.1850000000000001E-3</c:v>
                </c:pt>
                <c:pt idx="132">
                  <c:v>1.18165E-3</c:v>
                </c:pt>
                <c:pt idx="133">
                  <c:v>1.2999999999999999E-4</c:v>
                </c:pt>
                <c:pt idx="134">
                  <c:v>0.01</c:v>
                </c:pt>
                <c:pt idx="135">
                  <c:v>1E-3</c:v>
                </c:pt>
                <c:pt idx="136">
                  <c:v>4.1999999999999998E-5</c:v>
                </c:pt>
                <c:pt idx="137">
                  <c:v>1.8000000000000001E-4</c:v>
                </c:pt>
                <c:pt idx="138">
                  <c:v>5.9999999999999995E-4</c:v>
                </c:pt>
                <c:pt idx="139">
                  <c:v>5.0000000000000001E-4</c:v>
                </c:pt>
                <c:pt idx="140">
                  <c:v>8.0000000000000004E-4</c:v>
                </c:pt>
                <c:pt idx="141">
                  <c:v>4.4999999999999999E-4</c:v>
                </c:pt>
                <c:pt idx="142">
                  <c:v>3.6000000000000002E-4</c:v>
                </c:pt>
                <c:pt idx="143">
                  <c:v>7.9000000000000001E-4</c:v>
                </c:pt>
                <c:pt idx="144">
                  <c:v>8.9999999999999998E-4</c:v>
                </c:pt>
                <c:pt idx="145">
                  <c:v>6.4000000000000003E-3</c:v>
                </c:pt>
                <c:pt idx="146">
                  <c:v>6.3E-3</c:v>
                </c:pt>
                <c:pt idx="147">
                  <c:v>5.4999999999999997E-3</c:v>
                </c:pt>
                <c:pt idx="148">
                  <c:v>3.5000000000000001E-3</c:v>
                </c:pt>
                <c:pt idx="149">
                  <c:v>0.11</c:v>
                </c:pt>
                <c:pt idx="150">
                  <c:v>0.28000000000000003</c:v>
                </c:pt>
              </c:numCache>
            </c:numRef>
          </c:xVal>
          <c:yVal>
            <c:numRef>
              <c:f>Sheet3!$A$3:$A$153</c:f>
              <c:numCache>
                <c:formatCode>0.000</c:formatCode>
                <c:ptCount val="151"/>
                <c:pt idx="0">
                  <c:v>0.36874999999999997</c:v>
                </c:pt>
                <c:pt idx="1">
                  <c:v>0.31379310344827588</c:v>
                </c:pt>
                <c:pt idx="2">
                  <c:v>0.23055555555555554</c:v>
                </c:pt>
                <c:pt idx="3">
                  <c:v>0.34399999999999997</c:v>
                </c:pt>
                <c:pt idx="4">
                  <c:v>0.22222222222222224</c:v>
                </c:pt>
                <c:pt idx="5">
                  <c:v>0.27741935483870966</c:v>
                </c:pt>
                <c:pt idx="6">
                  <c:v>0.22051282051282051</c:v>
                </c:pt>
                <c:pt idx="7">
                  <c:v>0.15074626865671642</c:v>
                </c:pt>
                <c:pt idx="8">
                  <c:v>0.16071428571428573</c:v>
                </c:pt>
                <c:pt idx="9">
                  <c:v>0.15333333333333335</c:v>
                </c:pt>
                <c:pt idx="10">
                  <c:v>0.16363636363636364</c:v>
                </c:pt>
                <c:pt idx="11">
                  <c:v>0.2343139807341838</c:v>
                </c:pt>
                <c:pt idx="12">
                  <c:v>0.18793103448275864</c:v>
                </c:pt>
                <c:pt idx="13">
                  <c:v>0.16060606060606061</c:v>
                </c:pt>
                <c:pt idx="14">
                  <c:v>0.2080357142857143</c:v>
                </c:pt>
                <c:pt idx="15">
                  <c:v>0.22857142857142859</c:v>
                </c:pt>
                <c:pt idx="16">
                  <c:v>0.2878787878787879</c:v>
                </c:pt>
                <c:pt idx="17">
                  <c:v>0.28000000000000003</c:v>
                </c:pt>
                <c:pt idx="18">
                  <c:v>0.40540540540540537</c:v>
                </c:pt>
                <c:pt idx="19">
                  <c:v>0.48333333333333334</c:v>
                </c:pt>
                <c:pt idx="20">
                  <c:v>0.36666666666666664</c:v>
                </c:pt>
                <c:pt idx="21">
                  <c:v>0.31034482758620691</c:v>
                </c:pt>
                <c:pt idx="22">
                  <c:v>0.33333333333333331</c:v>
                </c:pt>
                <c:pt idx="23">
                  <c:v>0.3</c:v>
                </c:pt>
                <c:pt idx="24">
                  <c:v>0.4</c:v>
                </c:pt>
                <c:pt idx="25">
                  <c:v>0.3</c:v>
                </c:pt>
                <c:pt idx="26">
                  <c:v>0.4</c:v>
                </c:pt>
                <c:pt idx="27">
                  <c:v>0.42</c:v>
                </c:pt>
                <c:pt idx="28">
                  <c:v>0.44</c:v>
                </c:pt>
                <c:pt idx="29">
                  <c:v>0.47</c:v>
                </c:pt>
                <c:pt idx="30">
                  <c:v>0.5</c:v>
                </c:pt>
                <c:pt idx="31">
                  <c:v>0.53</c:v>
                </c:pt>
                <c:pt idx="32">
                  <c:v>0.54</c:v>
                </c:pt>
                <c:pt idx="33">
                  <c:v>0.62</c:v>
                </c:pt>
                <c:pt idx="34" formatCode="0.00">
                  <c:v>0.28000000000000003</c:v>
                </c:pt>
                <c:pt idx="35" formatCode="0.00">
                  <c:v>0.23</c:v>
                </c:pt>
                <c:pt idx="36" formatCode="0.00">
                  <c:v>0.24</c:v>
                </c:pt>
                <c:pt idx="37" formatCode="0.00">
                  <c:v>0.16</c:v>
                </c:pt>
                <c:pt idx="38" formatCode="0.00">
                  <c:v>0.34</c:v>
                </c:pt>
                <c:pt idx="39">
                  <c:v>0.2412</c:v>
                </c:pt>
                <c:pt idx="40">
                  <c:v>0.33363636363636368</c:v>
                </c:pt>
                <c:pt idx="41">
                  <c:v>0.29249999999999998</c:v>
                </c:pt>
                <c:pt idx="42">
                  <c:v>0.50714285714285712</c:v>
                </c:pt>
                <c:pt idx="43">
                  <c:v>0.20642443391258558</c:v>
                </c:pt>
                <c:pt idx="44">
                  <c:v>0.29842180774748922</c:v>
                </c:pt>
                <c:pt idx="45">
                  <c:v>0.34969325153374231</c:v>
                </c:pt>
                <c:pt idx="46">
                  <c:v>0.28055555555555556</c:v>
                </c:pt>
                <c:pt idx="47">
                  <c:v>0.32</c:v>
                </c:pt>
                <c:pt idx="48">
                  <c:v>0.21071428571428572</c:v>
                </c:pt>
                <c:pt idx="49">
                  <c:v>0.21076923076923079</c:v>
                </c:pt>
                <c:pt idx="50">
                  <c:v>0.42011834319526625</c:v>
                </c:pt>
                <c:pt idx="51">
                  <c:v>0.28611111111111109</c:v>
                </c:pt>
                <c:pt idx="52">
                  <c:v>0.43820224719101125</c:v>
                </c:pt>
                <c:pt idx="53">
                  <c:v>0.43820224719101125</c:v>
                </c:pt>
                <c:pt idx="54">
                  <c:v>0.28611111111111109</c:v>
                </c:pt>
                <c:pt idx="55">
                  <c:v>0.38967136150234744</c:v>
                </c:pt>
                <c:pt idx="56">
                  <c:v>0.42011834319526625</c:v>
                </c:pt>
                <c:pt idx="57">
                  <c:v>0.35950413223140498</c:v>
                </c:pt>
                <c:pt idx="58">
                  <c:v>0.3966480446927374</c:v>
                </c:pt>
                <c:pt idx="59">
                  <c:v>0.35950413223140498</c:v>
                </c:pt>
                <c:pt idx="60">
                  <c:v>0.35950413223140498</c:v>
                </c:pt>
                <c:pt idx="61">
                  <c:v>0.38967136150234744</c:v>
                </c:pt>
                <c:pt idx="62">
                  <c:v>0.27345844504021449</c:v>
                </c:pt>
                <c:pt idx="63">
                  <c:v>0.38967136150234744</c:v>
                </c:pt>
                <c:pt idx="64">
                  <c:v>0.3966480446927374</c:v>
                </c:pt>
                <c:pt idx="65">
                  <c:v>0.38967136150234744</c:v>
                </c:pt>
                <c:pt idx="66">
                  <c:v>0.35950413223140498</c:v>
                </c:pt>
                <c:pt idx="67">
                  <c:v>0.3966480446927374</c:v>
                </c:pt>
                <c:pt idx="68">
                  <c:v>0.35950413223140498</c:v>
                </c:pt>
                <c:pt idx="69">
                  <c:v>0.3966480446927374</c:v>
                </c:pt>
                <c:pt idx="70">
                  <c:v>0.3966480446927374</c:v>
                </c:pt>
                <c:pt idx="71">
                  <c:v>0.35950413223140498</c:v>
                </c:pt>
                <c:pt idx="72">
                  <c:v>0.35950413223140498</c:v>
                </c:pt>
                <c:pt idx="73">
                  <c:v>0.3966480446927374</c:v>
                </c:pt>
                <c:pt idx="74">
                  <c:v>0.35950413223140498</c:v>
                </c:pt>
                <c:pt idx="75">
                  <c:v>0.35950413223140498</c:v>
                </c:pt>
                <c:pt idx="76">
                  <c:v>0.35021097046413496</c:v>
                </c:pt>
                <c:pt idx="77">
                  <c:v>0.35950413223140498</c:v>
                </c:pt>
                <c:pt idx="78">
                  <c:v>0.31372549019607843</c:v>
                </c:pt>
                <c:pt idx="79">
                  <c:v>0.35950413223140498</c:v>
                </c:pt>
                <c:pt idx="80">
                  <c:v>0.42011834319526625</c:v>
                </c:pt>
                <c:pt idx="81">
                  <c:v>0.35950413223140498</c:v>
                </c:pt>
                <c:pt idx="82">
                  <c:v>0.35950413223140498</c:v>
                </c:pt>
                <c:pt idx="83">
                  <c:v>0.35950413223140498</c:v>
                </c:pt>
                <c:pt idx="84">
                  <c:v>0.35950413223140498</c:v>
                </c:pt>
                <c:pt idx="85">
                  <c:v>0.27345844504021449</c:v>
                </c:pt>
                <c:pt idx="86">
                  <c:v>0.3966480446927374</c:v>
                </c:pt>
                <c:pt idx="87">
                  <c:v>0.38967136150234744</c:v>
                </c:pt>
                <c:pt idx="88">
                  <c:v>0.27345844504021449</c:v>
                </c:pt>
                <c:pt idx="89">
                  <c:v>0.42011834319526625</c:v>
                </c:pt>
                <c:pt idx="90">
                  <c:v>0.35950413223140498</c:v>
                </c:pt>
                <c:pt idx="91">
                  <c:v>0.3966480446927374</c:v>
                </c:pt>
                <c:pt idx="92">
                  <c:v>0.35950413223140498</c:v>
                </c:pt>
                <c:pt idx="93">
                  <c:v>0.35950413223140498</c:v>
                </c:pt>
                <c:pt idx="94">
                  <c:v>0.3966480446927374</c:v>
                </c:pt>
                <c:pt idx="95">
                  <c:v>0.35950413223140498</c:v>
                </c:pt>
                <c:pt idx="96">
                  <c:v>0.35950413223140498</c:v>
                </c:pt>
                <c:pt idx="97">
                  <c:v>0.42011834319526625</c:v>
                </c:pt>
                <c:pt idx="98">
                  <c:v>0.35950413223140498</c:v>
                </c:pt>
                <c:pt idx="99">
                  <c:v>0.28611111111111109</c:v>
                </c:pt>
                <c:pt idx="100">
                  <c:v>0.35950413223140498</c:v>
                </c:pt>
                <c:pt idx="101">
                  <c:v>0.3966480446927374</c:v>
                </c:pt>
                <c:pt idx="102">
                  <c:v>0.3966480446927374</c:v>
                </c:pt>
                <c:pt idx="103">
                  <c:v>0.35950413223140498</c:v>
                </c:pt>
                <c:pt idx="104">
                  <c:v>0.3723849372384937</c:v>
                </c:pt>
                <c:pt idx="105">
                  <c:v>0.35950413223140498</c:v>
                </c:pt>
                <c:pt idx="106">
                  <c:v>0.35021097046413496</c:v>
                </c:pt>
                <c:pt idx="107">
                  <c:v>0.28611111111111109</c:v>
                </c:pt>
                <c:pt idx="108">
                  <c:v>0.32993197278911562</c:v>
                </c:pt>
                <c:pt idx="109">
                  <c:v>0.35950413223140498</c:v>
                </c:pt>
                <c:pt idx="110">
                  <c:v>0.31372549019607843</c:v>
                </c:pt>
                <c:pt idx="111">
                  <c:v>0.31372549019607843</c:v>
                </c:pt>
                <c:pt idx="112">
                  <c:v>0.31372549019607843</c:v>
                </c:pt>
                <c:pt idx="113">
                  <c:v>0.35021097046413496</c:v>
                </c:pt>
                <c:pt idx="114">
                  <c:v>0.3966480446927374</c:v>
                </c:pt>
                <c:pt idx="115">
                  <c:v>0.3966480446927374</c:v>
                </c:pt>
                <c:pt idx="116">
                  <c:v>0.27345844504021449</c:v>
                </c:pt>
                <c:pt idx="117">
                  <c:v>0.31372549019607843</c:v>
                </c:pt>
                <c:pt idx="118">
                  <c:v>0.3125</c:v>
                </c:pt>
                <c:pt idx="119">
                  <c:v>0.24290909090909088</c:v>
                </c:pt>
                <c:pt idx="120">
                  <c:v>0.39</c:v>
                </c:pt>
                <c:pt idx="121">
                  <c:v>0.43</c:v>
                </c:pt>
                <c:pt idx="122">
                  <c:v>0.43</c:v>
                </c:pt>
                <c:pt idx="123">
                  <c:v>0.28000000000000003</c:v>
                </c:pt>
                <c:pt idx="124">
                  <c:v>0.27</c:v>
                </c:pt>
                <c:pt idx="125">
                  <c:v>0.26</c:v>
                </c:pt>
                <c:pt idx="126">
                  <c:v>0.36</c:v>
                </c:pt>
                <c:pt idx="127">
                  <c:v>0.26</c:v>
                </c:pt>
                <c:pt idx="128">
                  <c:v>0.31</c:v>
                </c:pt>
                <c:pt idx="129">
                  <c:v>0.27</c:v>
                </c:pt>
                <c:pt idx="130">
                  <c:v>0.3</c:v>
                </c:pt>
                <c:pt idx="131">
                  <c:v>0.28000000000000003</c:v>
                </c:pt>
                <c:pt idx="132">
                  <c:v>0.27</c:v>
                </c:pt>
                <c:pt idx="133">
                  <c:v>0.41</c:v>
                </c:pt>
                <c:pt idx="134">
                  <c:v>0.26</c:v>
                </c:pt>
                <c:pt idx="135">
                  <c:v>0.47</c:v>
                </c:pt>
                <c:pt idx="136">
                  <c:v>0.72</c:v>
                </c:pt>
                <c:pt idx="137">
                  <c:v>0.6</c:v>
                </c:pt>
                <c:pt idx="138">
                  <c:v>0.44</c:v>
                </c:pt>
                <c:pt idx="139">
                  <c:v>0.44</c:v>
                </c:pt>
                <c:pt idx="140">
                  <c:v>0.42</c:v>
                </c:pt>
                <c:pt idx="141">
                  <c:v>0.47</c:v>
                </c:pt>
                <c:pt idx="142">
                  <c:v>0.48</c:v>
                </c:pt>
                <c:pt idx="143">
                  <c:v>0.45</c:v>
                </c:pt>
                <c:pt idx="144">
                  <c:v>0.39</c:v>
                </c:pt>
                <c:pt idx="145">
                  <c:v>0.29260000000000003</c:v>
                </c:pt>
                <c:pt idx="146">
                  <c:v>0.25443478260869568</c:v>
                </c:pt>
                <c:pt idx="147">
                  <c:v>0.24660869565217389</c:v>
                </c:pt>
                <c:pt idx="148">
                  <c:v>0.32511111111111113</c:v>
                </c:pt>
                <c:pt idx="149">
                  <c:v>0.11</c:v>
                </c:pt>
                <c:pt idx="150">
                  <c:v>0.12</c:v>
                </c:pt>
              </c:numCache>
            </c:numRef>
          </c:yVal>
          <c:smooth val="0"/>
          <c:extLst>
            <c:ext xmlns:c16="http://schemas.microsoft.com/office/drawing/2014/chart" uri="{C3380CC4-5D6E-409C-BE32-E72D297353CC}">
              <c16:uniqueId val="{00000000-561F-49B8-B465-5765F5C7E2C9}"/>
            </c:ext>
          </c:extLst>
        </c:ser>
        <c:ser>
          <c:idx val="1"/>
          <c:order val="1"/>
          <c:spPr>
            <a:ln w="25400" cap="rnd">
              <a:noFill/>
              <a:round/>
            </a:ln>
            <a:effectLst/>
          </c:spPr>
          <c:marker>
            <c:symbol val="circle"/>
            <c:size val="7"/>
            <c:spPr>
              <a:solidFill>
                <a:srgbClr val="FFFF00"/>
              </a:solidFill>
              <a:ln w="9525">
                <a:solidFill>
                  <a:schemeClr val="tx1"/>
                </a:solidFill>
              </a:ln>
              <a:effectLst/>
            </c:spPr>
          </c:marker>
          <c:trendline>
            <c:spPr>
              <a:ln w="25400" cap="rnd">
                <a:solidFill>
                  <a:srgbClr val="FFFF00"/>
                </a:solidFill>
                <a:prstDash val="solid"/>
              </a:ln>
              <a:effectLst/>
            </c:spPr>
            <c:trendlineType val="power"/>
            <c:dispRSqr val="0"/>
            <c:dispEq val="0"/>
          </c:trendline>
          <c:xVal>
            <c:numRef>
              <c:f>Sheet3!$B$3:$B$15</c:f>
              <c:numCache>
                <c:formatCode>0.000000</c:formatCode>
                <c:ptCount val="13"/>
                <c:pt idx="0">
                  <c:v>2.0000000000000001E-4</c:v>
                </c:pt>
                <c:pt idx="1">
                  <c:v>4.0000000000000002E-4</c:v>
                </c:pt>
                <c:pt idx="2">
                  <c:v>2.5999999999999999E-3</c:v>
                </c:pt>
                <c:pt idx="3">
                  <c:v>2.9999999999999997E-4</c:v>
                </c:pt>
                <c:pt idx="4">
                  <c:v>3.0000000000000001E-3</c:v>
                </c:pt>
                <c:pt idx="5">
                  <c:v>4.0000000000000002E-4</c:v>
                </c:pt>
                <c:pt idx="6">
                  <c:v>8.0000000000000004E-4</c:v>
                </c:pt>
                <c:pt idx="7">
                  <c:v>6.4000000000000003E-3</c:v>
                </c:pt>
                <c:pt idx="8">
                  <c:v>8.7500000000000008E-3</c:v>
                </c:pt>
                <c:pt idx="9">
                  <c:v>1.43E-2</c:v>
                </c:pt>
                <c:pt idx="10">
                  <c:v>4.4999999999999997E-3</c:v>
                </c:pt>
                <c:pt idx="11">
                  <c:v>5.0000000000000001E-4</c:v>
                </c:pt>
                <c:pt idx="12">
                  <c:v>3.3999999999999998E-3</c:v>
                </c:pt>
              </c:numCache>
            </c:numRef>
          </c:xVal>
          <c:yVal>
            <c:numRef>
              <c:f>Sheet3!$A$3:$A$15</c:f>
              <c:numCache>
                <c:formatCode>0.000</c:formatCode>
                <c:ptCount val="13"/>
                <c:pt idx="0">
                  <c:v>0.36874999999999997</c:v>
                </c:pt>
                <c:pt idx="1">
                  <c:v>0.31379310344827588</c:v>
                </c:pt>
                <c:pt idx="2">
                  <c:v>0.23055555555555554</c:v>
                </c:pt>
                <c:pt idx="3">
                  <c:v>0.34399999999999997</c:v>
                </c:pt>
                <c:pt idx="4">
                  <c:v>0.22222222222222224</c:v>
                </c:pt>
                <c:pt idx="5">
                  <c:v>0.27741935483870966</c:v>
                </c:pt>
                <c:pt idx="6">
                  <c:v>0.22051282051282051</c:v>
                </c:pt>
                <c:pt idx="7">
                  <c:v>0.15074626865671642</c:v>
                </c:pt>
                <c:pt idx="8">
                  <c:v>0.16071428571428573</c:v>
                </c:pt>
                <c:pt idx="9">
                  <c:v>0.15333333333333335</c:v>
                </c:pt>
                <c:pt idx="10">
                  <c:v>0.16363636363636364</c:v>
                </c:pt>
                <c:pt idx="11">
                  <c:v>0.2343139807341838</c:v>
                </c:pt>
                <c:pt idx="12">
                  <c:v>0.18793103448275864</c:v>
                </c:pt>
              </c:numCache>
            </c:numRef>
          </c:yVal>
          <c:smooth val="0"/>
          <c:extLst>
            <c:ext xmlns:c16="http://schemas.microsoft.com/office/drawing/2014/chart" uri="{C3380CC4-5D6E-409C-BE32-E72D297353CC}">
              <c16:uniqueId val="{00000002-561F-49B8-B465-5765F5C7E2C9}"/>
            </c:ext>
          </c:extLst>
        </c:ser>
        <c:ser>
          <c:idx val="4"/>
          <c:order val="2"/>
          <c:spPr>
            <a:ln w="12700" cap="rnd">
              <a:solidFill>
                <a:srgbClr val="FF0000"/>
              </a:solidFill>
              <a:round/>
            </a:ln>
            <a:effectLst/>
          </c:spPr>
          <c:marker>
            <c:symbol val="none"/>
          </c:marker>
          <c:xVal>
            <c:numRef>
              <c:f>Sheet3!$E$3:$E$8</c:f>
              <c:numCache>
                <c:formatCode>General</c:formatCode>
                <c:ptCount val="6"/>
                <c:pt idx="0">
                  <c:v>1.0000000000000001E-5</c:v>
                </c:pt>
                <c:pt idx="1">
                  <c:v>1E-4</c:v>
                </c:pt>
                <c:pt idx="2">
                  <c:v>1E-3</c:v>
                </c:pt>
                <c:pt idx="3">
                  <c:v>0.01</c:v>
                </c:pt>
                <c:pt idx="4">
                  <c:v>0.1</c:v>
                </c:pt>
                <c:pt idx="5">
                  <c:v>1</c:v>
                </c:pt>
              </c:numCache>
            </c:numRef>
          </c:xVal>
          <c:yVal>
            <c:numRef>
              <c:f>Sheet3!$I$3:$I$8</c:f>
              <c:numCache>
                <c:formatCode>General</c:formatCode>
                <c:ptCount val="6"/>
                <c:pt idx="0">
                  <c:v>0.55437035718049466</c:v>
                </c:pt>
                <c:pt idx="1">
                  <c:v>0.40438962050781962</c:v>
                </c:pt>
                <c:pt idx="2">
                  <c:v>0.29498504574842394</c:v>
                </c:pt>
                <c:pt idx="3">
                  <c:v>0.21517905703397538</c:v>
                </c:pt>
                <c:pt idx="4">
                  <c:v>0.15696397920292954</c:v>
                </c:pt>
                <c:pt idx="5">
                  <c:v>0.11449855346901885</c:v>
                </c:pt>
              </c:numCache>
            </c:numRef>
          </c:yVal>
          <c:smooth val="0"/>
          <c:extLst>
            <c:ext xmlns:c16="http://schemas.microsoft.com/office/drawing/2014/chart" uri="{C3380CC4-5D6E-409C-BE32-E72D297353CC}">
              <c16:uniqueId val="{00000003-561F-49B8-B465-5765F5C7E2C9}"/>
            </c:ext>
          </c:extLst>
        </c:ser>
        <c:ser>
          <c:idx val="2"/>
          <c:order val="3"/>
          <c:tx>
            <c:v>CI+</c:v>
          </c:tx>
          <c:spPr>
            <a:ln w="25400" cap="rnd">
              <a:solidFill>
                <a:srgbClr val="0070C0"/>
              </a:solidFill>
              <a:prstDash val="sysDot"/>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Sheet3!$L$11:$L$16</c:f>
              <c:numCache>
                <c:formatCode>General</c:formatCode>
                <c:ptCount val="6"/>
                <c:pt idx="0">
                  <c:v>0.50833732590201119</c:v>
                </c:pt>
                <c:pt idx="1">
                  <c:v>0.38609839830890896</c:v>
                </c:pt>
                <c:pt idx="2">
                  <c:v>0.28414106243273629</c:v>
                </c:pt>
                <c:pt idx="3">
                  <c:v>0.20008751937386168</c:v>
                </c:pt>
                <c:pt idx="4">
                  <c:v>0.13958732992613473</c:v>
                </c:pt>
                <c:pt idx="5">
                  <c:v>9.7198597849000881E-2</c:v>
                </c:pt>
              </c:numCache>
            </c:numRef>
          </c:yVal>
          <c:smooth val="0"/>
          <c:extLst>
            <c:ext xmlns:c16="http://schemas.microsoft.com/office/drawing/2014/chart" uri="{C3380CC4-5D6E-409C-BE32-E72D297353CC}">
              <c16:uniqueId val="{00000004-561F-49B8-B465-5765F5C7E2C9}"/>
            </c:ext>
          </c:extLst>
        </c:ser>
        <c:ser>
          <c:idx val="3"/>
          <c:order val="4"/>
          <c:tx>
            <c:v>CI-</c:v>
          </c:tx>
          <c:spPr>
            <a:ln w="25400" cap="rnd">
              <a:solidFill>
                <a:srgbClr val="0070C0"/>
              </a:solidFill>
              <a:prstDash val="sysDot"/>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Sheet3!$M$11:$M$16</c:f>
              <c:numCache>
                <c:formatCode>General</c:formatCode>
                <c:ptCount val="6"/>
                <c:pt idx="0">
                  <c:v>0.60400703921135945</c:v>
                </c:pt>
                <c:pt idx="1">
                  <c:v>0.42321494933658471</c:v>
                </c:pt>
                <c:pt idx="2">
                  <c:v>0.30604761539974951</c:v>
                </c:pt>
                <c:pt idx="3">
                  <c:v>0.23129593491420258</c:v>
                </c:pt>
                <c:pt idx="4">
                  <c:v>0.1764440427771013</c:v>
                </c:pt>
                <c:pt idx="5">
                  <c:v>0.13485125730048103</c:v>
                </c:pt>
              </c:numCache>
            </c:numRef>
          </c:yVal>
          <c:smooth val="0"/>
          <c:extLst>
            <c:ext xmlns:c16="http://schemas.microsoft.com/office/drawing/2014/chart" uri="{C3380CC4-5D6E-409C-BE32-E72D297353CC}">
              <c16:uniqueId val="{00000005-561F-49B8-B465-5765F5C7E2C9}"/>
            </c:ext>
          </c:extLst>
        </c:ser>
        <c:ser>
          <c:idx val="5"/>
          <c:order val="5"/>
          <c:tx>
            <c:v>PI+</c:v>
          </c:tx>
          <c:spPr>
            <a:ln w="25400" cap="rnd">
              <a:solidFill>
                <a:srgbClr val="92D050"/>
              </a:solidFill>
              <a:prstDash val="lgDash"/>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Sheet3!$P$11:$P$16</c:f>
              <c:numCache>
                <c:formatCode>General</c:formatCode>
                <c:ptCount val="6"/>
                <c:pt idx="0">
                  <c:v>0.36465905317035602</c:v>
                </c:pt>
                <c:pt idx="1">
                  <c:v>0.26773490839114639</c:v>
                </c:pt>
                <c:pt idx="2">
                  <c:v>0.19548885369079486</c:v>
                </c:pt>
                <c:pt idx="3">
                  <c:v>0.14194496759481751</c:v>
                </c:pt>
                <c:pt idx="4">
                  <c:v>0.10251324946425006</c:v>
                </c:pt>
                <c:pt idx="5">
                  <c:v>7.3664797611933161E-2</c:v>
                </c:pt>
              </c:numCache>
            </c:numRef>
          </c:yVal>
          <c:smooth val="0"/>
          <c:extLst>
            <c:ext xmlns:c16="http://schemas.microsoft.com/office/drawing/2014/chart" uri="{C3380CC4-5D6E-409C-BE32-E72D297353CC}">
              <c16:uniqueId val="{00000006-561F-49B8-B465-5765F5C7E2C9}"/>
            </c:ext>
          </c:extLst>
        </c:ser>
        <c:ser>
          <c:idx val="6"/>
          <c:order val="6"/>
          <c:tx>
            <c:v>PI-</c:v>
          </c:tx>
          <c:spPr>
            <a:ln w="25400" cap="rnd">
              <a:solidFill>
                <a:srgbClr val="92D050"/>
              </a:solidFill>
              <a:prstDash val="lgDash"/>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Sheet3!$Q$11:$Q$16</c:f>
              <c:numCache>
                <c:formatCode>General</c:formatCode>
                <c:ptCount val="6"/>
                <c:pt idx="0">
                  <c:v>0.84199032265265217</c:v>
                </c:pt>
                <c:pt idx="1">
                  <c:v>0.61031353293881752</c:v>
                </c:pt>
                <c:pt idx="2">
                  <c:v>0.44483812344035784</c:v>
                </c:pt>
                <c:pt idx="3">
                  <c:v>0.32603783453842317</c:v>
                </c:pt>
                <c:pt idx="4">
                  <c:v>0.24025531276537457</c:v>
                </c:pt>
                <c:pt idx="5">
                  <c:v>0.1779327946797884</c:v>
                </c:pt>
              </c:numCache>
            </c:numRef>
          </c:yVal>
          <c:smooth val="0"/>
          <c:extLst>
            <c:ext xmlns:c16="http://schemas.microsoft.com/office/drawing/2014/chart" uri="{C3380CC4-5D6E-409C-BE32-E72D297353CC}">
              <c16:uniqueId val="{00000007-561F-49B8-B465-5765F5C7E2C9}"/>
            </c:ext>
          </c:extLst>
        </c:ser>
        <c:dLbls>
          <c:showLegendKey val="0"/>
          <c:showVal val="0"/>
          <c:showCatName val="0"/>
          <c:showSerName val="0"/>
          <c:showPercent val="0"/>
          <c:showBubbleSize val="0"/>
        </c:dLbls>
        <c:axId val="612344640"/>
        <c:axId val="612343552"/>
      </c:scatterChart>
      <c:valAx>
        <c:axId val="612344640"/>
        <c:scaling>
          <c:logBase val="10"/>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sz="1400" dirty="0">
                    <a:solidFill>
                      <a:schemeClr val="tx1"/>
                    </a:solidFill>
                  </a:rPr>
                  <a:t>Volume (km</a:t>
                </a:r>
                <a:r>
                  <a:rPr lang="en-US" sz="1400" baseline="30000" dirty="0">
                    <a:solidFill>
                      <a:schemeClr val="tx1"/>
                    </a:solidFill>
                  </a:rPr>
                  <a:t>3</a:t>
                </a:r>
                <a:r>
                  <a:rPr lang="en-US" sz="1400" dirty="0">
                    <a:solidFill>
                      <a:schemeClr val="tx1"/>
                    </a:solidFill>
                  </a:rPr>
                  <a:t>)</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0000" sourceLinked="1"/>
        <c:majorTickMark val="cross"/>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12343552"/>
        <c:crossesAt val="1.0000000000000002E-2"/>
        <c:crossBetween val="midCat"/>
      </c:valAx>
      <c:valAx>
        <c:axId val="612343552"/>
        <c:scaling>
          <c:logBase val="10"/>
          <c:orientation val="minMax"/>
          <c:min val="0.1"/>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sz="1400" dirty="0">
                    <a:solidFill>
                      <a:schemeClr val="tx1"/>
                    </a:solidFill>
                  </a:rPr>
                  <a:t>∆H/L</a:t>
                </a:r>
                <a:r>
                  <a:rPr lang="en-US" sz="1400" baseline="0" dirty="0">
                    <a:solidFill>
                      <a:schemeClr val="tx1"/>
                    </a:solidFill>
                  </a:rPr>
                  <a:t> </a:t>
                </a:r>
                <a:endParaRPr lang="en-US" sz="1400" dirty="0">
                  <a:solidFill>
                    <a:schemeClr val="tx1"/>
                  </a:solidFill>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0" sourceLinked="1"/>
        <c:majorTickMark val="cross"/>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612344640"/>
        <c:crossesAt val="1.0000000000000004E-5"/>
        <c:crossBetween val="midCat"/>
      </c:valAx>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chemeClr val="tx1"/>
              </a:solidFill>
              <a:ln w="9525">
                <a:noFill/>
              </a:ln>
              <a:effectLst/>
            </c:spPr>
          </c:marker>
          <c:xVal>
            <c:numRef>
              <c:f>Sheet3!$B$3:$B$153</c:f>
              <c:numCache>
                <c:formatCode>0.000000</c:formatCode>
                <c:ptCount val="151"/>
                <c:pt idx="0">
                  <c:v>2.0000000000000001E-4</c:v>
                </c:pt>
                <c:pt idx="1">
                  <c:v>4.0000000000000002E-4</c:v>
                </c:pt>
                <c:pt idx="2">
                  <c:v>2.5999999999999999E-3</c:v>
                </c:pt>
                <c:pt idx="3">
                  <c:v>2.9999999999999997E-4</c:v>
                </c:pt>
                <c:pt idx="4">
                  <c:v>3.0000000000000001E-3</c:v>
                </c:pt>
                <c:pt idx="5">
                  <c:v>4.0000000000000002E-4</c:v>
                </c:pt>
                <c:pt idx="6">
                  <c:v>8.0000000000000004E-4</c:v>
                </c:pt>
                <c:pt idx="7">
                  <c:v>6.4000000000000003E-3</c:v>
                </c:pt>
                <c:pt idx="8">
                  <c:v>8.7500000000000008E-3</c:v>
                </c:pt>
                <c:pt idx="9">
                  <c:v>1.43E-2</c:v>
                </c:pt>
                <c:pt idx="10">
                  <c:v>4.4999999999999997E-3</c:v>
                </c:pt>
                <c:pt idx="11">
                  <c:v>5.0000000000000001E-4</c:v>
                </c:pt>
                <c:pt idx="12">
                  <c:v>3.3999999999999998E-3</c:v>
                </c:pt>
                <c:pt idx="13">
                  <c:v>2.5999999999999999E-2</c:v>
                </c:pt>
                <c:pt idx="14">
                  <c:v>1.2999999999999999E-2</c:v>
                </c:pt>
                <c:pt idx="15">
                  <c:v>4.4999999999999997E-3</c:v>
                </c:pt>
                <c:pt idx="16">
                  <c:v>2.5999999999999999E-3</c:v>
                </c:pt>
                <c:pt idx="17">
                  <c:v>1.57E-3</c:v>
                </c:pt>
                <c:pt idx="18">
                  <c:v>2.5799999999999998E-4</c:v>
                </c:pt>
                <c:pt idx="19">
                  <c:v>2.8499999999999999E-4</c:v>
                </c:pt>
                <c:pt idx="20">
                  <c:v>1.0900000000000001E-4</c:v>
                </c:pt>
                <c:pt idx="21">
                  <c:v>1.75E-4</c:v>
                </c:pt>
                <c:pt idx="22">
                  <c:v>3.5E-4</c:v>
                </c:pt>
                <c:pt idx="23">
                  <c:v>8.7147849999999992E-3</c:v>
                </c:pt>
                <c:pt idx="24">
                  <c:v>1.1914009999999999E-3</c:v>
                </c:pt>
                <c:pt idx="25">
                  <c:v>2.6983110000000001E-3</c:v>
                </c:pt>
                <c:pt idx="26">
                  <c:v>9.0049499999999996E-4</c:v>
                </c:pt>
                <c:pt idx="27">
                  <c:v>7.6843799999999998E-4</c:v>
                </c:pt>
                <c:pt idx="28">
                  <c:v>7.3133699999999998E-4</c:v>
                </c:pt>
                <c:pt idx="29">
                  <c:v>6.3954599999999995E-4</c:v>
                </c:pt>
                <c:pt idx="30">
                  <c:v>5.5974599999999996E-4</c:v>
                </c:pt>
                <c:pt idx="31">
                  <c:v>9.0107999999999999E-5</c:v>
                </c:pt>
                <c:pt idx="32">
                  <c:v>2.25818E-4</c:v>
                </c:pt>
                <c:pt idx="33">
                  <c:v>7.7245999999999999E-5</c:v>
                </c:pt>
                <c:pt idx="34">
                  <c:v>3.8896E-3</c:v>
                </c:pt>
                <c:pt idx="35">
                  <c:v>4.2062999999999996E-3</c:v>
                </c:pt>
                <c:pt idx="36">
                  <c:v>6.7860000000000001E-4</c:v>
                </c:pt>
                <c:pt idx="37">
                  <c:v>8.8734999999999994E-3</c:v>
                </c:pt>
                <c:pt idx="38">
                  <c:v>3.3649999999999999E-4</c:v>
                </c:pt>
                <c:pt idx="39">
                  <c:v>1.6E-2</c:v>
                </c:pt>
                <c:pt idx="40">
                  <c:v>2.3999999999999998E-3</c:v>
                </c:pt>
                <c:pt idx="41">
                  <c:v>2.8500000000000001E-3</c:v>
                </c:pt>
                <c:pt idx="42">
                  <c:v>6.0000000000000002E-5</c:v>
                </c:pt>
                <c:pt idx="43">
                  <c:v>2.5999999999999998E-4</c:v>
                </c:pt>
                <c:pt idx="44">
                  <c:v>1.2E-4</c:v>
                </c:pt>
                <c:pt idx="45">
                  <c:v>6.0000000000000002E-5</c:v>
                </c:pt>
                <c:pt idx="46">
                  <c:v>8.0800000000000002E-4</c:v>
                </c:pt>
                <c:pt idx="47">
                  <c:v>1.7200000000000001E-4</c:v>
                </c:pt>
                <c:pt idx="48">
                  <c:v>1.41E-3</c:v>
                </c:pt>
                <c:pt idx="49">
                  <c:v>1.4519999999999999E-3</c:v>
                </c:pt>
                <c:pt idx="50">
                  <c:v>1.225E-4</c:v>
                </c:pt>
                <c:pt idx="51">
                  <c:v>1.517E-4</c:v>
                </c:pt>
                <c:pt idx="52">
                  <c:v>1.539E-4</c:v>
                </c:pt>
                <c:pt idx="53">
                  <c:v>1.1790000000000001E-4</c:v>
                </c:pt>
                <c:pt idx="54">
                  <c:v>2.496E-4</c:v>
                </c:pt>
                <c:pt idx="55">
                  <c:v>1.4100000000000001E-4</c:v>
                </c:pt>
                <c:pt idx="56">
                  <c:v>1.7310000000000001E-4</c:v>
                </c:pt>
                <c:pt idx="57">
                  <c:v>1.4339999999999999E-4</c:v>
                </c:pt>
                <c:pt idx="58">
                  <c:v>1.673E-4</c:v>
                </c:pt>
                <c:pt idx="59">
                  <c:v>6.3449999999999997E-4</c:v>
                </c:pt>
                <c:pt idx="60">
                  <c:v>2.2580000000000001E-4</c:v>
                </c:pt>
                <c:pt idx="61">
                  <c:v>1.3770000000000001E-4</c:v>
                </c:pt>
                <c:pt idx="62">
                  <c:v>6.1070000000000004E-4</c:v>
                </c:pt>
                <c:pt idx="63">
                  <c:v>1.011E-4</c:v>
                </c:pt>
                <c:pt idx="64">
                  <c:v>1.171E-4</c:v>
                </c:pt>
                <c:pt idx="65">
                  <c:v>1.094E-4</c:v>
                </c:pt>
                <c:pt idx="66">
                  <c:v>1.002E-4</c:v>
                </c:pt>
                <c:pt idx="67">
                  <c:v>1.9029999999999999E-4</c:v>
                </c:pt>
                <c:pt idx="68">
                  <c:v>1.4660000000000001E-4</c:v>
                </c:pt>
                <c:pt idx="69">
                  <c:v>1.06E-4</c:v>
                </c:pt>
                <c:pt idx="70">
                  <c:v>1.0349999999999999E-4</c:v>
                </c:pt>
                <c:pt idx="71">
                  <c:v>1.3559999999999999E-4</c:v>
                </c:pt>
                <c:pt idx="72">
                  <c:v>1.4799999999999999E-4</c:v>
                </c:pt>
                <c:pt idx="73">
                  <c:v>1.2770000000000001E-4</c:v>
                </c:pt>
                <c:pt idx="74">
                  <c:v>1.236E-4</c:v>
                </c:pt>
                <c:pt idx="75">
                  <c:v>1.238E-4</c:v>
                </c:pt>
                <c:pt idx="76">
                  <c:v>1.059E-4</c:v>
                </c:pt>
                <c:pt idx="77">
                  <c:v>2.611E-4</c:v>
                </c:pt>
                <c:pt idx="78">
                  <c:v>1.7640000000000001E-4</c:v>
                </c:pt>
                <c:pt idx="79">
                  <c:v>1.516E-4</c:v>
                </c:pt>
                <c:pt idx="80">
                  <c:v>1.004E-4</c:v>
                </c:pt>
                <c:pt idx="81">
                  <c:v>2.653E-4</c:v>
                </c:pt>
                <c:pt idx="82">
                  <c:v>1.1519999999999999E-4</c:v>
                </c:pt>
                <c:pt idx="83">
                  <c:v>1.227E-4</c:v>
                </c:pt>
                <c:pt idx="84">
                  <c:v>3.0899999999999998E-4</c:v>
                </c:pt>
                <c:pt idx="85">
                  <c:v>3.0059999999999999E-4</c:v>
                </c:pt>
                <c:pt idx="86">
                  <c:v>1.147E-4</c:v>
                </c:pt>
                <c:pt idx="87">
                  <c:v>2.1560000000000001E-4</c:v>
                </c:pt>
                <c:pt idx="88">
                  <c:v>1.4310000000000001E-4</c:v>
                </c:pt>
                <c:pt idx="89">
                  <c:v>1.3219999999999999E-4</c:v>
                </c:pt>
                <c:pt idx="90">
                  <c:v>1.5970000000000001E-4</c:v>
                </c:pt>
                <c:pt idx="91">
                  <c:v>3.3050000000000001E-4</c:v>
                </c:pt>
                <c:pt idx="92">
                  <c:v>1.3129999999999999E-4</c:v>
                </c:pt>
                <c:pt idx="93">
                  <c:v>2.084E-4</c:v>
                </c:pt>
                <c:pt idx="94">
                  <c:v>1.763E-4</c:v>
                </c:pt>
                <c:pt idx="95">
                  <c:v>2.1550000000000001E-4</c:v>
                </c:pt>
                <c:pt idx="96">
                  <c:v>1.4909999999999999E-4</c:v>
                </c:pt>
                <c:pt idx="97">
                  <c:v>1.5349999999999999E-4</c:v>
                </c:pt>
                <c:pt idx="98">
                  <c:v>1.772E-4</c:v>
                </c:pt>
                <c:pt idx="99">
                  <c:v>1.392E-4</c:v>
                </c:pt>
                <c:pt idx="100">
                  <c:v>1.583E-4</c:v>
                </c:pt>
                <c:pt idx="101">
                  <c:v>1.395E-4</c:v>
                </c:pt>
                <c:pt idx="102">
                  <c:v>1.164E-4</c:v>
                </c:pt>
                <c:pt idx="103">
                  <c:v>1.8900000000000001E-4</c:v>
                </c:pt>
                <c:pt idx="104">
                  <c:v>1.482E-4</c:v>
                </c:pt>
                <c:pt idx="105">
                  <c:v>2.7090000000000003E-4</c:v>
                </c:pt>
                <c:pt idx="106">
                  <c:v>1.049E-4</c:v>
                </c:pt>
                <c:pt idx="107">
                  <c:v>4.2979999999999998E-4</c:v>
                </c:pt>
                <c:pt idx="108">
                  <c:v>2.2240000000000001E-4</c:v>
                </c:pt>
                <c:pt idx="109">
                  <c:v>1.0509999999999999E-4</c:v>
                </c:pt>
                <c:pt idx="110">
                  <c:v>1.217E-4</c:v>
                </c:pt>
                <c:pt idx="111">
                  <c:v>2.419E-4</c:v>
                </c:pt>
                <c:pt idx="112">
                  <c:v>1.5760000000000001E-4</c:v>
                </c:pt>
                <c:pt idx="113">
                  <c:v>1.0009999999999999E-4</c:v>
                </c:pt>
                <c:pt idx="114">
                  <c:v>1.0119999999999999E-4</c:v>
                </c:pt>
                <c:pt idx="115">
                  <c:v>1.3119999999999999E-4</c:v>
                </c:pt>
                <c:pt idx="116">
                  <c:v>1.139E-4</c:v>
                </c:pt>
                <c:pt idx="117">
                  <c:v>1.058E-4</c:v>
                </c:pt>
                <c:pt idx="118" formatCode="General">
                  <c:v>5.9999999999999995E-4</c:v>
                </c:pt>
                <c:pt idx="119" formatCode="General">
                  <c:v>1E-3</c:v>
                </c:pt>
                <c:pt idx="120">
                  <c:v>1.2999999999999999E-4</c:v>
                </c:pt>
                <c:pt idx="121">
                  <c:v>1E-4</c:v>
                </c:pt>
                <c:pt idx="122">
                  <c:v>2.1599999999999999E-4</c:v>
                </c:pt>
                <c:pt idx="123">
                  <c:v>2.1000000000000001E-2</c:v>
                </c:pt>
                <c:pt idx="124">
                  <c:v>1.6199999999999999E-3</c:v>
                </c:pt>
                <c:pt idx="125">
                  <c:v>1.7099999999999999E-3</c:v>
                </c:pt>
                <c:pt idx="126">
                  <c:v>1.188E-3</c:v>
                </c:pt>
                <c:pt idx="127">
                  <c:v>1.08E-3</c:v>
                </c:pt>
                <c:pt idx="128">
                  <c:v>8.6399999999999997E-4</c:v>
                </c:pt>
                <c:pt idx="129">
                  <c:v>7.1100000000000004E-4</c:v>
                </c:pt>
                <c:pt idx="130">
                  <c:v>6.1200000000000002E-4</c:v>
                </c:pt>
                <c:pt idx="131">
                  <c:v>1.1850000000000001E-3</c:v>
                </c:pt>
                <c:pt idx="132">
                  <c:v>1.18165E-3</c:v>
                </c:pt>
                <c:pt idx="133">
                  <c:v>1.2999999999999999E-4</c:v>
                </c:pt>
                <c:pt idx="134">
                  <c:v>0.01</c:v>
                </c:pt>
                <c:pt idx="135">
                  <c:v>1E-3</c:v>
                </c:pt>
                <c:pt idx="136">
                  <c:v>4.1999999999999998E-5</c:v>
                </c:pt>
                <c:pt idx="137">
                  <c:v>1.8000000000000001E-4</c:v>
                </c:pt>
                <c:pt idx="138">
                  <c:v>5.9999999999999995E-4</c:v>
                </c:pt>
                <c:pt idx="139">
                  <c:v>5.0000000000000001E-4</c:v>
                </c:pt>
                <c:pt idx="140">
                  <c:v>8.0000000000000004E-4</c:v>
                </c:pt>
                <c:pt idx="141">
                  <c:v>4.4999999999999999E-4</c:v>
                </c:pt>
                <c:pt idx="142">
                  <c:v>3.6000000000000002E-4</c:v>
                </c:pt>
                <c:pt idx="143">
                  <c:v>7.9000000000000001E-4</c:v>
                </c:pt>
                <c:pt idx="144">
                  <c:v>8.9999999999999998E-4</c:v>
                </c:pt>
                <c:pt idx="145">
                  <c:v>6.4000000000000003E-3</c:v>
                </c:pt>
                <c:pt idx="146">
                  <c:v>6.3E-3</c:v>
                </c:pt>
                <c:pt idx="147">
                  <c:v>5.4999999999999997E-3</c:v>
                </c:pt>
                <c:pt idx="148">
                  <c:v>3.5000000000000001E-3</c:v>
                </c:pt>
                <c:pt idx="149">
                  <c:v>0.11</c:v>
                </c:pt>
                <c:pt idx="150">
                  <c:v>0.28000000000000003</c:v>
                </c:pt>
              </c:numCache>
            </c:numRef>
          </c:xVal>
          <c:yVal>
            <c:numRef>
              <c:f>Sheet3!$A$3:$A$153</c:f>
              <c:numCache>
                <c:formatCode>0.000</c:formatCode>
                <c:ptCount val="151"/>
                <c:pt idx="0">
                  <c:v>0.36874999999999997</c:v>
                </c:pt>
                <c:pt idx="1">
                  <c:v>0.31379310344827588</c:v>
                </c:pt>
                <c:pt idx="2">
                  <c:v>0.23055555555555554</c:v>
                </c:pt>
                <c:pt idx="3">
                  <c:v>0.34399999999999997</c:v>
                </c:pt>
                <c:pt idx="4">
                  <c:v>0.22222222222222224</c:v>
                </c:pt>
                <c:pt idx="5">
                  <c:v>0.27741935483870966</c:v>
                </c:pt>
                <c:pt idx="6">
                  <c:v>0.22051282051282051</c:v>
                </c:pt>
                <c:pt idx="7">
                  <c:v>0.15074626865671642</c:v>
                </c:pt>
                <c:pt idx="8">
                  <c:v>0.16071428571428573</c:v>
                </c:pt>
                <c:pt idx="9">
                  <c:v>0.15333333333333335</c:v>
                </c:pt>
                <c:pt idx="10">
                  <c:v>0.16363636363636364</c:v>
                </c:pt>
                <c:pt idx="11">
                  <c:v>0.2343139807341838</c:v>
                </c:pt>
                <c:pt idx="12">
                  <c:v>0.18793103448275864</c:v>
                </c:pt>
                <c:pt idx="13">
                  <c:v>0.16060606060606061</c:v>
                </c:pt>
                <c:pt idx="14">
                  <c:v>0.2080357142857143</c:v>
                </c:pt>
                <c:pt idx="15">
                  <c:v>0.22857142857142859</c:v>
                </c:pt>
                <c:pt idx="16">
                  <c:v>0.2878787878787879</c:v>
                </c:pt>
                <c:pt idx="17">
                  <c:v>0.28000000000000003</c:v>
                </c:pt>
                <c:pt idx="18">
                  <c:v>0.40540540540540537</c:v>
                </c:pt>
                <c:pt idx="19">
                  <c:v>0.48333333333333334</c:v>
                </c:pt>
                <c:pt idx="20">
                  <c:v>0.36666666666666664</c:v>
                </c:pt>
                <c:pt idx="21">
                  <c:v>0.31034482758620691</c:v>
                </c:pt>
                <c:pt idx="22">
                  <c:v>0.33333333333333331</c:v>
                </c:pt>
                <c:pt idx="23">
                  <c:v>0.3</c:v>
                </c:pt>
                <c:pt idx="24">
                  <c:v>0.4</c:v>
                </c:pt>
                <c:pt idx="25">
                  <c:v>0.3</c:v>
                </c:pt>
                <c:pt idx="26">
                  <c:v>0.4</c:v>
                </c:pt>
                <c:pt idx="27">
                  <c:v>0.42</c:v>
                </c:pt>
                <c:pt idx="28">
                  <c:v>0.44</c:v>
                </c:pt>
                <c:pt idx="29">
                  <c:v>0.47</c:v>
                </c:pt>
                <c:pt idx="30">
                  <c:v>0.5</c:v>
                </c:pt>
                <c:pt idx="31">
                  <c:v>0.53</c:v>
                </c:pt>
                <c:pt idx="32">
                  <c:v>0.54</c:v>
                </c:pt>
                <c:pt idx="33">
                  <c:v>0.62</c:v>
                </c:pt>
                <c:pt idx="34" formatCode="0.00">
                  <c:v>0.28000000000000003</c:v>
                </c:pt>
                <c:pt idx="35" formatCode="0.00">
                  <c:v>0.23</c:v>
                </c:pt>
                <c:pt idx="36" formatCode="0.00">
                  <c:v>0.24</c:v>
                </c:pt>
                <c:pt idx="37" formatCode="0.00">
                  <c:v>0.16</c:v>
                </c:pt>
                <c:pt idx="38" formatCode="0.00">
                  <c:v>0.34</c:v>
                </c:pt>
                <c:pt idx="39">
                  <c:v>0.2412</c:v>
                </c:pt>
                <c:pt idx="40">
                  <c:v>0.33363636363636368</c:v>
                </c:pt>
                <c:pt idx="41">
                  <c:v>0.29249999999999998</c:v>
                </c:pt>
                <c:pt idx="42">
                  <c:v>0.50714285714285712</c:v>
                </c:pt>
                <c:pt idx="43">
                  <c:v>0.20642443391258558</c:v>
                </c:pt>
                <c:pt idx="44">
                  <c:v>0.29842180774748922</c:v>
                </c:pt>
                <c:pt idx="45">
                  <c:v>0.34969325153374231</c:v>
                </c:pt>
                <c:pt idx="46">
                  <c:v>0.28055555555555556</c:v>
                </c:pt>
                <c:pt idx="47">
                  <c:v>0.32</c:v>
                </c:pt>
                <c:pt idx="48">
                  <c:v>0.21071428571428572</c:v>
                </c:pt>
                <c:pt idx="49">
                  <c:v>0.21076923076923079</c:v>
                </c:pt>
                <c:pt idx="50">
                  <c:v>0.42011834319526625</c:v>
                </c:pt>
                <c:pt idx="51">
                  <c:v>0.28611111111111109</c:v>
                </c:pt>
                <c:pt idx="52">
                  <c:v>0.43820224719101125</c:v>
                </c:pt>
                <c:pt idx="53">
                  <c:v>0.43820224719101125</c:v>
                </c:pt>
                <c:pt idx="54">
                  <c:v>0.28611111111111109</c:v>
                </c:pt>
                <c:pt idx="55">
                  <c:v>0.38967136150234744</c:v>
                </c:pt>
                <c:pt idx="56">
                  <c:v>0.42011834319526625</c:v>
                </c:pt>
                <c:pt idx="57">
                  <c:v>0.35950413223140498</c:v>
                </c:pt>
                <c:pt idx="58">
                  <c:v>0.3966480446927374</c:v>
                </c:pt>
                <c:pt idx="59">
                  <c:v>0.35950413223140498</c:v>
                </c:pt>
                <c:pt idx="60">
                  <c:v>0.35950413223140498</c:v>
                </c:pt>
                <c:pt idx="61">
                  <c:v>0.38967136150234744</c:v>
                </c:pt>
                <c:pt idx="62">
                  <c:v>0.27345844504021449</c:v>
                </c:pt>
                <c:pt idx="63">
                  <c:v>0.38967136150234744</c:v>
                </c:pt>
                <c:pt idx="64">
                  <c:v>0.3966480446927374</c:v>
                </c:pt>
                <c:pt idx="65">
                  <c:v>0.38967136150234744</c:v>
                </c:pt>
                <c:pt idx="66">
                  <c:v>0.35950413223140498</c:v>
                </c:pt>
                <c:pt idx="67">
                  <c:v>0.3966480446927374</c:v>
                </c:pt>
                <c:pt idx="68">
                  <c:v>0.35950413223140498</c:v>
                </c:pt>
                <c:pt idx="69">
                  <c:v>0.3966480446927374</c:v>
                </c:pt>
                <c:pt idx="70">
                  <c:v>0.3966480446927374</c:v>
                </c:pt>
                <c:pt idx="71">
                  <c:v>0.35950413223140498</c:v>
                </c:pt>
                <c:pt idx="72">
                  <c:v>0.35950413223140498</c:v>
                </c:pt>
                <c:pt idx="73">
                  <c:v>0.3966480446927374</c:v>
                </c:pt>
                <c:pt idx="74">
                  <c:v>0.35950413223140498</c:v>
                </c:pt>
                <c:pt idx="75">
                  <c:v>0.35950413223140498</c:v>
                </c:pt>
                <c:pt idx="76">
                  <c:v>0.35021097046413496</c:v>
                </c:pt>
                <c:pt idx="77">
                  <c:v>0.35950413223140498</c:v>
                </c:pt>
                <c:pt idx="78">
                  <c:v>0.31372549019607843</c:v>
                </c:pt>
                <c:pt idx="79">
                  <c:v>0.35950413223140498</c:v>
                </c:pt>
                <c:pt idx="80">
                  <c:v>0.42011834319526625</c:v>
                </c:pt>
                <c:pt idx="81">
                  <c:v>0.35950413223140498</c:v>
                </c:pt>
                <c:pt idx="82">
                  <c:v>0.35950413223140498</c:v>
                </c:pt>
                <c:pt idx="83">
                  <c:v>0.35950413223140498</c:v>
                </c:pt>
                <c:pt idx="84">
                  <c:v>0.35950413223140498</c:v>
                </c:pt>
                <c:pt idx="85">
                  <c:v>0.27345844504021449</c:v>
                </c:pt>
                <c:pt idx="86">
                  <c:v>0.3966480446927374</c:v>
                </c:pt>
                <c:pt idx="87">
                  <c:v>0.38967136150234744</c:v>
                </c:pt>
                <c:pt idx="88">
                  <c:v>0.27345844504021449</c:v>
                </c:pt>
                <c:pt idx="89">
                  <c:v>0.42011834319526625</c:v>
                </c:pt>
                <c:pt idx="90">
                  <c:v>0.35950413223140498</c:v>
                </c:pt>
                <c:pt idx="91">
                  <c:v>0.3966480446927374</c:v>
                </c:pt>
                <c:pt idx="92">
                  <c:v>0.35950413223140498</c:v>
                </c:pt>
                <c:pt idx="93">
                  <c:v>0.35950413223140498</c:v>
                </c:pt>
                <c:pt idx="94">
                  <c:v>0.3966480446927374</c:v>
                </c:pt>
                <c:pt idx="95">
                  <c:v>0.35950413223140498</c:v>
                </c:pt>
                <c:pt idx="96">
                  <c:v>0.35950413223140498</c:v>
                </c:pt>
                <c:pt idx="97">
                  <c:v>0.42011834319526625</c:v>
                </c:pt>
                <c:pt idx="98">
                  <c:v>0.35950413223140498</c:v>
                </c:pt>
                <c:pt idx="99">
                  <c:v>0.28611111111111109</c:v>
                </c:pt>
                <c:pt idx="100">
                  <c:v>0.35950413223140498</c:v>
                </c:pt>
                <c:pt idx="101">
                  <c:v>0.3966480446927374</c:v>
                </c:pt>
                <c:pt idx="102">
                  <c:v>0.3966480446927374</c:v>
                </c:pt>
                <c:pt idx="103">
                  <c:v>0.35950413223140498</c:v>
                </c:pt>
                <c:pt idx="104">
                  <c:v>0.3723849372384937</c:v>
                </c:pt>
                <c:pt idx="105">
                  <c:v>0.35950413223140498</c:v>
                </c:pt>
                <c:pt idx="106">
                  <c:v>0.35021097046413496</c:v>
                </c:pt>
                <c:pt idx="107">
                  <c:v>0.28611111111111109</c:v>
                </c:pt>
                <c:pt idx="108">
                  <c:v>0.32993197278911562</c:v>
                </c:pt>
                <c:pt idx="109">
                  <c:v>0.35950413223140498</c:v>
                </c:pt>
                <c:pt idx="110">
                  <c:v>0.31372549019607843</c:v>
                </c:pt>
                <c:pt idx="111">
                  <c:v>0.31372549019607843</c:v>
                </c:pt>
                <c:pt idx="112">
                  <c:v>0.31372549019607843</c:v>
                </c:pt>
                <c:pt idx="113">
                  <c:v>0.35021097046413496</c:v>
                </c:pt>
                <c:pt idx="114">
                  <c:v>0.3966480446927374</c:v>
                </c:pt>
                <c:pt idx="115">
                  <c:v>0.3966480446927374</c:v>
                </c:pt>
                <c:pt idx="116">
                  <c:v>0.27345844504021449</c:v>
                </c:pt>
                <c:pt idx="117">
                  <c:v>0.31372549019607843</c:v>
                </c:pt>
                <c:pt idx="118">
                  <c:v>0.3125</c:v>
                </c:pt>
                <c:pt idx="119">
                  <c:v>0.24290909090909088</c:v>
                </c:pt>
                <c:pt idx="120">
                  <c:v>0.39</c:v>
                </c:pt>
                <c:pt idx="121">
                  <c:v>0.43</c:v>
                </c:pt>
                <c:pt idx="122">
                  <c:v>0.43</c:v>
                </c:pt>
                <c:pt idx="123">
                  <c:v>0.28000000000000003</c:v>
                </c:pt>
                <c:pt idx="124">
                  <c:v>0.27</c:v>
                </c:pt>
                <c:pt idx="125">
                  <c:v>0.26</c:v>
                </c:pt>
                <c:pt idx="126">
                  <c:v>0.36</c:v>
                </c:pt>
                <c:pt idx="127">
                  <c:v>0.26</c:v>
                </c:pt>
                <c:pt idx="128">
                  <c:v>0.31</c:v>
                </c:pt>
                <c:pt idx="129">
                  <c:v>0.27</c:v>
                </c:pt>
                <c:pt idx="130">
                  <c:v>0.3</c:v>
                </c:pt>
                <c:pt idx="131">
                  <c:v>0.28000000000000003</c:v>
                </c:pt>
                <c:pt idx="132">
                  <c:v>0.27</c:v>
                </c:pt>
                <c:pt idx="133">
                  <c:v>0.41</c:v>
                </c:pt>
                <c:pt idx="134">
                  <c:v>0.26</c:v>
                </c:pt>
                <c:pt idx="135">
                  <c:v>0.47</c:v>
                </c:pt>
                <c:pt idx="136">
                  <c:v>0.72</c:v>
                </c:pt>
                <c:pt idx="137">
                  <c:v>0.6</c:v>
                </c:pt>
                <c:pt idx="138">
                  <c:v>0.44</c:v>
                </c:pt>
                <c:pt idx="139">
                  <c:v>0.44</c:v>
                </c:pt>
                <c:pt idx="140">
                  <c:v>0.42</c:v>
                </c:pt>
                <c:pt idx="141">
                  <c:v>0.47</c:v>
                </c:pt>
                <c:pt idx="142">
                  <c:v>0.48</c:v>
                </c:pt>
                <c:pt idx="143">
                  <c:v>0.45</c:v>
                </c:pt>
                <c:pt idx="144">
                  <c:v>0.39</c:v>
                </c:pt>
                <c:pt idx="145">
                  <c:v>0.29260000000000003</c:v>
                </c:pt>
                <c:pt idx="146">
                  <c:v>0.25443478260869568</c:v>
                </c:pt>
                <c:pt idx="147">
                  <c:v>0.24660869565217389</c:v>
                </c:pt>
                <c:pt idx="148">
                  <c:v>0.32511111111111113</c:v>
                </c:pt>
                <c:pt idx="149">
                  <c:v>0.11</c:v>
                </c:pt>
                <c:pt idx="150">
                  <c:v>0.12</c:v>
                </c:pt>
              </c:numCache>
            </c:numRef>
          </c:yVal>
          <c:smooth val="0"/>
          <c:extLst>
            <c:ext xmlns:c16="http://schemas.microsoft.com/office/drawing/2014/chart" uri="{C3380CC4-5D6E-409C-BE32-E72D297353CC}">
              <c16:uniqueId val="{00000000-C84B-4DB1-9D23-6C2FAA0BDFB0}"/>
            </c:ext>
          </c:extLst>
        </c:ser>
        <c:ser>
          <c:idx val="1"/>
          <c:order val="1"/>
          <c:spPr>
            <a:ln w="25400" cap="rnd">
              <a:noFill/>
              <a:round/>
            </a:ln>
            <a:effectLst/>
          </c:spPr>
          <c:marker>
            <c:symbol val="circle"/>
            <c:size val="5"/>
            <c:spPr>
              <a:solidFill>
                <a:schemeClr val="tx1"/>
              </a:solidFill>
              <a:ln w="9525">
                <a:noFill/>
              </a:ln>
              <a:effectLst/>
            </c:spPr>
          </c:marker>
          <c:xVal>
            <c:numRef>
              <c:f>Sheet3!$B$3:$B$15</c:f>
              <c:numCache>
                <c:formatCode>0.000000</c:formatCode>
                <c:ptCount val="13"/>
                <c:pt idx="0">
                  <c:v>2.0000000000000001E-4</c:v>
                </c:pt>
                <c:pt idx="1">
                  <c:v>4.0000000000000002E-4</c:v>
                </c:pt>
                <c:pt idx="2">
                  <c:v>2.5999999999999999E-3</c:v>
                </c:pt>
                <c:pt idx="3">
                  <c:v>2.9999999999999997E-4</c:v>
                </c:pt>
                <c:pt idx="4">
                  <c:v>3.0000000000000001E-3</c:v>
                </c:pt>
                <c:pt idx="5">
                  <c:v>4.0000000000000002E-4</c:v>
                </c:pt>
                <c:pt idx="6">
                  <c:v>8.0000000000000004E-4</c:v>
                </c:pt>
                <c:pt idx="7">
                  <c:v>6.4000000000000003E-3</c:v>
                </c:pt>
                <c:pt idx="8">
                  <c:v>8.7500000000000008E-3</c:v>
                </c:pt>
                <c:pt idx="9">
                  <c:v>1.43E-2</c:v>
                </c:pt>
                <c:pt idx="10">
                  <c:v>4.4999999999999997E-3</c:v>
                </c:pt>
                <c:pt idx="11">
                  <c:v>5.0000000000000001E-4</c:v>
                </c:pt>
                <c:pt idx="12">
                  <c:v>3.3999999999999998E-3</c:v>
                </c:pt>
              </c:numCache>
            </c:numRef>
          </c:xVal>
          <c:yVal>
            <c:numRef>
              <c:f>Sheet3!$A$3:$A$15</c:f>
              <c:numCache>
                <c:formatCode>0.000</c:formatCode>
                <c:ptCount val="13"/>
                <c:pt idx="0">
                  <c:v>0.36874999999999997</c:v>
                </c:pt>
                <c:pt idx="1">
                  <c:v>0.31379310344827588</c:v>
                </c:pt>
                <c:pt idx="2">
                  <c:v>0.23055555555555554</c:v>
                </c:pt>
                <c:pt idx="3">
                  <c:v>0.34399999999999997</c:v>
                </c:pt>
                <c:pt idx="4">
                  <c:v>0.22222222222222224</c:v>
                </c:pt>
                <c:pt idx="5">
                  <c:v>0.27741935483870966</c:v>
                </c:pt>
                <c:pt idx="6">
                  <c:v>0.22051282051282051</c:v>
                </c:pt>
                <c:pt idx="7">
                  <c:v>0.15074626865671642</c:v>
                </c:pt>
                <c:pt idx="8">
                  <c:v>0.16071428571428573</c:v>
                </c:pt>
                <c:pt idx="9">
                  <c:v>0.15333333333333335</c:v>
                </c:pt>
                <c:pt idx="10">
                  <c:v>0.16363636363636364</c:v>
                </c:pt>
                <c:pt idx="11">
                  <c:v>0.2343139807341838</c:v>
                </c:pt>
                <c:pt idx="12">
                  <c:v>0.18793103448275864</c:v>
                </c:pt>
              </c:numCache>
            </c:numRef>
          </c:yVal>
          <c:smooth val="0"/>
          <c:extLst>
            <c:ext xmlns:c16="http://schemas.microsoft.com/office/drawing/2014/chart" uri="{C3380CC4-5D6E-409C-BE32-E72D297353CC}">
              <c16:uniqueId val="{00000001-C84B-4DB1-9D23-6C2FAA0BDFB0}"/>
            </c:ext>
          </c:extLst>
        </c:ser>
        <c:ser>
          <c:idx val="4"/>
          <c:order val="2"/>
          <c:spPr>
            <a:ln w="12700" cap="rnd">
              <a:solidFill>
                <a:srgbClr val="FF0000"/>
              </a:solidFill>
              <a:round/>
            </a:ln>
            <a:effectLst/>
          </c:spPr>
          <c:marker>
            <c:symbol val="none"/>
          </c:marker>
          <c:xVal>
            <c:numRef>
              <c:f>Sheet3!$E$3:$E$8</c:f>
              <c:numCache>
                <c:formatCode>General</c:formatCode>
                <c:ptCount val="6"/>
                <c:pt idx="0">
                  <c:v>1.0000000000000001E-5</c:v>
                </c:pt>
                <c:pt idx="1">
                  <c:v>1E-4</c:v>
                </c:pt>
                <c:pt idx="2">
                  <c:v>1E-3</c:v>
                </c:pt>
                <c:pt idx="3">
                  <c:v>0.01</c:v>
                </c:pt>
                <c:pt idx="4">
                  <c:v>0.1</c:v>
                </c:pt>
                <c:pt idx="5">
                  <c:v>1</c:v>
                </c:pt>
              </c:numCache>
            </c:numRef>
          </c:xVal>
          <c:yVal>
            <c:numRef>
              <c:f>Sheet3!$I$3:$I$8</c:f>
              <c:numCache>
                <c:formatCode>General</c:formatCode>
                <c:ptCount val="6"/>
                <c:pt idx="0">
                  <c:v>0.55437035718049466</c:v>
                </c:pt>
                <c:pt idx="1">
                  <c:v>0.40438962050781962</c:v>
                </c:pt>
                <c:pt idx="2">
                  <c:v>0.29498504574842394</c:v>
                </c:pt>
                <c:pt idx="3">
                  <c:v>0.21517905703397538</c:v>
                </c:pt>
                <c:pt idx="4">
                  <c:v>0.15696397920292954</c:v>
                </c:pt>
                <c:pt idx="5">
                  <c:v>0.11449855346901885</c:v>
                </c:pt>
              </c:numCache>
            </c:numRef>
          </c:yVal>
          <c:smooth val="0"/>
          <c:extLst>
            <c:ext xmlns:c16="http://schemas.microsoft.com/office/drawing/2014/chart" uri="{C3380CC4-5D6E-409C-BE32-E72D297353CC}">
              <c16:uniqueId val="{00000002-C84B-4DB1-9D23-6C2FAA0BDFB0}"/>
            </c:ext>
          </c:extLst>
        </c:ser>
        <c:ser>
          <c:idx val="2"/>
          <c:order val="3"/>
          <c:tx>
            <c:v>CI+</c:v>
          </c:tx>
          <c:spPr>
            <a:ln w="25400" cap="rnd">
              <a:solidFill>
                <a:srgbClr val="0070C0"/>
              </a:solidFill>
              <a:prstDash val="sysDot"/>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Sheet3!$L$11:$L$16</c:f>
              <c:numCache>
                <c:formatCode>General</c:formatCode>
                <c:ptCount val="6"/>
                <c:pt idx="0">
                  <c:v>0.50833732590201119</c:v>
                </c:pt>
                <c:pt idx="1">
                  <c:v>0.38609839830890896</c:v>
                </c:pt>
                <c:pt idx="2">
                  <c:v>0.28414106243273629</c:v>
                </c:pt>
                <c:pt idx="3">
                  <c:v>0.20008751937386168</c:v>
                </c:pt>
                <c:pt idx="4">
                  <c:v>0.13958732992613473</c:v>
                </c:pt>
                <c:pt idx="5">
                  <c:v>9.7198597849000881E-2</c:v>
                </c:pt>
              </c:numCache>
            </c:numRef>
          </c:yVal>
          <c:smooth val="0"/>
          <c:extLst>
            <c:ext xmlns:c16="http://schemas.microsoft.com/office/drawing/2014/chart" uri="{C3380CC4-5D6E-409C-BE32-E72D297353CC}">
              <c16:uniqueId val="{00000003-C84B-4DB1-9D23-6C2FAA0BDFB0}"/>
            </c:ext>
          </c:extLst>
        </c:ser>
        <c:ser>
          <c:idx val="3"/>
          <c:order val="4"/>
          <c:tx>
            <c:v>CI-</c:v>
          </c:tx>
          <c:spPr>
            <a:ln w="25400" cap="rnd">
              <a:solidFill>
                <a:srgbClr val="0070C0"/>
              </a:solidFill>
              <a:prstDash val="sysDot"/>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Sheet3!$M$11:$M$16</c:f>
              <c:numCache>
                <c:formatCode>General</c:formatCode>
                <c:ptCount val="6"/>
                <c:pt idx="0">
                  <c:v>0.60400703921135945</c:v>
                </c:pt>
                <c:pt idx="1">
                  <c:v>0.42321494933658471</c:v>
                </c:pt>
                <c:pt idx="2">
                  <c:v>0.30604761539974951</c:v>
                </c:pt>
                <c:pt idx="3">
                  <c:v>0.23129593491420258</c:v>
                </c:pt>
                <c:pt idx="4">
                  <c:v>0.1764440427771013</c:v>
                </c:pt>
                <c:pt idx="5">
                  <c:v>0.13485125730048103</c:v>
                </c:pt>
              </c:numCache>
            </c:numRef>
          </c:yVal>
          <c:smooth val="0"/>
          <c:extLst>
            <c:ext xmlns:c16="http://schemas.microsoft.com/office/drawing/2014/chart" uri="{C3380CC4-5D6E-409C-BE32-E72D297353CC}">
              <c16:uniqueId val="{00000004-C84B-4DB1-9D23-6C2FAA0BDFB0}"/>
            </c:ext>
          </c:extLst>
        </c:ser>
        <c:ser>
          <c:idx val="5"/>
          <c:order val="5"/>
          <c:tx>
            <c:v>PI+</c:v>
          </c:tx>
          <c:spPr>
            <a:ln w="25400" cap="rnd">
              <a:solidFill>
                <a:srgbClr val="92D050"/>
              </a:solidFill>
              <a:prstDash val="lgDash"/>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Sheet3!$P$11:$P$16</c:f>
              <c:numCache>
                <c:formatCode>General</c:formatCode>
                <c:ptCount val="6"/>
                <c:pt idx="0">
                  <c:v>0.36465905317035602</c:v>
                </c:pt>
                <c:pt idx="1">
                  <c:v>0.26773490839114639</c:v>
                </c:pt>
                <c:pt idx="2">
                  <c:v>0.19548885369079486</c:v>
                </c:pt>
                <c:pt idx="3">
                  <c:v>0.14194496759481751</c:v>
                </c:pt>
                <c:pt idx="4">
                  <c:v>0.10251324946425006</c:v>
                </c:pt>
                <c:pt idx="5">
                  <c:v>7.3664797611933161E-2</c:v>
                </c:pt>
              </c:numCache>
            </c:numRef>
          </c:yVal>
          <c:smooth val="0"/>
          <c:extLst>
            <c:ext xmlns:c16="http://schemas.microsoft.com/office/drawing/2014/chart" uri="{C3380CC4-5D6E-409C-BE32-E72D297353CC}">
              <c16:uniqueId val="{00000005-C84B-4DB1-9D23-6C2FAA0BDFB0}"/>
            </c:ext>
          </c:extLst>
        </c:ser>
        <c:ser>
          <c:idx val="6"/>
          <c:order val="6"/>
          <c:tx>
            <c:v>PI-</c:v>
          </c:tx>
          <c:spPr>
            <a:ln w="25400" cap="rnd">
              <a:solidFill>
                <a:srgbClr val="92D050"/>
              </a:solidFill>
              <a:prstDash val="lgDash"/>
              <a:round/>
            </a:ln>
            <a:effectLst/>
          </c:spPr>
          <c:marker>
            <c:symbol val="none"/>
          </c:marker>
          <c:xVal>
            <c:numRef>
              <c:f>Sheet3!$E$11:$E$16</c:f>
              <c:numCache>
                <c:formatCode>General</c:formatCode>
                <c:ptCount val="6"/>
                <c:pt idx="0">
                  <c:v>1.0000000000000001E-5</c:v>
                </c:pt>
                <c:pt idx="1">
                  <c:v>1E-4</c:v>
                </c:pt>
                <c:pt idx="2">
                  <c:v>1E-3</c:v>
                </c:pt>
                <c:pt idx="3">
                  <c:v>0.01</c:v>
                </c:pt>
                <c:pt idx="4">
                  <c:v>0.1</c:v>
                </c:pt>
                <c:pt idx="5">
                  <c:v>1</c:v>
                </c:pt>
              </c:numCache>
            </c:numRef>
          </c:xVal>
          <c:yVal>
            <c:numRef>
              <c:f>Sheet3!$Q$11:$Q$16</c:f>
              <c:numCache>
                <c:formatCode>General</c:formatCode>
                <c:ptCount val="6"/>
                <c:pt idx="0">
                  <c:v>0.84199032265265217</c:v>
                </c:pt>
                <c:pt idx="1">
                  <c:v>0.61031353293881752</c:v>
                </c:pt>
                <c:pt idx="2">
                  <c:v>0.44483812344035784</c:v>
                </c:pt>
                <c:pt idx="3">
                  <c:v>0.32603783453842317</c:v>
                </c:pt>
                <c:pt idx="4">
                  <c:v>0.24025531276537457</c:v>
                </c:pt>
                <c:pt idx="5">
                  <c:v>0.1779327946797884</c:v>
                </c:pt>
              </c:numCache>
            </c:numRef>
          </c:yVal>
          <c:smooth val="0"/>
          <c:extLst>
            <c:ext xmlns:c16="http://schemas.microsoft.com/office/drawing/2014/chart" uri="{C3380CC4-5D6E-409C-BE32-E72D297353CC}">
              <c16:uniqueId val="{00000006-C84B-4DB1-9D23-6C2FAA0BDFB0}"/>
            </c:ext>
          </c:extLst>
        </c:ser>
        <c:dLbls>
          <c:showLegendKey val="0"/>
          <c:showVal val="0"/>
          <c:showCatName val="0"/>
          <c:showSerName val="0"/>
          <c:showPercent val="0"/>
          <c:showBubbleSize val="0"/>
        </c:dLbls>
        <c:axId val="612347904"/>
        <c:axId val="612341376"/>
      </c:scatterChart>
      <c:valAx>
        <c:axId val="612347904"/>
        <c:scaling>
          <c:logBase val="10"/>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sz="1400" dirty="0">
                    <a:solidFill>
                      <a:schemeClr val="tx1"/>
                    </a:solidFill>
                  </a:rPr>
                  <a:t>Volume (km</a:t>
                </a:r>
                <a:r>
                  <a:rPr lang="en-US" sz="1400" baseline="30000" dirty="0">
                    <a:solidFill>
                      <a:schemeClr val="tx1"/>
                    </a:solidFill>
                  </a:rPr>
                  <a:t>3</a:t>
                </a:r>
                <a:r>
                  <a:rPr lang="en-US" sz="1400" dirty="0">
                    <a:solidFill>
                      <a:schemeClr val="tx1"/>
                    </a:solidFill>
                  </a:rPr>
                  <a:t>)</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0000" sourceLinked="1"/>
        <c:majorTickMark val="cross"/>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12341376"/>
        <c:crossesAt val="1.0000000000000002E-2"/>
        <c:crossBetween val="midCat"/>
      </c:valAx>
      <c:valAx>
        <c:axId val="612341376"/>
        <c:scaling>
          <c:logBase val="10"/>
          <c:orientation val="minMax"/>
          <c:min val="0.1"/>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sz="1400" dirty="0">
                    <a:solidFill>
                      <a:schemeClr val="tx1"/>
                    </a:solidFill>
                  </a:rPr>
                  <a:t>∆H/L</a:t>
                </a:r>
                <a:r>
                  <a:rPr lang="en-US" sz="1400" baseline="0" dirty="0">
                    <a:solidFill>
                      <a:schemeClr val="tx1"/>
                    </a:solidFill>
                  </a:rPr>
                  <a:t> </a:t>
                </a:r>
                <a:endParaRPr lang="en-US" sz="1400" dirty="0">
                  <a:solidFill>
                    <a:schemeClr val="tx1"/>
                  </a:solidFill>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0.000" sourceLinked="1"/>
        <c:majorTickMark val="cross"/>
        <c:minorTickMark val="out"/>
        <c:tickLblPos val="nextTo"/>
        <c:spPr>
          <a:noFill/>
          <a:ln w="12700"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612347904"/>
        <c:crossesAt val="1.0000000000000004E-5"/>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Sheet1!$B$3:$B$243</cx:f>
        <cx:lvl ptCount="241" formatCode="General">
          <cx:pt idx="0">0.042999999999999997</cx:pt>
          <cx:pt idx="1">0.059999999999999998</cx:pt>
          <cx:pt idx="2">0.059999999999999998</cx:pt>
          <cx:pt idx="3">0.059999999999999998</cx:pt>
          <cx:pt idx="4">0.059999999999999998</cx:pt>
          <cx:pt idx="5">0.065000000000000002</cx:pt>
          <cx:pt idx="6">0.070000000000000007</cx:pt>
          <cx:pt idx="7">0.078571428571428598</cx:pt>
          <cx:pt idx="8">0.080000000000000002</cx:pt>
          <cx:pt idx="9">0.080000000000000002</cx:pt>
          <cx:pt idx="10">0.089999999999999997</cx:pt>
          <cx:pt idx="11">0.089999999999999997</cx:pt>
          <cx:pt idx="12">0.10000000000000001</cx:pt>
          <cx:pt idx="13">0.10000000000000001</cx:pt>
          <cx:pt idx="14">0.11</cx:pt>
          <cx:pt idx="15">0.116666666666667</cx:pt>
          <cx:pt idx="16">0.116666666666667</cx:pt>
          <cx:pt idx="17">0.12</cx:pt>
          <cx:pt idx="18">0.12</cx:pt>
          <cx:pt idx="19">0.12</cx:pt>
          <cx:pt idx="20">0.13</cx:pt>
          <cx:pt idx="21">0.14000000000000001</cx:pt>
          <cx:pt idx="22">0.14000000000000001</cx:pt>
          <cx:pt idx="23">0.14000000000000001</cx:pt>
          <cx:pt idx="24">0.14796747967479701</cx:pt>
          <cx:pt idx="25">0.14999999999999999</cx:pt>
          <cx:pt idx="26">0.14999999999999999</cx:pt>
          <cx:pt idx="27">0.150746268656716</cx:pt>
          <cx:pt idx="28">0.15277777777777801</cx:pt>
          <cx:pt idx="29">0.15277777777777801</cx:pt>
          <cx:pt idx="30">0.15333333333333299</cx:pt>
          <cx:pt idx="31">0.16</cx:pt>
          <cx:pt idx="32">0.16</cx:pt>
          <cx:pt idx="33">0.16</cx:pt>
          <cx:pt idx="34">0.160714285714286</cx:pt>
          <cx:pt idx="35">0.163636363636364</cx:pt>
          <cx:pt idx="36">0.16627450999999999</cx:pt>
          <cx:pt idx="37">0.16666666699999999</cx:pt>
          <cx:pt idx="38">0.17000000000000001</cx:pt>
          <cx:pt idx="39">0.17000000000000001</cx:pt>
          <cx:pt idx="40">0.17000000000000001</cx:pt>
          <cx:pt idx="41">0.17999999999999999</cx:pt>
          <cx:pt idx="42">0.17999999999999999</cx:pt>
          <cx:pt idx="43">0.17999999999999999</cx:pt>
          <cx:pt idx="44">0.17999999999999999</cx:pt>
          <cx:pt idx="45">0.17999999999999999</cx:pt>
          <cx:pt idx="46">0.17999999999999999</cx:pt>
          <cx:pt idx="47">0.17999999999999999</cx:pt>
          <cx:pt idx="48">0.187068965517241</cx:pt>
          <cx:pt idx="49">0.187931034482759</cx:pt>
          <cx:pt idx="50">0.20000000000000001</cx:pt>
          <cx:pt idx="51">0.20000000000000001</cx:pt>
          <cx:pt idx="52">0.20000000000000001</cx:pt>
          <cx:pt idx="53">0.20000000000000001</cx:pt>
          <cx:pt idx="54">0.206424433912586</cx:pt>
          <cx:pt idx="55">0.20803571428571399</cx:pt>
          <cx:pt idx="56">0.20999999999999999</cx:pt>
          <cx:pt idx="57">0.20999999999999999</cx:pt>
          <cx:pt idx="58">0.20999999999999999</cx:pt>
          <cx:pt idx="59">0.20999999999999999</cx:pt>
          <cx:pt idx="60">0.21071428571428599</cx:pt>
          <cx:pt idx="61">0.21076923076923099</cx:pt>
          <cx:pt idx="62">0.21078431372549</cx:pt>
          <cx:pt idx="63">0.21951219499999999</cx:pt>
          <cx:pt idx="64">0.22</cx:pt>
          <cx:pt idx="65">0.22051282051282101</cx:pt>
          <cx:pt idx="66">0.22857142857142901</cx:pt>
          <cx:pt idx="67">0.22857142857142901</cx:pt>
          <cx:pt idx="68">0.22857142857142901</cx:pt>
          <cx:pt idx="69">0.23000000000000001</cx:pt>
          <cx:pt idx="70">0.23000000000000001</cx:pt>
          <cx:pt idx="71">0.23055555555555601</cx:pt>
          <cx:pt idx="72">0.2412</cx:pt>
          <cx:pt idx="73">0.24290909090909099</cx:pt>
          <cx:pt idx="74">0.24290909090909099</cx:pt>
          <cx:pt idx="75">0.24399999999999999</cx:pt>
          <cx:pt idx="76">0.246608695652174</cx:pt>
          <cx:pt idx="77">0.24727272727272701</cx:pt>
          <cx:pt idx="78">0.24727272727272701</cx:pt>
          <cx:pt idx="79">0.24838709677419399</cx:pt>
          <cx:pt idx="80">0.25</cx:pt>
          <cx:pt idx="81">0.25443478260869601</cx:pt>
          <cx:pt idx="82">0.25443478260869601</cx:pt>
          <cx:pt idx="83">0.25802066899999998</cx:pt>
          <cx:pt idx="84">0.26000000000000001</cx:pt>
          <cx:pt idx="85">0.26000000000000001</cx:pt>
          <cx:pt idx="86">0.26000000000000001</cx:pt>
          <cx:pt idx="87">0.26000000000000001</cx:pt>
          <cx:pt idx="88">0.26000000000000001</cx:pt>
          <cx:pt idx="89">0.26000000000000001</cx:pt>
          <cx:pt idx="90">0.26521739130434802</cx:pt>
          <cx:pt idx="91">0.26521739130434802</cx:pt>
          <cx:pt idx="92">0.27000000000000002</cx:pt>
          <cx:pt idx="93">0.27000000000000002</cx:pt>
          <cx:pt idx="94">0.27000000000000002</cx:pt>
          <cx:pt idx="95">0.27000000000000002</cx:pt>
          <cx:pt idx="96">0.27000000000000002</cx:pt>
          <cx:pt idx="97">0.27028571428571402</cx:pt>
          <cx:pt idx="98">0.27345844504021399</cx:pt>
          <cx:pt idx="99">0.27345844504021399</cx:pt>
          <cx:pt idx="100">0.27345844504021399</cx:pt>
          <cx:pt idx="101">0.27345844504021399</cx:pt>
          <cx:pt idx="102">0.27777777777777701</cx:pt>
          <cx:pt idx="103">0.27777777777777801</cx:pt>
          <cx:pt idx="104">0.28000000000000003</cx:pt>
          <cx:pt idx="105">0.28000000000000003</cx:pt>
          <cx:pt idx="106">0.280555555555556</cx:pt>
          <cx:pt idx="107">0.28215223099999998</cx:pt>
          <cx:pt idx="108">0.28611111111111098</cx:pt>
          <cx:pt idx="109">0.28611111111111098</cx:pt>
          <cx:pt idx="110">0.28611111111111098</cx:pt>
          <cx:pt idx="111">0.28611111111111098</cx:pt>
          <cx:pt idx="112">0.28695652173913</cx:pt>
          <cx:pt idx="113">0.28787878787878801</cx:pt>
          <cx:pt idx="114">0.28863636363636402</cx:pt>
          <cx:pt idx="115">0.29249999999999998</cx:pt>
          <cx:pt idx="116">0.29260000000000003</cx:pt>
          <cx:pt idx="117">0.29411764705882298</cx:pt>
          <cx:pt idx="118">0.298421807747489</cx:pt>
          <cx:pt idx="119">0.29999999999999999</cx:pt>
          <cx:pt idx="120">0.29999999999999999</cx:pt>
          <cx:pt idx="121">0.30894736842105303</cx:pt>
          <cx:pt idx="122">0.31</cx:pt>
          <cx:pt idx="123">0.31</cx:pt>
          <cx:pt idx="124">0.31372549019607798</cx:pt>
          <cx:pt idx="125">0.31372549019607798</cx:pt>
          <cx:pt idx="126">0.31372549019607798</cx:pt>
          <cx:pt idx="127">0.31372549019607798</cx:pt>
          <cx:pt idx="128">0.31372549019607798</cx:pt>
          <cx:pt idx="129">0.31379310344827599</cx:pt>
          <cx:pt idx="130">0.31851851851851798</cx:pt>
          <cx:pt idx="131">0.32000000000000001</cx:pt>
          <cx:pt idx="132">0.32511111111111102</cx:pt>
          <cx:pt idx="133">0.32993197278911601</cx:pt>
          <cx:pt idx="134">0.33000000000000002</cx:pt>
          <cx:pt idx="135">0.33363636363636401</cx:pt>
          <cx:pt idx="136">0.33636363636363598</cx:pt>
          <cx:pt idx="137">0.34000000000000002</cx:pt>
          <cx:pt idx="138">0.34399999999999997</cx:pt>
          <cx:pt idx="139">0.34969325153374198</cx:pt>
          <cx:pt idx="140">0.34999999999999998</cx:pt>
          <cx:pt idx="141">0.34999999999999998</cx:pt>
          <cx:pt idx="142">0.35021097046413502</cx:pt>
          <cx:pt idx="143">0.35021097046413502</cx:pt>
          <cx:pt idx="144">0.35021097046413502</cx:pt>
          <cx:pt idx="145">0.35950413223140498</cx:pt>
          <cx:pt idx="146">0.35950413223140498</cx:pt>
          <cx:pt idx="147">0.35950413223140498</cx:pt>
          <cx:pt idx="148">0.35950413223140498</cx:pt>
          <cx:pt idx="149">0.35950413223140498</cx:pt>
          <cx:pt idx="150">0.35950413223140498</cx:pt>
          <cx:pt idx="151">0.35950413223140498</cx:pt>
          <cx:pt idx="152">0.35950413223140498</cx:pt>
          <cx:pt idx="153">0.35950413223140498</cx:pt>
          <cx:pt idx="154">0.35950413223140498</cx:pt>
          <cx:pt idx="155">0.35950413223140498</cx:pt>
          <cx:pt idx="156">0.35950413223140498</cx:pt>
          <cx:pt idx="157">0.35950413223140498</cx:pt>
          <cx:pt idx="158">0.35950413223140498</cx:pt>
          <cx:pt idx="159">0.35950413223140498</cx:pt>
          <cx:pt idx="160">0.35950413223140498</cx:pt>
          <cx:pt idx="161">0.35950413223140498</cx:pt>
          <cx:pt idx="162">0.35950413223140498</cx:pt>
          <cx:pt idx="163">0.35950413223140498</cx:pt>
          <cx:pt idx="164">0.35950413223140498</cx:pt>
          <cx:pt idx="165">0.35950413223140498</cx:pt>
          <cx:pt idx="166">0.35950413223140498</cx:pt>
          <cx:pt idx="167">0.35950413223140498</cx:pt>
          <cx:pt idx="168">0.35950413223140498</cx:pt>
          <cx:pt idx="169">0.35950413223140498</cx:pt>
          <cx:pt idx="170">0.35999999999999999</cx:pt>
          <cx:pt idx="171">0.35999999999999999</cx:pt>
          <cx:pt idx="172">0.36499999999999999</cx:pt>
          <cx:pt idx="173">0.36875000000000002</cx:pt>
          <cx:pt idx="174">0.37</cx:pt>
          <cx:pt idx="175">0.37238493723849397</cx:pt>
          <cx:pt idx="176">0.37495652173913002</cx:pt>
          <cx:pt idx="177">0.38578125000000002</cx:pt>
          <cx:pt idx="178">0.38967136150234699</cx:pt>
          <cx:pt idx="179">0.38967136150234699</cx:pt>
          <cx:pt idx="180">0.38967136150234699</cx:pt>
          <cx:pt idx="181">0.38967136150234699</cx:pt>
          <cx:pt idx="182">0.38967136150234699</cx:pt>
          <cx:pt idx="183">0.39000000000000001</cx:pt>
          <cx:pt idx="184">0.39000000000000001</cx:pt>
          <cx:pt idx="185">0.39000000000000001</cx:pt>
          <cx:pt idx="186">0.39664804469273701</cx:pt>
          <cx:pt idx="187">0.39664804469273701</cx:pt>
          <cx:pt idx="188">0.39664804469273701</cx:pt>
          <cx:pt idx="189">0.39664804469273701</cx:pt>
          <cx:pt idx="190">0.39664804469273701</cx:pt>
          <cx:pt idx="191">0.39664804469273701</cx:pt>
          <cx:pt idx="192">0.39664804469273701</cx:pt>
          <cx:pt idx="193">0.39664804469273701</cx:pt>
          <cx:pt idx="194">0.39664804469273701</cx:pt>
          <cx:pt idx="195">0.39664804469273701</cx:pt>
          <cx:pt idx="196">0.39664804469273701</cx:pt>
          <cx:pt idx="197">0.39664804469273701</cx:pt>
          <cx:pt idx="198">0.39664804469273701</cx:pt>
          <cx:pt idx="199">0.40000000000000002</cx:pt>
          <cx:pt idx="200">0.40000000000000002</cx:pt>
          <cx:pt idx="201">0.40000000000000002</cx:pt>
          <cx:pt idx="202">0.40666666666666701</cx:pt>
          <cx:pt idx="203">0.41999999999999998</cx:pt>
          <cx:pt idx="204">0.41999999999999998</cx:pt>
          <cx:pt idx="205">0.41999999999999998</cx:pt>
          <cx:pt idx="206">0.42011834319526598</cx:pt>
          <cx:pt idx="207">0.42011834319526598</cx:pt>
          <cx:pt idx="208">0.42011834319526598</cx:pt>
          <cx:pt idx="209">0.42011834319526598</cx:pt>
          <cx:pt idx="210">0.42011834319526598</cx:pt>
          <cx:pt idx="211">0.42999999999999999</cx:pt>
          <cx:pt idx="212">0.42999999999999999</cx:pt>
          <cx:pt idx="213">0.43820224719101097</cx:pt>
          <cx:pt idx="214">0.43820224719101097</cx:pt>
          <cx:pt idx="215">0.44</cx:pt>
          <cx:pt idx="216">0.44</cx:pt>
          <cx:pt idx="217">0.44</cx:pt>
          <cx:pt idx="218">0.44090909090909097</cx:pt>
          <cx:pt idx="219">0.45000000000000001</cx:pt>
          <cx:pt idx="220">0.45000000000000001</cx:pt>
          <cx:pt idx="221">0.46999999999999997</cx:pt>
          <cx:pt idx="222">0.46999999999999997</cx:pt>
          <cx:pt idx="223">0.46999999999999997</cx:pt>
          <cx:pt idx="224">0.46999999999999997</cx:pt>
          <cx:pt idx="225">0.47999999999999998</cx:pt>
          <cx:pt idx="226">0.5</cx:pt>
          <cx:pt idx="227">0.5</cx:pt>
          <cx:pt idx="228">0.50714285714285701</cx:pt>
          <cx:pt idx="229">0.51333333333333298</cx:pt>
          <cx:pt idx="230">0.51333333333333298</cx:pt>
          <cx:pt idx="231">0.51333333333333298</cx:pt>
          <cx:pt idx="232">0.53000000000000003</cx:pt>
          <cx:pt idx="233">0.53000000000000003</cx:pt>
          <cx:pt idx="234">0.54000000000000004</cx:pt>
          <cx:pt idx="235">0.56999999999999995</cx:pt>
          <cx:pt idx="236">0.59999999999999998</cx:pt>
          <cx:pt idx="237">0.62</cx:pt>
          <cx:pt idx="238">0.71999999999999997</cx:pt>
          <cx:pt idx="239">0.73999999999999999</cx:pt>
          <cx:pt idx="240">0.80000000000000004</cx:pt>
        </cx:lvl>
      </cx:numDim>
    </cx:data>
  </cx:chartData>
  <cx:chart>
    <cx:title pos="t" align="ctr" overlay="0">
      <cx:tx>
        <cx:txData>
          <cx:v>FlowDat PDC H/L values</cx:v>
        </cx:txData>
      </cx:tx>
      <cx:txPr>
        <a:bodyPr spcFirstLastPara="1" vertOverflow="ellipsis" horzOverflow="overflow" wrap="square" lIns="0" tIns="0" rIns="0" bIns="0" anchor="ctr" anchorCtr="1"/>
        <a:lstStyle/>
        <a:p>
          <a:pPr algn="ctr" rtl="0">
            <a:defRPr sz="2000" b="1"/>
          </a:pPr>
          <a:r>
            <a:rPr lang="en-US" sz="2000" b="1" i="0" u="none" strike="noStrike" baseline="0">
              <a:solidFill>
                <a:sysClr val="windowText" lastClr="000000">
                  <a:lumMod val="65000"/>
                  <a:lumOff val="35000"/>
                </a:sysClr>
              </a:solidFill>
              <a:latin typeface="Calibri" panose="020F0502020204030204"/>
            </a:rPr>
            <a:t>FlowDat PDC H/L values</a:t>
          </a:r>
        </a:p>
      </cx:txPr>
    </cx:title>
    <cx:plotArea>
      <cx:plotAreaRegion>
        <cx:plotSurface>
          <cx:spPr>
            <a:ln>
              <a:noFill/>
            </a:ln>
          </cx:spPr>
        </cx:plotSurface>
        <cx:series layoutId="clusteredColumn" uniqueId="{B12401C0-4912-4623-A94A-4763E44CB0D4}">
          <cx:spPr>
            <a:solidFill>
              <a:schemeClr val="accent6">
                <a:lumMod val="40000"/>
                <a:lumOff val="60000"/>
              </a:schemeClr>
            </a:solidFill>
          </cx:spPr>
          <cx:dataId val="0"/>
          <cx:layoutPr>
            <cx:binning intervalClosed="r" underflow="0.10000000000000001" overflow="0.5">
              <cx:binSize val="0.10000000000000001"/>
            </cx:binning>
          </cx:layoutPr>
        </cx:series>
      </cx:plotAreaRegion>
      <cx:axis id="0">
        <cx:catScaling gapWidth="0"/>
        <cx:title>
          <cx:tx>
            <cx:txData>
              <cx:v>H/L</cx:v>
            </cx:txData>
          </cx:tx>
          <cx:txPr>
            <a:bodyPr spcFirstLastPara="1" vertOverflow="ellipsis" horzOverflow="overflow" wrap="square" lIns="0" tIns="0" rIns="0" bIns="0" anchor="ctr" anchorCtr="1"/>
            <a:lstStyle/>
            <a:p>
              <a:pPr algn="ctr" rtl="0">
                <a:defRPr sz="1600" b="1"/>
              </a:pPr>
              <a:r>
                <a:rPr lang="en-US" sz="1600" b="1" i="0" u="none" strike="noStrike" baseline="0">
                  <a:solidFill>
                    <a:prstClr val="black">
                      <a:lumMod val="65000"/>
                      <a:lumOff val="35000"/>
                    </a:prstClr>
                  </a:solidFill>
                  <a:latin typeface="Calibri" panose="020F0502020204030204"/>
                </a:rPr>
                <a:t>H/L</a:t>
              </a:r>
            </a:p>
          </cx:txPr>
        </cx:title>
        <cx:majorTickMarks type="out"/>
        <cx:tickLabels/>
        <cx:numFmt formatCode="#,##0.00" sourceLinked="0"/>
        <cx:spPr>
          <a:ln>
            <a:solidFill>
              <a:schemeClr val="tx1"/>
            </a:solidFill>
          </a:ln>
        </cx:spPr>
        <cx:txPr>
          <a:bodyPr spcFirstLastPara="1" vertOverflow="ellipsis" horzOverflow="overflow" wrap="square" lIns="0" tIns="0" rIns="0" bIns="0" anchor="ctr" anchorCtr="1"/>
          <a:lstStyle/>
          <a:p>
            <a:pPr algn="ctr" rtl="0">
              <a:defRPr sz="1400"/>
            </a:pPr>
            <a:endParaRPr lang="en-US" sz="1400" b="0" i="0" u="none" strike="noStrike" baseline="0">
              <a:solidFill>
                <a:prstClr val="black">
                  <a:lumMod val="65000"/>
                  <a:lumOff val="35000"/>
                </a:prstClr>
              </a:solidFill>
              <a:latin typeface="Calibri" panose="020F0502020204030204"/>
            </a:endParaRPr>
          </a:p>
        </cx:txPr>
      </cx:axis>
      <cx:axis id="1">
        <cx:valScaling max="90"/>
        <cx:title>
          <cx:tx>
            <cx:txData>
              <cx:v>Number of flows</cx:v>
            </cx:txData>
          </cx:tx>
          <cx:txPr>
            <a:bodyPr spcFirstLastPara="1" vertOverflow="ellipsis" horzOverflow="overflow" wrap="square" lIns="0" tIns="0" rIns="0" bIns="0" anchor="ctr" anchorCtr="1"/>
            <a:lstStyle/>
            <a:p>
              <a:pPr algn="ctr" rtl="0">
                <a:defRPr sz="1600" b="1"/>
              </a:pPr>
              <a:r>
                <a:rPr lang="en-US" sz="1600" b="1" i="0" u="none" strike="noStrike" baseline="0">
                  <a:solidFill>
                    <a:prstClr val="black">
                      <a:lumMod val="65000"/>
                      <a:lumOff val="35000"/>
                    </a:prstClr>
                  </a:solidFill>
                  <a:latin typeface="Calibri" panose="020F0502020204030204"/>
                </a:rPr>
                <a:t>Number of flows</a:t>
              </a:r>
            </a:p>
          </cx:txPr>
        </cx:title>
        <cx:majorGridlines>
          <cx:spPr>
            <a:solidFill>
              <a:schemeClr val="tx1"/>
            </a:solidFill>
            <a:ln>
              <a:solidFill>
                <a:schemeClr val="bg1">
                  <a:lumMod val="65000"/>
                </a:schemeClr>
              </a:solidFill>
            </a:ln>
          </cx:spPr>
        </cx:majorGridlines>
        <cx:majorTickMarks type="out"/>
        <cx:tickLabels/>
        <cx:numFmt formatCode="#,##0" sourceLinked="0"/>
        <cx:spPr>
          <a:ln>
            <a:solidFill>
              <a:schemeClr val="tx1"/>
            </a:solidFill>
          </a:ln>
        </cx:spPr>
        <cx:txPr>
          <a:bodyPr spcFirstLastPara="1" vertOverflow="ellipsis" horzOverflow="overflow" wrap="square" lIns="0" tIns="0" rIns="0" bIns="0" anchor="ctr" anchorCtr="1"/>
          <a:lstStyle/>
          <a:p>
            <a:pPr algn="ctr" rtl="0">
              <a:defRPr sz="1600"/>
            </a:pPr>
            <a:endParaRPr lang="en-US" sz="1600" b="0" i="0" u="none" strike="noStrike" baseline="0">
              <a:solidFill>
                <a:prstClr val="black">
                  <a:lumMod val="65000"/>
                  <a:lumOff val="35000"/>
                </a:prstClr>
              </a:solidFill>
              <a:latin typeface="Calibri" panose="020F0502020204030204"/>
            </a:endParaRPr>
          </a:p>
        </cx:txPr>
      </cx:axis>
    </cx:plotArea>
  </cx:chart>
  <cx:spPr>
    <a:ln>
      <a:solidFill>
        <a:schemeClr val="tx1"/>
      </a:solidFill>
    </a:ln>
  </cx:spPr>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0.75283</cdr:x>
      <cdr:y>0.05123</cdr:y>
    </cdr:from>
    <cdr:to>
      <cdr:x>0.90464</cdr:x>
      <cdr:y>0.29499</cdr:y>
    </cdr:to>
    <cdr:sp macro="" textlink="">
      <cdr:nvSpPr>
        <cdr:cNvPr id="2" name="TextBox 1"/>
        <cdr:cNvSpPr txBox="1"/>
      </cdr:nvSpPr>
      <cdr:spPr>
        <a:xfrm xmlns:a="http://schemas.openxmlformats.org/drawingml/2006/main">
          <a:off x="4534249" y="19218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dirty="0"/>
            <a:t>Global data</a:t>
          </a:r>
        </a:p>
        <a:p xmlns:a="http://schemas.openxmlformats.org/drawingml/2006/main">
          <a:r>
            <a:rPr lang="en-US" sz="1400" dirty="0"/>
            <a:t>Best-fit regression</a:t>
          </a:r>
        </a:p>
        <a:p xmlns:a="http://schemas.openxmlformats.org/drawingml/2006/main">
          <a:r>
            <a:rPr lang="en-US" sz="1400" dirty="0"/>
            <a:t>95% Confidence Interval</a:t>
          </a:r>
        </a:p>
        <a:p xmlns:a="http://schemas.openxmlformats.org/drawingml/2006/main">
          <a:r>
            <a:rPr lang="en-US" sz="1400" dirty="0"/>
            <a:t>95% Prediction Interval</a:t>
          </a:r>
        </a:p>
      </cdr:txBody>
    </cdr:sp>
  </cdr:relSizeAnchor>
  <cdr:relSizeAnchor xmlns:cdr="http://schemas.openxmlformats.org/drawingml/2006/chartDrawing">
    <cdr:from>
      <cdr:x>0.73119</cdr:x>
      <cdr:y>0.07319</cdr:y>
    </cdr:from>
    <cdr:to>
      <cdr:x>0.74637</cdr:x>
      <cdr:y>0.09757</cdr:y>
    </cdr:to>
    <cdr:sp macro="" textlink="">
      <cdr:nvSpPr>
        <cdr:cNvPr id="3" name="Oval 2"/>
        <cdr:cNvSpPr/>
      </cdr:nvSpPr>
      <cdr:spPr>
        <a:xfrm xmlns:a="http://schemas.openxmlformats.org/drawingml/2006/main">
          <a:off x="4403954" y="274558"/>
          <a:ext cx="91440" cy="91440"/>
        </a:xfrm>
        <a:prstGeom xmlns:a="http://schemas.openxmlformats.org/drawingml/2006/main" prst="ellipse">
          <a:avLst/>
        </a:prstGeom>
        <a:solidFill xmlns:a="http://schemas.openxmlformats.org/drawingml/2006/main">
          <a:schemeClr val="tx1"/>
        </a:solidFill>
        <a:ln xmlns:a="http://schemas.openxmlformats.org/drawingml/2006/main">
          <a:prstDash val="solid"/>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0.71601</cdr:x>
      <cdr:y>0.13248</cdr:y>
    </cdr:from>
    <cdr:to>
      <cdr:x>0.76156</cdr:x>
      <cdr:y>0.13248</cdr:y>
    </cdr:to>
    <cdr:cxnSp macro="">
      <cdr:nvCxnSpPr>
        <cdr:cNvPr id="5" name="Straight Connector 4">
          <a:extLst xmlns:a="http://schemas.openxmlformats.org/drawingml/2006/main">
            <a:ext uri="{FF2B5EF4-FFF2-40B4-BE49-F238E27FC236}">
              <a16:creationId xmlns:a16="http://schemas.microsoft.com/office/drawing/2014/main" id="{4AE79DD0-A6FE-0703-913A-43DFC8135C2D}"/>
            </a:ext>
          </a:extLst>
        </cdr:cNvPr>
        <cdr:cNvCxnSpPr/>
      </cdr:nvCxnSpPr>
      <cdr:spPr>
        <a:xfrm xmlns:a="http://schemas.openxmlformats.org/drawingml/2006/main">
          <a:off x="4312514" y="496979"/>
          <a:ext cx="274320" cy="0"/>
        </a:xfrm>
        <a:prstGeom xmlns:a="http://schemas.openxmlformats.org/drawingml/2006/main" prst="line">
          <a:avLst/>
        </a:prstGeom>
        <a:ln xmlns:a="http://schemas.openxmlformats.org/drawingml/2006/main" w="28575">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0.71601</cdr:x>
      <cdr:y>0.17897</cdr:y>
    </cdr:from>
    <cdr:to>
      <cdr:x>0.76156</cdr:x>
      <cdr:y>0.17897</cdr:y>
    </cdr:to>
    <cdr:cxnSp macro="">
      <cdr:nvCxnSpPr>
        <cdr:cNvPr id="6" name="Straight Connector 5">
          <a:extLst xmlns:a="http://schemas.openxmlformats.org/drawingml/2006/main">
            <a:ext uri="{FF2B5EF4-FFF2-40B4-BE49-F238E27FC236}">
              <a16:creationId xmlns:a16="http://schemas.microsoft.com/office/drawing/2014/main" id="{DA6463E2-1721-0D68-CDB2-028071CD7CC0}"/>
            </a:ext>
          </a:extLst>
        </cdr:cNvPr>
        <cdr:cNvCxnSpPr/>
      </cdr:nvCxnSpPr>
      <cdr:spPr>
        <a:xfrm xmlns:a="http://schemas.openxmlformats.org/drawingml/2006/main">
          <a:off x="4312514" y="671347"/>
          <a:ext cx="274320" cy="0"/>
        </a:xfrm>
        <a:prstGeom xmlns:a="http://schemas.openxmlformats.org/drawingml/2006/main" prst="line">
          <a:avLst/>
        </a:prstGeom>
        <a:ln xmlns:a="http://schemas.openxmlformats.org/drawingml/2006/main" w="28575">
          <a:solidFill>
            <a:srgbClr val="0070C0"/>
          </a:solidFill>
          <a:prstDash val="sysDot"/>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0.71601</cdr:x>
      <cdr:y>0.22289</cdr:y>
    </cdr:from>
    <cdr:to>
      <cdr:x>0.76156</cdr:x>
      <cdr:y>0.22289</cdr:y>
    </cdr:to>
    <cdr:cxnSp macro="">
      <cdr:nvCxnSpPr>
        <cdr:cNvPr id="7" name="Straight Connector 6">
          <a:extLst xmlns:a="http://schemas.openxmlformats.org/drawingml/2006/main">
            <a:ext uri="{FF2B5EF4-FFF2-40B4-BE49-F238E27FC236}">
              <a16:creationId xmlns:a16="http://schemas.microsoft.com/office/drawing/2014/main" id="{FF46B61B-B1FC-E28C-9E25-CEC78ECD7C41}"/>
            </a:ext>
          </a:extLst>
        </cdr:cNvPr>
        <cdr:cNvCxnSpPr/>
      </cdr:nvCxnSpPr>
      <cdr:spPr>
        <a:xfrm xmlns:a="http://schemas.openxmlformats.org/drawingml/2006/main">
          <a:off x="4312514" y="836103"/>
          <a:ext cx="274320" cy="0"/>
        </a:xfrm>
        <a:prstGeom xmlns:a="http://schemas.openxmlformats.org/drawingml/2006/main" prst="line">
          <a:avLst/>
        </a:prstGeom>
        <a:ln xmlns:a="http://schemas.openxmlformats.org/drawingml/2006/main" w="28575">
          <a:solidFill>
            <a:srgbClr val="92D050"/>
          </a:solidFill>
          <a:prstDash val="sys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0.75283</cdr:x>
      <cdr:y>0.05123</cdr:y>
    </cdr:from>
    <cdr:to>
      <cdr:x>0.90464</cdr:x>
      <cdr:y>0.29499</cdr:y>
    </cdr:to>
    <cdr:sp macro="" textlink="">
      <cdr:nvSpPr>
        <cdr:cNvPr id="2" name="TextBox 1"/>
        <cdr:cNvSpPr txBox="1"/>
      </cdr:nvSpPr>
      <cdr:spPr>
        <a:xfrm xmlns:a="http://schemas.openxmlformats.org/drawingml/2006/main">
          <a:off x="4534249" y="19218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dirty="0"/>
            <a:t>Global data</a:t>
          </a:r>
        </a:p>
        <a:p xmlns:a="http://schemas.openxmlformats.org/drawingml/2006/main">
          <a:r>
            <a:rPr lang="en-US" sz="1400" dirty="0"/>
            <a:t>Best-fit regression</a:t>
          </a:r>
        </a:p>
        <a:p xmlns:a="http://schemas.openxmlformats.org/drawingml/2006/main">
          <a:r>
            <a:rPr lang="en-US" sz="1400" dirty="0"/>
            <a:t>95% Confidence Interval</a:t>
          </a:r>
        </a:p>
        <a:p xmlns:a="http://schemas.openxmlformats.org/drawingml/2006/main">
          <a:r>
            <a:rPr lang="en-US" sz="1400" dirty="0"/>
            <a:t>95% Prediction Interval</a:t>
          </a:r>
        </a:p>
      </cdr:txBody>
    </cdr:sp>
  </cdr:relSizeAnchor>
  <cdr:relSizeAnchor xmlns:cdr="http://schemas.openxmlformats.org/drawingml/2006/chartDrawing">
    <cdr:from>
      <cdr:x>0.73119</cdr:x>
      <cdr:y>0.07319</cdr:y>
    </cdr:from>
    <cdr:to>
      <cdr:x>0.74637</cdr:x>
      <cdr:y>0.09757</cdr:y>
    </cdr:to>
    <cdr:sp macro="" textlink="">
      <cdr:nvSpPr>
        <cdr:cNvPr id="3" name="Oval 2"/>
        <cdr:cNvSpPr/>
      </cdr:nvSpPr>
      <cdr:spPr>
        <a:xfrm xmlns:a="http://schemas.openxmlformats.org/drawingml/2006/main">
          <a:off x="4403954" y="274558"/>
          <a:ext cx="91440" cy="91440"/>
        </a:xfrm>
        <a:prstGeom xmlns:a="http://schemas.openxmlformats.org/drawingml/2006/main" prst="ellipse">
          <a:avLst/>
        </a:prstGeom>
        <a:solidFill xmlns:a="http://schemas.openxmlformats.org/drawingml/2006/main">
          <a:schemeClr val="tx1"/>
        </a:solidFill>
        <a:ln xmlns:a="http://schemas.openxmlformats.org/drawingml/2006/main">
          <a:prstDash val="solid"/>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0.71601</cdr:x>
      <cdr:y>0.13248</cdr:y>
    </cdr:from>
    <cdr:to>
      <cdr:x>0.76156</cdr:x>
      <cdr:y>0.13248</cdr:y>
    </cdr:to>
    <cdr:cxnSp macro="">
      <cdr:nvCxnSpPr>
        <cdr:cNvPr id="5" name="Straight Connector 4">
          <a:extLst xmlns:a="http://schemas.openxmlformats.org/drawingml/2006/main">
            <a:ext uri="{FF2B5EF4-FFF2-40B4-BE49-F238E27FC236}">
              <a16:creationId xmlns:a16="http://schemas.microsoft.com/office/drawing/2014/main" id="{4AE79DD0-A6FE-0703-913A-43DFC8135C2D}"/>
            </a:ext>
          </a:extLst>
        </cdr:cNvPr>
        <cdr:cNvCxnSpPr/>
      </cdr:nvCxnSpPr>
      <cdr:spPr>
        <a:xfrm xmlns:a="http://schemas.openxmlformats.org/drawingml/2006/main">
          <a:off x="4312514" y="496979"/>
          <a:ext cx="274320" cy="0"/>
        </a:xfrm>
        <a:prstGeom xmlns:a="http://schemas.openxmlformats.org/drawingml/2006/main" prst="line">
          <a:avLst/>
        </a:prstGeom>
        <a:ln xmlns:a="http://schemas.openxmlformats.org/drawingml/2006/main" w="28575">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0.71601</cdr:x>
      <cdr:y>0.17897</cdr:y>
    </cdr:from>
    <cdr:to>
      <cdr:x>0.76156</cdr:x>
      <cdr:y>0.17897</cdr:y>
    </cdr:to>
    <cdr:cxnSp macro="">
      <cdr:nvCxnSpPr>
        <cdr:cNvPr id="6" name="Straight Connector 5">
          <a:extLst xmlns:a="http://schemas.openxmlformats.org/drawingml/2006/main">
            <a:ext uri="{FF2B5EF4-FFF2-40B4-BE49-F238E27FC236}">
              <a16:creationId xmlns:a16="http://schemas.microsoft.com/office/drawing/2014/main" id="{DA6463E2-1721-0D68-CDB2-028071CD7CC0}"/>
            </a:ext>
          </a:extLst>
        </cdr:cNvPr>
        <cdr:cNvCxnSpPr/>
      </cdr:nvCxnSpPr>
      <cdr:spPr>
        <a:xfrm xmlns:a="http://schemas.openxmlformats.org/drawingml/2006/main">
          <a:off x="4312514" y="671347"/>
          <a:ext cx="274320" cy="0"/>
        </a:xfrm>
        <a:prstGeom xmlns:a="http://schemas.openxmlformats.org/drawingml/2006/main" prst="line">
          <a:avLst/>
        </a:prstGeom>
        <a:ln xmlns:a="http://schemas.openxmlformats.org/drawingml/2006/main" w="28575">
          <a:solidFill>
            <a:srgbClr val="0070C0"/>
          </a:solidFill>
          <a:prstDash val="sysDot"/>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0.71601</cdr:x>
      <cdr:y>0.22289</cdr:y>
    </cdr:from>
    <cdr:to>
      <cdr:x>0.76156</cdr:x>
      <cdr:y>0.22289</cdr:y>
    </cdr:to>
    <cdr:cxnSp macro="">
      <cdr:nvCxnSpPr>
        <cdr:cNvPr id="7" name="Straight Connector 6">
          <a:extLst xmlns:a="http://schemas.openxmlformats.org/drawingml/2006/main">
            <a:ext uri="{FF2B5EF4-FFF2-40B4-BE49-F238E27FC236}">
              <a16:creationId xmlns:a16="http://schemas.microsoft.com/office/drawing/2014/main" id="{FF46B61B-B1FC-E28C-9E25-CEC78ECD7C41}"/>
            </a:ext>
          </a:extLst>
        </cdr:cNvPr>
        <cdr:cNvCxnSpPr/>
      </cdr:nvCxnSpPr>
      <cdr:spPr>
        <a:xfrm xmlns:a="http://schemas.openxmlformats.org/drawingml/2006/main">
          <a:off x="4312514" y="836103"/>
          <a:ext cx="274320" cy="0"/>
        </a:xfrm>
        <a:prstGeom xmlns:a="http://schemas.openxmlformats.org/drawingml/2006/main" prst="line">
          <a:avLst/>
        </a:prstGeom>
        <a:ln xmlns:a="http://schemas.openxmlformats.org/drawingml/2006/main" w="28575">
          <a:solidFill>
            <a:srgbClr val="92D050"/>
          </a:solidFill>
          <a:prstDash val="sys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462DC-13BE-4878-9DDA-5CE52337B89F}"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E2CC21-F053-42CB-B845-CA3B36EF974D}" type="slidenum">
              <a:rPr lang="en-US" smtClean="0"/>
              <a:t>‹#›</a:t>
            </a:fld>
            <a:endParaRPr lang="en-US"/>
          </a:p>
        </p:txBody>
      </p:sp>
    </p:spTree>
    <p:extLst>
      <p:ext uri="{BB962C8B-B14F-4D97-AF65-F5344CB8AC3E}">
        <p14:creationId xmlns:p14="http://schemas.microsoft.com/office/powerpoint/2010/main" val="3555201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AFD2F73-60FE-4FF1-8D80-D7043F18F295}"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964780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AFD2F73-60FE-4FF1-8D80-D7043F18F295}"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4208256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AFD2F73-60FE-4FF1-8D80-D7043F18F295}"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527043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AFD2F73-60FE-4FF1-8D80-D7043F18F295}"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3661195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AFD2F73-60FE-4FF1-8D80-D7043F18F295}"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2821465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bg1"/>
                </a:solidFill>
                <a:effectLst>
                  <a:glow rad="228600">
                    <a:schemeClr val="tx2">
                      <a:lumMod val="75000"/>
                      <a:lumOff val="25000"/>
                      <a:alpha val="40000"/>
                    </a:schemeClr>
                  </a:glow>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lumMod val="50000"/>
                  </a:schemeClr>
                </a:solidFill>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259433047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5845"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207264" y="142352"/>
            <a:ext cx="11777472" cy="2139696"/>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407231002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6" name="Slide Number Placeholder 5"/>
          <p:cNvSpPr>
            <a:spLocks noGrp="1"/>
          </p:cNvSpPr>
          <p:nvPr>
            <p:ph type="sldNum" sz="quarter" idx="12"/>
          </p:nvPr>
        </p:nvSpPr>
        <p:spPr>
          <a:xfrm>
            <a:off x="5815584" y="1026373"/>
            <a:ext cx="609600" cy="441325"/>
          </a:xfrm>
        </p:spPr>
        <p:txBody>
          <a:body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77310332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8" name="Straight Connector 7"/>
          <p:cNvSpPr>
            <a:spLocks noChangeShapeType="1"/>
          </p:cNvSpPr>
          <p:nvPr/>
        </p:nvSpPr>
        <p:spPr bwMode="auto">
          <a:xfrm flipV="1">
            <a:off x="6096001" y="1575652"/>
            <a:ext cx="1" cy="4672748"/>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7" name="Slide Number Placeholder 6"/>
          <p:cNvSpPr>
            <a:spLocks noGrp="1"/>
          </p:cNvSpPr>
          <p:nvPr>
            <p:ph type="sldNum" sz="quarter" idx="12"/>
          </p:nvPr>
        </p:nvSpPr>
        <p:spPr/>
        <p:txBody>
          <a:body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3586027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23" name="Title 22"/>
          <p:cNvSpPr>
            <a:spLocks noGrp="1"/>
          </p:cNvSpPr>
          <p:nvPr>
            <p:ph type="title"/>
          </p:nvPr>
        </p:nvSpPr>
        <p:spPr/>
        <p:txBody>
          <a:bodyPr rtlCol="0" anchor="b" anchorCtr="0"/>
          <a:lstStyle/>
          <a:p>
            <a:r>
              <a:rPr kumimoji="0" lang="en-US"/>
              <a:t>Click to edit Master title style</a:t>
            </a:r>
          </a:p>
        </p:txBody>
      </p:sp>
      <p:grpSp>
        <p:nvGrpSpPr>
          <p:cNvPr id="28" name="Group 27"/>
          <p:cNvGrpSpPr/>
          <p:nvPr/>
        </p:nvGrpSpPr>
        <p:grpSpPr>
          <a:xfrm>
            <a:off x="0" y="6254496"/>
            <a:ext cx="12192000" cy="603504"/>
            <a:chOff x="0" y="6254496"/>
            <a:chExt cx="9144000" cy="603504"/>
          </a:xfrm>
        </p:grpSpPr>
        <p:sp>
          <p:nvSpPr>
            <p:cNvPr id="29" name="Rectangle 2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30" name="Picture 29"/>
            <p:cNvPicPr>
              <a:picLocks noChangeAspect="1"/>
            </p:cNvPicPr>
            <p:nvPr userDrawn="1"/>
          </p:nvPicPr>
          <p:blipFill rotWithShape="1">
            <a:blip r:embed="rId2">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31" name="Picture 30"/>
            <p:cNvPicPr>
              <a:picLocks noChangeAspect="1"/>
            </p:cNvPicPr>
            <p:nvPr userDrawn="1"/>
          </p:nvPicPr>
          <p:blipFill rotWithShape="1">
            <a:blip r:embed="rId3" cstate="print">
              <a:extLst>
                <a:ext uri="{28A0092B-C50C-407E-A947-70E740481C1C}">
                  <a14:useLocalDpi xmlns:a14="http://schemas.microsoft.com/office/drawing/2010/main" val="0"/>
                </a:ext>
              </a:extLst>
            </a:blip>
            <a:srcRect t="-1" b="26001"/>
            <a:stretch/>
          </p:blipFill>
          <p:spPr>
            <a:xfrm>
              <a:off x="152400" y="6257245"/>
              <a:ext cx="1461185" cy="432511"/>
            </a:xfrm>
            <a:prstGeom prst="rect">
              <a:avLst/>
            </a:prstGeom>
          </p:spPr>
        </p:pic>
      </p:grpSp>
    </p:spTree>
    <p:extLst>
      <p:ext uri="{BB962C8B-B14F-4D97-AF65-F5344CB8AC3E}">
        <p14:creationId xmlns:p14="http://schemas.microsoft.com/office/powerpoint/2010/main" val="319891631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a:xfrm>
            <a:off x="5791200" y="1036021"/>
            <a:ext cx="609600" cy="441325"/>
          </a:xfrm>
        </p:spPr>
        <p:txBody>
          <a:body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Tree>
    <p:extLst>
      <p:ext uri="{BB962C8B-B14F-4D97-AF65-F5344CB8AC3E}">
        <p14:creationId xmlns:p14="http://schemas.microsoft.com/office/powerpoint/2010/main" val="1772603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grpSp>
        <p:nvGrpSpPr>
          <p:cNvPr id="11" name="Group 10"/>
          <p:cNvGrpSpPr/>
          <p:nvPr/>
        </p:nvGrpSpPr>
        <p:grpSpPr>
          <a:xfrm>
            <a:off x="0" y="6254496"/>
            <a:ext cx="12192000" cy="603504"/>
            <a:chOff x="0" y="6254496"/>
            <a:chExt cx="9144000" cy="603504"/>
          </a:xfrm>
        </p:grpSpPr>
        <p:sp>
          <p:nvSpPr>
            <p:cNvPr id="12" name="Rectangle 11"/>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t="-1" b="26001"/>
            <a:stretch/>
          </p:blipFill>
          <p:spPr>
            <a:xfrm>
              <a:off x="130004" y="6257245"/>
              <a:ext cx="1461185" cy="432511"/>
            </a:xfrm>
            <a:prstGeom prst="rect">
              <a:avLst/>
            </a:prstGeom>
          </p:spPr>
        </p:pic>
      </p:grpSp>
    </p:spTree>
    <p:extLst>
      <p:ext uri="{BB962C8B-B14F-4D97-AF65-F5344CB8AC3E}">
        <p14:creationId xmlns:p14="http://schemas.microsoft.com/office/powerpoint/2010/main" val="1446259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blipFill>
            <a:blip r:embed="rId2"/>
            <a:stretch>
              <a:fillRect/>
            </a:stretch>
          </a:blip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chemeClr val="accent2">
                    <a:lumMod val="50000"/>
                  </a:schemeClr>
                </a:solidFill>
              </a:defRPr>
            </a:lvl1pPr>
          </a:lstStyle>
          <a:p>
            <a:r>
              <a:rPr kumimoji="0" lang="en-US"/>
              <a:t>Click to edit Master title style</a:t>
            </a:r>
            <a:endParaRPr kumimoji="0" lang="en-US" dirty="0"/>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chemeClr val="accent2">
                    <a:lumMod val="50000"/>
                  </a:schemeClr>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grpSp>
        <p:nvGrpSpPr>
          <p:cNvPr id="22" name="Group 21"/>
          <p:cNvGrpSpPr/>
          <p:nvPr/>
        </p:nvGrpSpPr>
        <p:grpSpPr>
          <a:xfrm>
            <a:off x="0" y="6254496"/>
            <a:ext cx="12192000" cy="603504"/>
            <a:chOff x="0" y="6254496"/>
            <a:chExt cx="9144000" cy="603504"/>
          </a:xfrm>
        </p:grpSpPr>
        <p:sp>
          <p:nvSpPr>
            <p:cNvPr id="23" name="Rectangle 22"/>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24" name="Picture 23"/>
            <p:cNvPicPr>
              <a:picLocks noChangeAspect="1"/>
            </p:cNvPicPr>
            <p:nvPr userDrawn="1"/>
          </p:nvPicPr>
          <p:blipFill rotWithShape="1">
            <a:blip r:embed="rId3">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25" name="Picture 24"/>
            <p:cNvPicPr>
              <a:picLocks noChangeAspect="1"/>
            </p:cNvPicPr>
            <p:nvPr userDrawn="1"/>
          </p:nvPicPr>
          <p:blipFill rotWithShape="1">
            <a:blip r:embed="rId4" cstate="print">
              <a:extLst>
                <a:ext uri="{28A0092B-C50C-407E-A947-70E740481C1C}">
                  <a14:useLocalDpi xmlns:a14="http://schemas.microsoft.com/office/drawing/2010/main" val="0"/>
                </a:ext>
              </a:extLst>
            </a:blip>
            <a:srcRect t="-1" b="26001"/>
            <a:stretch/>
          </p:blipFill>
          <p:spPr>
            <a:xfrm>
              <a:off x="130004" y="6257245"/>
              <a:ext cx="1461185" cy="432511"/>
            </a:xfrm>
            <a:prstGeom prst="rect">
              <a:avLst/>
            </a:prstGeom>
          </p:spPr>
        </p:pic>
      </p:grpSp>
    </p:spTree>
    <p:extLst>
      <p:ext uri="{BB962C8B-B14F-4D97-AF65-F5344CB8AC3E}">
        <p14:creationId xmlns:p14="http://schemas.microsoft.com/office/powerpoint/2010/main" val="96964606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0" name="Rectangle 19"/>
          <p:cNvSpPr>
            <a:spLocks noChangeArrowheads="1"/>
          </p:cNvSpPr>
          <p:nvPr/>
        </p:nvSpPr>
        <p:spPr bwMode="auto">
          <a:xfrm>
            <a:off x="203200" y="152400"/>
            <a:ext cx="11777472" cy="301752"/>
          </a:xfrm>
          <a:prstGeom prst="rect">
            <a:avLst/>
          </a:prstGeom>
          <a:blipFill>
            <a:blip r:embed="rId2"/>
            <a:stretch>
              <a:fillRect/>
            </a:stretch>
          </a:blip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Slide Number Placeholder 6"/>
          <p:cNvSpPr>
            <a:spLocks noGrp="1"/>
          </p:cNvSpPr>
          <p:nvPr>
            <p:ph type="sldNum" sz="quarter" idx="12"/>
          </p:nvPr>
        </p:nvSpPr>
        <p:spPr>
          <a:xfrm>
            <a:off x="1828800" y="312739"/>
            <a:ext cx="609600" cy="441325"/>
          </a:xfrm>
        </p:spPr>
        <p:txBody>
          <a:body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chemeClr val="accent2">
                    <a:lumMod val="50000"/>
                  </a:schemeClr>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23" name="Group 22"/>
          <p:cNvGrpSpPr/>
          <p:nvPr/>
        </p:nvGrpSpPr>
        <p:grpSpPr>
          <a:xfrm>
            <a:off x="0" y="6254496"/>
            <a:ext cx="12192000" cy="603504"/>
            <a:chOff x="0" y="6254496"/>
            <a:chExt cx="9144000" cy="603504"/>
          </a:xfrm>
        </p:grpSpPr>
        <p:sp>
          <p:nvSpPr>
            <p:cNvPr id="24" name="Rectangle 2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25" name="Picture 24"/>
            <p:cNvPicPr>
              <a:picLocks noChangeAspect="1"/>
            </p:cNvPicPr>
            <p:nvPr userDrawn="1"/>
          </p:nvPicPr>
          <p:blipFill rotWithShape="1">
            <a:blip r:embed="rId3">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26" name="Picture 25"/>
            <p:cNvPicPr>
              <a:picLocks noChangeAspect="1"/>
            </p:cNvPicPr>
            <p:nvPr userDrawn="1"/>
          </p:nvPicPr>
          <p:blipFill rotWithShape="1">
            <a:blip r:embed="rId4" cstate="print">
              <a:extLst>
                <a:ext uri="{28A0092B-C50C-407E-A947-70E740481C1C}">
                  <a14:useLocalDpi xmlns:a14="http://schemas.microsoft.com/office/drawing/2010/main" val="0"/>
                </a:ext>
              </a:extLst>
            </a:blip>
            <a:srcRect t="-1" b="26001"/>
            <a:stretch/>
          </p:blipFill>
          <p:spPr>
            <a:xfrm>
              <a:off x="130004" y="6257245"/>
              <a:ext cx="1461185" cy="432511"/>
            </a:xfrm>
            <a:prstGeom prst="rect">
              <a:avLst/>
            </a:prstGeom>
          </p:spPr>
        </p:pic>
      </p:grpSp>
    </p:spTree>
    <p:extLst>
      <p:ext uri="{BB962C8B-B14F-4D97-AF65-F5344CB8AC3E}">
        <p14:creationId xmlns:p14="http://schemas.microsoft.com/office/powerpoint/2010/main" val="894799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7721600" y="6404984"/>
            <a:ext cx="4059936" cy="365760"/>
          </a:xfrm>
          <a:prstGeom prst="rect">
            <a:avLst/>
          </a:prstGeom>
        </p:spPr>
        <p:txBody>
          <a:bodyPr/>
          <a:lstStyle/>
          <a:p>
            <a:fld id="{4A79AEFA-9522-4B5A-954E-19E4266F185C}" type="datetimeFigureOut">
              <a:rPr lang="en-US" smtClean="0">
                <a:solidFill>
                  <a:prstClr val="black"/>
                </a:solidFill>
              </a:rPr>
              <a:pPr/>
              <a:t>6/13/2024</a:t>
            </a:fld>
            <a:endParaRPr lang="en-US">
              <a:solidFill>
                <a:prstClr val="black"/>
              </a:solidFill>
            </a:endParaRPr>
          </a:p>
        </p:txBody>
      </p:sp>
      <p:sp>
        <p:nvSpPr>
          <p:cNvPr id="5" name="Footer Placeholder 4"/>
          <p:cNvSpPr>
            <a:spLocks noGrp="1"/>
          </p:cNvSpPr>
          <p:nvPr>
            <p:ph type="ftr" sz="quarter" idx="11"/>
          </p:nvPr>
        </p:nvSpPr>
        <p:spPr>
          <a:xfrm>
            <a:off x="406400" y="6410848"/>
            <a:ext cx="4775200" cy="365760"/>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Tree>
    <p:extLst>
      <p:ext uri="{BB962C8B-B14F-4D97-AF65-F5344CB8AC3E}">
        <p14:creationId xmlns:p14="http://schemas.microsoft.com/office/powerpoint/2010/main" val="98618620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9221216" y="3009902"/>
            <a:ext cx="609600" cy="441325"/>
          </a:xfrm>
        </p:spPr>
        <p:txBody>
          <a:body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7721600" y="6404984"/>
            <a:ext cx="4059936" cy="365760"/>
          </a:xfrm>
          <a:prstGeom prst="rect">
            <a:avLst/>
          </a:prstGeom>
        </p:spPr>
        <p:txBody>
          <a:bodyPr/>
          <a:lstStyle/>
          <a:p>
            <a:fld id="{4A79AEFA-9522-4B5A-954E-19E4266F185C}" type="datetimeFigureOut">
              <a:rPr lang="en-US" smtClean="0">
                <a:solidFill>
                  <a:prstClr val="black"/>
                </a:solidFill>
              </a:rPr>
              <a:pPr/>
              <a:t>6/13/2024</a:t>
            </a:fld>
            <a:endParaRPr lang="en-US">
              <a:solidFill>
                <a:prstClr val="black"/>
              </a:solidFill>
            </a:endParaRPr>
          </a:p>
        </p:txBody>
      </p:sp>
      <p:sp>
        <p:nvSpPr>
          <p:cNvPr id="5" name="Footer Placeholder 4"/>
          <p:cNvSpPr>
            <a:spLocks noGrp="1"/>
          </p:cNvSpPr>
          <p:nvPr>
            <p:ph type="ftr" sz="quarter" idx="11"/>
          </p:nvPr>
        </p:nvSpPr>
        <p:spPr>
          <a:xfrm>
            <a:off x="406400" y="6410848"/>
            <a:ext cx="4775200" cy="365760"/>
          </a:xfrm>
          <a:prstGeom prst="rect">
            <a:avLst/>
          </a:prstGeom>
        </p:spPr>
        <p:txBody>
          <a:bodyPr/>
          <a:lstStyle/>
          <a:p>
            <a:endParaRPr lang="en-US">
              <a:solidFill>
                <a:prstClr val="black"/>
              </a:solidFill>
            </a:endParaRPr>
          </a:p>
        </p:txBody>
      </p:sp>
      <p:sp>
        <p:nvSpPr>
          <p:cNvPr id="2" name="Vertical Title 1"/>
          <p:cNvSpPr>
            <a:spLocks noGrp="1"/>
          </p:cNvSpPr>
          <p:nvPr>
            <p:ph type="title" orient="vert"/>
          </p:nvPr>
        </p:nvSpPr>
        <p:spPr>
          <a:xfrm>
            <a:off x="9855200" y="304802"/>
            <a:ext cx="1930400" cy="5851525"/>
          </a:xfrm>
        </p:spPr>
        <p:txBody>
          <a:bodyPr vert="eaVert"/>
          <a:lstStyle/>
          <a:p>
            <a:r>
              <a:rPr kumimoji="0" lang="en-US"/>
              <a:t>Click to edit Master title style</a:t>
            </a:r>
          </a:p>
        </p:txBody>
      </p:sp>
    </p:spTree>
    <p:extLst>
      <p:ext uri="{BB962C8B-B14F-4D97-AF65-F5344CB8AC3E}">
        <p14:creationId xmlns:p14="http://schemas.microsoft.com/office/powerpoint/2010/main" val="193901893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6898F04E-6BD5-4D72-A917-A3A8EA05A3F9}" type="slidenum">
              <a:rPr lang="en-US" smtClean="0">
                <a:solidFill>
                  <a:srgbClr val="969696">
                    <a:shade val="75000"/>
                  </a:srgbClr>
                </a:solidFill>
              </a:rPr>
              <a:pPr/>
              <a:t>‹#›</a:t>
            </a:fld>
            <a:endParaRPr lang="en-US">
              <a:solidFill>
                <a:srgbClr val="969696">
                  <a:shade val="75000"/>
                </a:srgbClr>
              </a:solidFill>
            </a:endParaRPr>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grpSp>
        <p:nvGrpSpPr>
          <p:cNvPr id="4" name="Group 3"/>
          <p:cNvGrpSpPr/>
          <p:nvPr/>
        </p:nvGrpSpPr>
        <p:grpSpPr>
          <a:xfrm>
            <a:off x="0" y="6254496"/>
            <a:ext cx="12192000" cy="603504"/>
            <a:chOff x="0" y="6254496"/>
            <a:chExt cx="9144000" cy="603504"/>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2" name="Picture 1"/>
            <p:cNvPicPr>
              <a:picLocks noChangeAspect="1"/>
            </p:cNvPicPr>
            <p:nvPr userDrawn="1"/>
          </p:nvPicPr>
          <p:blipFill rotWithShape="1">
            <a:blip r:embed="rId13">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3" name="Picture 2"/>
            <p:cNvPicPr>
              <a:picLocks noChangeAspect="1"/>
            </p:cNvPicPr>
            <p:nvPr userDrawn="1"/>
          </p:nvPicPr>
          <p:blipFill rotWithShape="1">
            <a:blip r:embed="rId14" cstate="print">
              <a:extLst>
                <a:ext uri="{28A0092B-C50C-407E-A947-70E740481C1C}">
                  <a14:useLocalDpi xmlns:a14="http://schemas.microsoft.com/office/drawing/2010/main" val="0"/>
                </a:ext>
              </a:extLst>
            </a:blip>
            <a:srcRect t="-1" b="26001"/>
            <a:stretch/>
          </p:blipFill>
          <p:spPr>
            <a:xfrm>
              <a:off x="152400" y="6257245"/>
              <a:ext cx="1461185" cy="432511"/>
            </a:xfrm>
            <a:prstGeom prst="rect">
              <a:avLst/>
            </a:prstGeom>
          </p:spPr>
        </p:pic>
      </p:grpSp>
    </p:spTree>
    <p:extLst>
      <p:ext uri="{BB962C8B-B14F-4D97-AF65-F5344CB8AC3E}">
        <p14:creationId xmlns:p14="http://schemas.microsoft.com/office/powerpoint/2010/main" val="46500451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4">
            <a:lumMod val="50000"/>
          </a:schemeClr>
        </a:buClr>
        <a:buSzPct val="85000"/>
        <a:buFont typeface="Arial" pitchFamily="34" charset="0"/>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4">
            <a:lumMod val="50000"/>
          </a:schemeClr>
        </a:buClr>
        <a:buSzPct val="70000"/>
        <a:buFont typeface="Arial" pitchFamily="34" charset="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4">
            <a:lumMod val="50000"/>
          </a:schemeClr>
        </a:buClr>
        <a:buSzPct val="75000"/>
        <a:buFont typeface="Arial" pitchFamily="34" charset="0"/>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lumMod val="50000"/>
          </a:schemeClr>
        </a:buClr>
        <a:buSzPct val="70000"/>
        <a:buFont typeface="Arial" pitchFamily="34" charset="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4">
            <a:lumMod val="50000"/>
          </a:schemeClr>
        </a:buClr>
        <a:buFont typeface="Arial" pitchFamily="34" charset="0"/>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tiff"/></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14.jpeg"/><Relationship Id="rId7" Type="http://schemas.openxmlformats.org/officeDocument/2006/relationships/image" Target="../media/image9.tiff"/><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6.jpe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10.tiff"/><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tiff"/><Relationship Id="rId5" Type="http://schemas.openxmlformats.org/officeDocument/2006/relationships/image" Target="../media/image8.png"/><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8" Type="http://schemas.openxmlformats.org/officeDocument/2006/relationships/image" Target="../media/image9.tiff"/><Relationship Id="rId3" Type="http://schemas.openxmlformats.org/officeDocument/2006/relationships/image" Target="../media/image19.jpeg"/><Relationship Id="rId7"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9" Type="http://schemas.openxmlformats.org/officeDocument/2006/relationships/image" Target="../media/image10.tiff"/></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0.tiff"/><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tiff"/><Relationship Id="rId5" Type="http://schemas.openxmlformats.org/officeDocument/2006/relationships/image" Target="../media/image8.png"/><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tiff"/></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tiff"/><Relationship Id="rId1" Type="http://schemas.openxmlformats.org/officeDocument/2006/relationships/slideLayout" Target="../slideLayouts/slideLayout8.xml"/><Relationship Id="rId5" Type="http://schemas.openxmlformats.org/officeDocument/2006/relationships/image" Target="../media/image10.tiff"/><Relationship Id="rId4" Type="http://schemas.openxmlformats.org/officeDocument/2006/relationships/image" Target="../media/image9.tiff"/></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tiff"/><Relationship Id="rId1" Type="http://schemas.openxmlformats.org/officeDocument/2006/relationships/slideLayout" Target="../slideLayouts/slideLayout8.xml"/><Relationship Id="rId5" Type="http://schemas.openxmlformats.org/officeDocument/2006/relationships/image" Target="../media/image10.tiff"/><Relationship Id="rId4" Type="http://schemas.openxmlformats.org/officeDocument/2006/relationships/image" Target="../media/image9.tiff"/></Relationships>
</file>

<file path=ppt/slides/_rels/slide11.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26.png"/><Relationship Id="rId7" Type="http://schemas.openxmlformats.org/officeDocument/2006/relationships/image" Target="../media/image9.tiff"/><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28.tiff"/><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0.tif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9.tiff"/><Relationship Id="rId5" Type="http://schemas.openxmlformats.org/officeDocument/2006/relationships/image" Target="../media/image8.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0.tiff"/><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9.tiff"/><Relationship Id="rId5" Type="http://schemas.openxmlformats.org/officeDocument/2006/relationships/image" Target="../media/image8.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hart" Target="../charts/chart1.xml"/><Relationship Id="rId1" Type="http://schemas.openxmlformats.org/officeDocument/2006/relationships/slideLayout" Target="../slideLayouts/slideLayout8.xml"/><Relationship Id="rId5" Type="http://schemas.openxmlformats.org/officeDocument/2006/relationships/image" Target="../media/image10.tiff"/><Relationship Id="rId4" Type="http://schemas.openxmlformats.org/officeDocument/2006/relationships/image" Target="../media/image9.tiff"/></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hart" Target="../charts/chart2.xml"/><Relationship Id="rId1" Type="http://schemas.openxmlformats.org/officeDocument/2006/relationships/slideLayout" Target="../slideLayouts/slideLayout8.xml"/><Relationship Id="rId5" Type="http://schemas.openxmlformats.org/officeDocument/2006/relationships/image" Target="../media/image10.tiff"/><Relationship Id="rId4" Type="http://schemas.openxmlformats.org/officeDocument/2006/relationships/image" Target="../media/image9.tiff"/></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14/relationships/chartEx" Target="../charts/chartEx1.xml"/><Relationship Id="rId1" Type="http://schemas.openxmlformats.org/officeDocument/2006/relationships/slideLayout" Target="../slideLayouts/slideLayout7.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10.tiff"/><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9.tiff"/><Relationship Id="rId5" Type="http://schemas.openxmlformats.org/officeDocument/2006/relationships/image" Target="../media/image8.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tiff"/><Relationship Id="rId1" Type="http://schemas.openxmlformats.org/officeDocument/2006/relationships/slideLayout" Target="../slideLayouts/slideLayout8.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37.png"/><Relationship Id="rId7" Type="http://schemas.openxmlformats.org/officeDocument/2006/relationships/image" Target="../media/image9.tiff"/><Relationship Id="rId2" Type="http://schemas.openxmlformats.org/officeDocument/2006/relationships/image" Target="../media/image28.tiff"/><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10.tiff"/><Relationship Id="rId4" Type="http://schemas.openxmlformats.org/officeDocument/2006/relationships/image" Target="../media/image9.tiff"/></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2.wmf"/><Relationship Id="rId1" Type="http://schemas.openxmlformats.org/officeDocument/2006/relationships/slideLayout" Target="../slideLayouts/slideLayout6.xml"/><Relationship Id="rId5" Type="http://schemas.openxmlformats.org/officeDocument/2006/relationships/image" Target="../media/image10.tiff"/><Relationship Id="rId4" Type="http://schemas.openxmlformats.org/officeDocument/2006/relationships/image" Target="../media/image9.tiff"/></Relationships>
</file>

<file path=ppt/slides/_rels/slide22.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44.jpeg"/><Relationship Id="rId7" Type="http://schemas.openxmlformats.org/officeDocument/2006/relationships/image" Target="../media/image9.tiff"/><Relationship Id="rId2" Type="http://schemas.openxmlformats.org/officeDocument/2006/relationships/image" Target="../media/image43.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tiff"/></Relationships>
</file>

<file path=ppt/slides/_rels/slide25.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47.png"/><Relationship Id="rId7" Type="http://schemas.openxmlformats.org/officeDocument/2006/relationships/image" Target="../media/image9.tif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tiff"/></Relationships>
</file>

<file path=ppt/slides/_rels/slide27.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8.xml"/><Relationship Id="rId5" Type="http://schemas.openxmlformats.org/officeDocument/2006/relationships/chart" Target="../charts/chart3.xml"/><Relationship Id="rId4" Type="http://schemas.openxmlformats.org/officeDocument/2006/relationships/image" Target="../media/image10.tiff"/></Relationships>
</file>

<file path=ppt/slides/_rels/slide2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tiff"/></Relationships>
</file>

<file path=ppt/slides/_rels/slide29.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50.png"/><Relationship Id="rId7" Type="http://schemas.openxmlformats.org/officeDocument/2006/relationships/image" Target="../media/image9.tiff"/><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52.png"/><Relationship Id="rId4" Type="http://schemas.openxmlformats.org/officeDocument/2006/relationships/image" Target="../media/image51.jpeg"/></Relationships>
</file>

<file path=ppt/slides/_rels/slide30.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tiff"/></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3.emf"/><Relationship Id="rId1" Type="http://schemas.openxmlformats.org/officeDocument/2006/relationships/slideLayout" Target="../slideLayouts/slideLayout8.xml"/><Relationship Id="rId5" Type="http://schemas.openxmlformats.org/officeDocument/2006/relationships/image" Target="../media/image10.tiff"/><Relationship Id="rId4" Type="http://schemas.openxmlformats.org/officeDocument/2006/relationships/image" Target="../media/image9.tiff"/></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4.png"/><Relationship Id="rId1" Type="http://schemas.openxmlformats.org/officeDocument/2006/relationships/slideLayout" Target="../slideLayouts/slideLayout7.xml"/><Relationship Id="rId5" Type="http://schemas.openxmlformats.org/officeDocument/2006/relationships/image" Target="../media/image10.tiff"/><Relationship Id="rId4" Type="http://schemas.openxmlformats.org/officeDocument/2006/relationships/image" Target="../media/image9.tiff"/></Relationships>
</file>

<file path=ppt/slides/_rels/slide33.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tiff"/><Relationship Id="rId1" Type="http://schemas.openxmlformats.org/officeDocument/2006/relationships/slideLayout" Target="../slideLayouts/slideLayout8.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tiff"/></Relationships>
</file>

<file path=ppt/slides/_rels/slide37.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tiff"/></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9.emf"/><Relationship Id="rId1" Type="http://schemas.openxmlformats.org/officeDocument/2006/relationships/slideLayout" Target="../slideLayouts/slideLayout7.xml"/><Relationship Id="rId5" Type="http://schemas.openxmlformats.org/officeDocument/2006/relationships/image" Target="../media/image10.tiff"/><Relationship Id="rId4" Type="http://schemas.openxmlformats.org/officeDocument/2006/relationships/image" Target="../media/image9.tiff"/></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image" Target="../media/image10.tiff"/><Relationship Id="rId4" Type="http://schemas.openxmlformats.org/officeDocument/2006/relationships/image" Target="../media/image9.tif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cap="small" dirty="0"/>
              <a:t>Modeling Pyroclastic Density Currents</a:t>
            </a:r>
            <a:endParaRPr lang="en-US" dirty="0"/>
          </a:p>
        </p:txBody>
      </p:sp>
      <p:sp>
        <p:nvSpPr>
          <p:cNvPr id="5" name="Content Placeholder 2"/>
          <p:cNvSpPr txBox="1">
            <a:spLocks/>
          </p:cNvSpPr>
          <p:nvPr/>
        </p:nvSpPr>
        <p:spPr>
          <a:xfrm>
            <a:off x="1825752" y="3127248"/>
            <a:ext cx="8503920" cy="4797552"/>
          </a:xfrm>
          <a:prstGeom prst="rect">
            <a:avLst/>
          </a:prstGeom>
        </p:spPr>
        <p:txBody>
          <a:bodyPr vert="horz" anchor="t">
            <a:normAutofit/>
          </a:bodyPr>
          <a:lstStyle>
            <a:lvl1pPr marL="0" indent="0" algn="ctr" rtl="0" eaLnBrk="1" latinLnBrk="0" hangingPunct="1">
              <a:spcBef>
                <a:spcPct val="20000"/>
              </a:spcBef>
              <a:buClr>
                <a:schemeClr val="accent4">
                  <a:lumMod val="50000"/>
                </a:schemeClr>
              </a:buClr>
              <a:buSzPct val="85000"/>
              <a:buFont typeface="Arial" pitchFamily="34" charset="0"/>
              <a:buNone/>
              <a:defRPr kumimoji="0" sz="1600" b="1" kern="1200" cap="all" spc="250" baseline="0">
                <a:solidFill>
                  <a:schemeClr val="tx2"/>
                </a:solidFill>
                <a:latin typeface="+mn-lt"/>
                <a:ea typeface="+mn-ea"/>
                <a:cs typeface="+mn-cs"/>
              </a:defRPr>
            </a:lvl1pPr>
            <a:lvl2pPr marL="548640" indent="-274320" algn="l" rtl="0" eaLnBrk="1" latinLnBrk="0" hangingPunct="1">
              <a:spcBef>
                <a:spcPct val="20000"/>
              </a:spcBef>
              <a:buClr>
                <a:schemeClr val="accent4">
                  <a:lumMod val="50000"/>
                </a:schemeClr>
              </a:buClr>
              <a:buSzPct val="70000"/>
              <a:buFont typeface="Arial" pitchFamily="34" charset="0"/>
              <a:buNone/>
              <a:defRPr kumimoji="0" sz="1800" kern="1200">
                <a:solidFill>
                  <a:schemeClr val="tx1">
                    <a:tint val="75000"/>
                  </a:schemeClr>
                </a:solidFill>
                <a:latin typeface="+mn-lt"/>
                <a:ea typeface="+mn-ea"/>
                <a:cs typeface="+mn-cs"/>
              </a:defRPr>
            </a:lvl2pPr>
            <a:lvl3pPr marL="822960" indent="-228600" algn="l" rtl="0" eaLnBrk="1" latinLnBrk="0" hangingPunct="1">
              <a:spcBef>
                <a:spcPct val="20000"/>
              </a:spcBef>
              <a:buClr>
                <a:schemeClr val="accent4">
                  <a:lumMod val="50000"/>
                </a:schemeClr>
              </a:buClr>
              <a:buSzPct val="75000"/>
              <a:buFont typeface="Arial" pitchFamily="34" charset="0"/>
              <a:buNone/>
              <a:defRPr kumimoji="0" sz="1600" kern="1200">
                <a:solidFill>
                  <a:schemeClr val="tx1">
                    <a:tint val="75000"/>
                  </a:schemeClr>
                </a:solidFill>
                <a:latin typeface="+mn-lt"/>
                <a:ea typeface="+mn-ea"/>
                <a:cs typeface="+mn-cs"/>
              </a:defRPr>
            </a:lvl3pPr>
            <a:lvl4pPr marL="1097280" indent="-228600" algn="l" rtl="0" eaLnBrk="1" latinLnBrk="0" hangingPunct="1">
              <a:spcBef>
                <a:spcPct val="20000"/>
              </a:spcBef>
              <a:buClr>
                <a:schemeClr val="accent4">
                  <a:lumMod val="50000"/>
                </a:schemeClr>
              </a:buClr>
              <a:buSzPct val="70000"/>
              <a:buFont typeface="Arial" pitchFamily="34" charset="0"/>
              <a:buNone/>
              <a:defRPr kumimoji="0" sz="1400" kern="1200">
                <a:solidFill>
                  <a:schemeClr val="tx1">
                    <a:tint val="75000"/>
                  </a:schemeClr>
                </a:solidFill>
                <a:latin typeface="+mn-lt"/>
                <a:ea typeface="+mn-ea"/>
                <a:cs typeface="+mn-cs"/>
              </a:defRPr>
            </a:lvl4pPr>
            <a:lvl5pPr marL="1371600" indent="-228600" algn="l" rtl="0" eaLnBrk="1" latinLnBrk="0" hangingPunct="1">
              <a:spcBef>
                <a:spcPct val="20000"/>
              </a:spcBef>
              <a:buClr>
                <a:schemeClr val="accent4">
                  <a:lumMod val="50000"/>
                </a:schemeClr>
              </a:buClr>
              <a:buFont typeface="Arial" pitchFamily="34" charset="0"/>
              <a:buNone/>
              <a:defRPr kumimoji="0" sz="1400" kern="1200">
                <a:solidFill>
                  <a:schemeClr val="tx1">
                    <a:tint val="75000"/>
                  </a:schemeClr>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285750" indent="-285750" algn="l">
              <a:buClr>
                <a:srgbClr val="808080">
                  <a:lumMod val="50000"/>
                </a:srgbClr>
              </a:buClr>
              <a:buFont typeface="Courier New" panose="02070309020205020404" pitchFamily="49" charset="0"/>
              <a:buChar char="o"/>
            </a:pPr>
            <a:r>
              <a:rPr lang="en-US" sz="2400" b="0" cap="none" spc="0" dirty="0">
                <a:solidFill>
                  <a:prstClr val="black">
                    <a:lumMod val="95000"/>
                    <a:lumOff val="5000"/>
                  </a:prstClr>
                </a:solidFill>
              </a:rPr>
              <a:t>Pyroclastic density currents (PDCs) are among the most deadly volcanic phenomena.</a:t>
            </a:r>
          </a:p>
          <a:p>
            <a:pPr marL="285750" indent="-285750" algn="l">
              <a:buClr>
                <a:srgbClr val="808080">
                  <a:lumMod val="50000"/>
                </a:srgbClr>
              </a:buClr>
              <a:buFont typeface="Courier New" panose="02070309020205020404" pitchFamily="49" charset="0"/>
              <a:buChar char="o"/>
            </a:pPr>
            <a:endParaRPr lang="en-US" sz="2400" b="0" cap="none" spc="0" dirty="0">
              <a:solidFill>
                <a:prstClr val="black">
                  <a:lumMod val="95000"/>
                  <a:lumOff val="5000"/>
                </a:prstClr>
              </a:solidFill>
            </a:endParaRPr>
          </a:p>
          <a:p>
            <a:pPr marL="285750" indent="-285750" algn="l">
              <a:buClr>
                <a:srgbClr val="808080">
                  <a:lumMod val="50000"/>
                </a:srgbClr>
              </a:buClr>
              <a:buFont typeface="Courier New" panose="02070309020205020404" pitchFamily="49" charset="0"/>
              <a:buChar char="o"/>
            </a:pPr>
            <a:r>
              <a:rPr lang="en-US" sz="2400" b="0" cap="none" spc="0" dirty="0">
                <a:solidFill>
                  <a:prstClr val="black">
                    <a:lumMod val="95000"/>
                    <a:lumOff val="5000"/>
                  </a:prstClr>
                </a:solidFill>
              </a:rPr>
              <a:t>Mitigation of risk associated with PDCs depends upon accurate forecasting of possible inundation areas, often using mobility metrics, the distribution of past deposits, or flow models.</a:t>
            </a:r>
          </a:p>
          <a:p>
            <a:pPr marL="285750" indent="-285750" algn="l">
              <a:buClr>
                <a:srgbClr val="808080">
                  <a:lumMod val="50000"/>
                </a:srgbClr>
              </a:buClr>
              <a:buFont typeface="Courier New" panose="02070309020205020404" pitchFamily="49" charset="0"/>
              <a:buChar char="o"/>
            </a:pPr>
            <a:endParaRPr lang="en-US" sz="2400" b="0" cap="none" spc="0" dirty="0">
              <a:solidFill>
                <a:prstClr val="black">
                  <a:lumMod val="95000"/>
                  <a:lumOff val="5000"/>
                </a:prstClr>
              </a:solidFill>
            </a:endParaRPr>
          </a:p>
          <a:p>
            <a:pPr>
              <a:buClr>
                <a:srgbClr val="808080">
                  <a:lumMod val="50000"/>
                </a:srgbClr>
              </a:buClr>
            </a:pPr>
            <a:endParaRPr lang="en-US" sz="2000" dirty="0">
              <a:solidFill>
                <a:srgbClr val="000000"/>
              </a:solidFill>
            </a:endParaRPr>
          </a:p>
          <a:p>
            <a:pPr>
              <a:buClr>
                <a:srgbClr val="808080">
                  <a:lumMod val="50000"/>
                </a:srgbClr>
              </a:buClr>
            </a:pPr>
            <a:endParaRPr lang="en-US" sz="2000" dirty="0">
              <a:solidFill>
                <a:srgbClr val="000000"/>
              </a:solidFill>
            </a:endParaRPr>
          </a:p>
        </p:txBody>
      </p:sp>
      <p:sp>
        <p:nvSpPr>
          <p:cNvPr id="6" name="Oval 5">
            <a:hlinkClick r:id="" action="ppaction://noaction"/>
          </p:cNvPr>
          <p:cNvSpPr/>
          <p:nvPr/>
        </p:nvSpPr>
        <p:spPr>
          <a:xfrm>
            <a:off x="5827713" y="2090803"/>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761708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9E7823-73DC-298A-3403-29E8C0624539}"/>
              </a:ext>
            </a:extLst>
          </p:cNvPr>
          <p:cNvSpPr>
            <a:spLocks noGrp="1"/>
          </p:cNvSpPr>
          <p:nvPr>
            <p:ph type="body" idx="1"/>
          </p:nvPr>
        </p:nvSpPr>
        <p:spPr/>
        <p:txBody>
          <a:bodyPr/>
          <a:lstStyle/>
          <a:p>
            <a:endParaRPr lang="en-US"/>
          </a:p>
        </p:txBody>
      </p:sp>
      <p:sp>
        <p:nvSpPr>
          <p:cNvPr id="3" name="Title 2">
            <a:extLst>
              <a:ext uri="{FF2B5EF4-FFF2-40B4-BE49-F238E27FC236}">
                <a16:creationId xmlns:a16="http://schemas.microsoft.com/office/drawing/2014/main" id="{5A298662-2065-9C0C-5A70-BC7FF98DD019}"/>
              </a:ext>
            </a:extLst>
          </p:cNvPr>
          <p:cNvSpPr>
            <a:spLocks noGrp="1"/>
          </p:cNvSpPr>
          <p:nvPr>
            <p:ph type="title"/>
          </p:nvPr>
        </p:nvSpPr>
        <p:spPr/>
        <p:txBody>
          <a:bodyPr/>
          <a:lstStyle/>
          <a:p>
            <a:r>
              <a:rPr lang="en-US" dirty="0"/>
              <a:t>What are PDCs?</a:t>
            </a:r>
          </a:p>
        </p:txBody>
      </p:sp>
      <p:grpSp>
        <p:nvGrpSpPr>
          <p:cNvPr id="4" name="Group 3">
            <a:extLst>
              <a:ext uri="{FF2B5EF4-FFF2-40B4-BE49-F238E27FC236}">
                <a16:creationId xmlns:a16="http://schemas.microsoft.com/office/drawing/2014/main" id="{F083368B-A51C-2AF0-075B-BCA7335A4FEB}"/>
              </a:ext>
            </a:extLst>
          </p:cNvPr>
          <p:cNvGrpSpPr/>
          <p:nvPr/>
        </p:nvGrpSpPr>
        <p:grpSpPr>
          <a:xfrm>
            <a:off x="0" y="6218785"/>
            <a:ext cx="12301844" cy="783661"/>
            <a:chOff x="0" y="6217920"/>
            <a:chExt cx="12301844" cy="783661"/>
          </a:xfrm>
        </p:grpSpPr>
        <p:sp>
          <p:nvSpPr>
            <p:cNvPr id="5" name="Rectangle 4">
              <a:extLst>
                <a:ext uri="{FF2B5EF4-FFF2-40B4-BE49-F238E27FC236}">
                  <a16:creationId xmlns:a16="http://schemas.microsoft.com/office/drawing/2014/main" id="{5370E81E-8A7C-B84F-1D9D-B886B2DB9DE3}"/>
                </a:ext>
              </a:extLst>
            </p:cNvPr>
            <p:cNvSpPr/>
            <p:nvPr/>
          </p:nvSpPr>
          <p:spPr>
            <a:xfrm>
              <a:off x="0" y="6217920"/>
              <a:ext cx="12191998" cy="64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C65C1282-A0ED-6C0C-AA52-92FF4474DBBD}"/>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5FE1F9BE-3F8E-19B9-71E7-0979932E7B30}"/>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4AF34F30-A4DC-3A78-ACC1-6BFCE42AAF64}"/>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9FD16B15-6897-9E32-8AEE-35D62CB9B79F}"/>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785934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Pyroclastic Density Currents (PDCs)</a:t>
            </a:r>
          </a:p>
        </p:txBody>
      </p:sp>
      <p:sp>
        <p:nvSpPr>
          <p:cNvPr id="5" name="Content Placeholder 4"/>
          <p:cNvSpPr>
            <a:spLocks noGrp="1"/>
          </p:cNvSpPr>
          <p:nvPr>
            <p:ph sz="half" idx="1"/>
          </p:nvPr>
        </p:nvSpPr>
        <p:spPr/>
        <p:txBody>
          <a:bodyPr>
            <a:normAutofit fontScale="92500"/>
          </a:bodyPr>
          <a:lstStyle/>
          <a:p>
            <a:r>
              <a:rPr lang="en-US" dirty="0"/>
              <a:t>Fast-moving, hot, ground-hugging mixtures of gas and particles (up to v. large blocks)</a:t>
            </a:r>
          </a:p>
          <a:p>
            <a:r>
              <a:rPr lang="en-US" dirty="0"/>
              <a:t>Extremely destructive and cause lots of deaths</a:t>
            </a:r>
          </a:p>
          <a:p>
            <a:r>
              <a:rPr lang="en-US" dirty="0"/>
              <a:t>Includes pyroclastic flows, surges, blasts, ash flows, </a:t>
            </a:r>
            <a:r>
              <a:rPr lang="en-US" dirty="0" err="1"/>
              <a:t>nuée</a:t>
            </a:r>
            <a:r>
              <a:rPr lang="en-US" dirty="0"/>
              <a:t> </a:t>
            </a:r>
            <a:r>
              <a:rPr lang="en-US" dirty="0" err="1"/>
              <a:t>ardentes</a:t>
            </a:r>
            <a:r>
              <a:rPr lang="en-US" dirty="0"/>
              <a:t>, block-and-ash flows, pumice flows, etc. Often, the deposits have different names than the flows (a wide range of names are used interchangeably and confusingly). PDC is a catch all term that I’ll use.</a:t>
            </a:r>
          </a:p>
        </p:txBody>
      </p:sp>
      <p:pic>
        <p:nvPicPr>
          <p:cNvPr id="7" name="Picture 6"/>
          <p:cNvPicPr>
            <a:picLocks noChangeAspect="1"/>
          </p:cNvPicPr>
          <p:nvPr/>
        </p:nvPicPr>
        <p:blipFill>
          <a:blip r:embed="rId2"/>
          <a:stretch>
            <a:fillRect/>
          </a:stretch>
        </p:blipFill>
        <p:spPr>
          <a:xfrm>
            <a:off x="6974112" y="3753311"/>
            <a:ext cx="3610799" cy="2321893"/>
          </a:xfrm>
          <a:prstGeom prst="rect">
            <a:avLst/>
          </a:prstGeom>
          <a:ln>
            <a:solidFill>
              <a:schemeClr val="tx1"/>
            </a:solidFill>
          </a:ln>
        </p:spPr>
      </p:pic>
      <p:pic>
        <p:nvPicPr>
          <p:cNvPr id="8" name="Picture 7"/>
          <p:cNvPicPr>
            <a:picLocks noChangeAspect="1"/>
          </p:cNvPicPr>
          <p:nvPr/>
        </p:nvPicPr>
        <p:blipFill rotWithShape="1">
          <a:blip r:embed="rId3"/>
          <a:srcRect l="50256" b="69152"/>
          <a:stretch/>
        </p:blipFill>
        <p:spPr>
          <a:xfrm>
            <a:off x="7158355" y="1310953"/>
            <a:ext cx="3242315" cy="2401511"/>
          </a:xfrm>
          <a:prstGeom prst="rect">
            <a:avLst/>
          </a:prstGeom>
        </p:spPr>
      </p:pic>
      <p:grpSp>
        <p:nvGrpSpPr>
          <p:cNvPr id="2" name="Group 1">
            <a:extLst>
              <a:ext uri="{FF2B5EF4-FFF2-40B4-BE49-F238E27FC236}">
                <a16:creationId xmlns:a16="http://schemas.microsoft.com/office/drawing/2014/main" id="{776EA405-705E-27BA-0F49-5EC412F40F28}"/>
              </a:ext>
            </a:extLst>
          </p:cNvPr>
          <p:cNvGrpSpPr/>
          <p:nvPr/>
        </p:nvGrpSpPr>
        <p:grpSpPr>
          <a:xfrm>
            <a:off x="0" y="6218785"/>
            <a:ext cx="12301844" cy="783661"/>
            <a:chOff x="0" y="6217920"/>
            <a:chExt cx="12301844" cy="783661"/>
          </a:xfrm>
        </p:grpSpPr>
        <p:sp>
          <p:nvSpPr>
            <p:cNvPr id="3" name="Rectangle 2">
              <a:extLst>
                <a:ext uri="{FF2B5EF4-FFF2-40B4-BE49-F238E27FC236}">
                  <a16:creationId xmlns:a16="http://schemas.microsoft.com/office/drawing/2014/main" id="{7EE6B4AB-14F4-4977-0A85-B3A7E8AB1120}"/>
                </a:ext>
              </a:extLst>
            </p:cNvPr>
            <p:cNvSpPr/>
            <p:nvPr/>
          </p:nvSpPr>
          <p:spPr>
            <a:xfrm>
              <a:off x="0" y="6217920"/>
              <a:ext cx="12191998" cy="64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BF755E21-6B77-8E5C-1343-5E2686BC8612}"/>
                </a:ext>
              </a:extLst>
            </p:cNvPr>
            <p:cNvGrpSpPr/>
            <p:nvPr/>
          </p:nvGrpSpPr>
          <p:grpSpPr>
            <a:xfrm>
              <a:off x="2" y="6361501"/>
              <a:ext cx="12301842" cy="640080"/>
              <a:chOff x="2" y="6361501"/>
              <a:chExt cx="12301842" cy="640080"/>
            </a:xfrm>
          </p:grpSpPr>
          <p:pic>
            <p:nvPicPr>
              <p:cNvPr id="10" name="Picture 9" descr="USGS.png">
                <a:extLst>
                  <a:ext uri="{FF2B5EF4-FFF2-40B4-BE49-F238E27FC236}">
                    <a16:creationId xmlns:a16="http://schemas.microsoft.com/office/drawing/2014/main" id="{DD2BADD4-32B5-0AAA-0607-7C47526DC9AC}"/>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686BE2B2-61D2-2D53-29DF-F7098A30A41A}"/>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0D69FB5F-FCFC-36B1-4E70-015D2512C167}"/>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617187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791" t="865" b="55284"/>
          <a:stretch/>
        </p:blipFill>
        <p:spPr>
          <a:xfrm>
            <a:off x="6893449" y="181233"/>
            <a:ext cx="3586388" cy="2685536"/>
          </a:xfrm>
          <a:prstGeom prst="rect">
            <a:avLst/>
          </a:prstGeom>
        </p:spPr>
      </p:pic>
      <p:sp>
        <p:nvSpPr>
          <p:cNvPr id="7" name="Rectangle 6"/>
          <p:cNvSpPr/>
          <p:nvPr/>
        </p:nvSpPr>
        <p:spPr>
          <a:xfrm>
            <a:off x="6804455" y="104620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705600" y="2969742"/>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04454" y="406125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862119" y="5279934"/>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845932" y="328297"/>
            <a:ext cx="6070777" cy="1077218"/>
          </a:xfrm>
          <a:prstGeom prst="rect">
            <a:avLst/>
          </a:prstGeom>
          <a:noFill/>
        </p:spPr>
        <p:txBody>
          <a:bodyPr wrap="square" rtlCol="0">
            <a:spAutoFit/>
          </a:bodyPr>
          <a:lstStyle/>
          <a:p>
            <a:pPr algn="just"/>
            <a:r>
              <a:rPr lang="en-US" sz="1600" dirty="0"/>
              <a:t>Column-collapse PDCs are formed by the collapse of a vertical explosive column that falls back to earth and continues to travel along the ground. They form pumice and ash rich ignimbrite or pumice-flow deposits, that are radially distributed around the volcano. </a:t>
            </a:r>
          </a:p>
        </p:txBody>
      </p:sp>
      <p:sp>
        <p:nvSpPr>
          <p:cNvPr id="15" name="TextBox 14"/>
          <p:cNvSpPr txBox="1"/>
          <p:nvPr/>
        </p:nvSpPr>
        <p:spPr>
          <a:xfrm>
            <a:off x="2520126" y="3412607"/>
            <a:ext cx="1966629" cy="369332"/>
          </a:xfrm>
          <a:prstGeom prst="rect">
            <a:avLst/>
          </a:prstGeom>
          <a:noFill/>
        </p:spPr>
        <p:txBody>
          <a:bodyPr wrap="none" rtlCol="0">
            <a:spAutoFit/>
          </a:bodyPr>
          <a:lstStyle/>
          <a:p>
            <a:r>
              <a:rPr lang="en-US" dirty="0" err="1"/>
              <a:t>Mayon</a:t>
            </a:r>
            <a:r>
              <a:rPr lang="en-US" dirty="0"/>
              <a:t>, Philippines</a:t>
            </a:r>
          </a:p>
        </p:txBody>
      </p:sp>
      <p:pic>
        <p:nvPicPr>
          <p:cNvPr id="3076" name="Picture 4" descr="https://s-media-cache-ak0.pinimg.com/564x/13/cb/c0/13cbc02a57b82c69cedcf39d4e621d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932" y="1501913"/>
            <a:ext cx="3001443" cy="199896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p:cNvSpPr txBox="1"/>
          <p:nvPr/>
        </p:nvSpPr>
        <p:spPr>
          <a:xfrm>
            <a:off x="2693140" y="5981686"/>
            <a:ext cx="1620600" cy="369332"/>
          </a:xfrm>
          <a:prstGeom prst="rect">
            <a:avLst/>
          </a:prstGeom>
          <a:noFill/>
        </p:spPr>
        <p:txBody>
          <a:bodyPr wrap="square" rtlCol="0">
            <a:spAutoFit/>
          </a:bodyPr>
          <a:lstStyle/>
          <a:p>
            <a:r>
              <a:rPr lang="en-US" dirty="0"/>
              <a:t>Lascar, Chile</a:t>
            </a:r>
          </a:p>
        </p:txBody>
      </p:sp>
      <p:pic>
        <p:nvPicPr>
          <p:cNvPr id="19" name="Picture 2" descr="http://planet-terre.ens-lyon.fr/planetterre/objets/Images/eruption-Lascar-1993/eruption-Lascar-27-nuee-ardent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45931" y="3848994"/>
            <a:ext cx="3315018" cy="220264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inatubo eruption photo listed among  ‘32 Heart Stopping Moments’ on HuffPo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2057" y="3115730"/>
            <a:ext cx="4249041" cy="2808908"/>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6865308" y="5866972"/>
            <a:ext cx="2564524" cy="369332"/>
          </a:xfrm>
          <a:prstGeom prst="rect">
            <a:avLst/>
          </a:prstGeom>
          <a:noFill/>
        </p:spPr>
        <p:txBody>
          <a:bodyPr wrap="square" rtlCol="0">
            <a:spAutoFit/>
          </a:bodyPr>
          <a:lstStyle/>
          <a:p>
            <a:r>
              <a:rPr lang="en-US" dirty="0"/>
              <a:t>Pinatubo, Philippines </a:t>
            </a:r>
          </a:p>
        </p:txBody>
      </p:sp>
      <p:grpSp>
        <p:nvGrpSpPr>
          <p:cNvPr id="14" name="Group 13">
            <a:extLst>
              <a:ext uri="{FF2B5EF4-FFF2-40B4-BE49-F238E27FC236}">
                <a16:creationId xmlns:a16="http://schemas.microsoft.com/office/drawing/2014/main" id="{054E36E0-DFB3-DEF0-C44E-4B7EDF95123C}"/>
              </a:ext>
            </a:extLst>
          </p:cNvPr>
          <p:cNvGrpSpPr/>
          <p:nvPr/>
        </p:nvGrpSpPr>
        <p:grpSpPr>
          <a:xfrm>
            <a:off x="0" y="6362366"/>
            <a:ext cx="12301844" cy="640080"/>
            <a:chOff x="0" y="6361501"/>
            <a:chExt cx="12301844" cy="640080"/>
          </a:xfrm>
        </p:grpSpPr>
        <p:sp>
          <p:nvSpPr>
            <p:cNvPr id="16" name="Rectangle 15">
              <a:extLst>
                <a:ext uri="{FF2B5EF4-FFF2-40B4-BE49-F238E27FC236}">
                  <a16:creationId xmlns:a16="http://schemas.microsoft.com/office/drawing/2014/main" id="{7EFEF792-1AEF-9606-3191-A08790EA4920}"/>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BEEEB305-239C-B665-8DBB-273C317F215C}"/>
                </a:ext>
              </a:extLst>
            </p:cNvPr>
            <p:cNvGrpSpPr/>
            <p:nvPr/>
          </p:nvGrpSpPr>
          <p:grpSpPr>
            <a:xfrm>
              <a:off x="2" y="6361501"/>
              <a:ext cx="12301842" cy="640080"/>
              <a:chOff x="2" y="6361501"/>
              <a:chExt cx="12301842" cy="640080"/>
            </a:xfrm>
          </p:grpSpPr>
          <p:pic>
            <p:nvPicPr>
              <p:cNvPr id="20" name="Picture 19" descr="USGS.png">
                <a:extLst>
                  <a:ext uri="{FF2B5EF4-FFF2-40B4-BE49-F238E27FC236}">
                    <a16:creationId xmlns:a16="http://schemas.microsoft.com/office/drawing/2014/main" id="{C4DC6C57-0141-E958-12F1-E7927F32C8EA}"/>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22" name="Picture 21" descr="Horizontal_CMYK_600.tif">
                <a:extLst>
                  <a:ext uri="{FF2B5EF4-FFF2-40B4-BE49-F238E27FC236}">
                    <a16:creationId xmlns:a16="http://schemas.microsoft.com/office/drawing/2014/main" id="{28F4CA50-4F4F-D004-3BFD-D38FDDAA5DFA}"/>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23" name="Picture 22">
                <a:extLst>
                  <a:ext uri="{FF2B5EF4-FFF2-40B4-BE49-F238E27FC236}">
                    <a16:creationId xmlns:a16="http://schemas.microsoft.com/office/drawing/2014/main" id="{61ACE94D-C32C-D189-1D17-895C2749A485}"/>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525113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919" t="62875" r="-1127" b="18697"/>
          <a:stretch/>
        </p:blipFill>
        <p:spPr>
          <a:xfrm>
            <a:off x="5698410" y="1175997"/>
            <a:ext cx="4595312" cy="1446075"/>
          </a:xfrm>
          <a:prstGeom prst="rect">
            <a:avLst/>
          </a:prstGeom>
        </p:spPr>
      </p:pic>
      <p:sp>
        <p:nvSpPr>
          <p:cNvPr id="7" name="Rectangle 6"/>
          <p:cNvSpPr/>
          <p:nvPr/>
        </p:nvSpPr>
        <p:spPr>
          <a:xfrm>
            <a:off x="5599542" y="1321609"/>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705600" y="302742"/>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04454" y="139425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862119" y="5279934"/>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952826" y="204319"/>
            <a:ext cx="5197617" cy="1077218"/>
          </a:xfrm>
          <a:prstGeom prst="rect">
            <a:avLst/>
          </a:prstGeom>
          <a:noFill/>
        </p:spPr>
        <p:txBody>
          <a:bodyPr wrap="square" rtlCol="0">
            <a:spAutoFit/>
          </a:bodyPr>
          <a:lstStyle/>
          <a:p>
            <a:pPr algn="just"/>
            <a:r>
              <a:rPr lang="en-US" sz="1600" dirty="0"/>
              <a:t>Sometimes, pressures are not great enough to form a full vertical column and result in “boiling-over” style activity, which produces PDCs similar to those from column-collapses.</a:t>
            </a:r>
          </a:p>
        </p:txBody>
      </p:sp>
      <p:pic>
        <p:nvPicPr>
          <p:cNvPr id="2050" name="Picture 2" descr="https://images.volcanodiscovery.com/uploads/pics/tungurahua_1607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8622" y="1377432"/>
            <a:ext cx="3600450" cy="22383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563325" y="3597083"/>
            <a:ext cx="2171044" cy="369332"/>
          </a:xfrm>
          <a:prstGeom prst="rect">
            <a:avLst/>
          </a:prstGeom>
          <a:noFill/>
        </p:spPr>
        <p:txBody>
          <a:bodyPr wrap="none" rtlCol="0">
            <a:spAutoFit/>
          </a:bodyPr>
          <a:lstStyle/>
          <a:p>
            <a:r>
              <a:rPr lang="en-US" dirty="0"/>
              <a:t>Tungurahua, Ecuador</a:t>
            </a:r>
          </a:p>
        </p:txBody>
      </p:sp>
      <p:pic>
        <p:nvPicPr>
          <p:cNvPr id="2052" name="Picture 4" descr="Fuego - 18/05/2016 - pyroclastic flow type Boiling over - photo Clima Guatemala / Twit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5717" y="3380734"/>
            <a:ext cx="5016617" cy="2826028"/>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7084540" y="3034923"/>
            <a:ext cx="1887889" cy="369332"/>
          </a:xfrm>
          <a:prstGeom prst="rect">
            <a:avLst/>
          </a:prstGeom>
          <a:noFill/>
        </p:spPr>
        <p:txBody>
          <a:bodyPr wrap="none" rtlCol="0">
            <a:spAutoFit/>
          </a:bodyPr>
          <a:lstStyle/>
          <a:p>
            <a:r>
              <a:rPr lang="en-US" dirty="0"/>
              <a:t>Fuego, Guatemala</a:t>
            </a:r>
          </a:p>
        </p:txBody>
      </p:sp>
      <p:grpSp>
        <p:nvGrpSpPr>
          <p:cNvPr id="2" name="Group 1">
            <a:extLst>
              <a:ext uri="{FF2B5EF4-FFF2-40B4-BE49-F238E27FC236}">
                <a16:creationId xmlns:a16="http://schemas.microsoft.com/office/drawing/2014/main" id="{B6623A01-9E9D-AF22-F5F3-ADC6EC922A43}"/>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15274304-A452-2CBF-9FB4-E9FB46D8D09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7CBD6AC-6B0E-6D5E-3982-20453D711BEB}"/>
                </a:ext>
              </a:extLst>
            </p:cNvPr>
            <p:cNvGrpSpPr/>
            <p:nvPr/>
          </p:nvGrpSpPr>
          <p:grpSpPr>
            <a:xfrm>
              <a:off x="2" y="6361501"/>
              <a:ext cx="12301842" cy="640080"/>
              <a:chOff x="2" y="6361501"/>
              <a:chExt cx="12301842" cy="640080"/>
            </a:xfrm>
          </p:grpSpPr>
          <p:pic>
            <p:nvPicPr>
              <p:cNvPr id="11" name="Picture 10" descr="USGS.png">
                <a:extLst>
                  <a:ext uri="{FF2B5EF4-FFF2-40B4-BE49-F238E27FC236}">
                    <a16:creationId xmlns:a16="http://schemas.microsoft.com/office/drawing/2014/main" id="{937BD291-9C43-2C02-4FF0-ABA9FC0F7363}"/>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3" name="Picture 12" descr="Horizontal_CMYK_600.tif">
                <a:extLst>
                  <a:ext uri="{FF2B5EF4-FFF2-40B4-BE49-F238E27FC236}">
                    <a16:creationId xmlns:a16="http://schemas.microsoft.com/office/drawing/2014/main" id="{53BCCC72-2827-F9F9-F817-7CF2AE026222}"/>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4" name="Picture 13">
                <a:extLst>
                  <a:ext uri="{FF2B5EF4-FFF2-40B4-BE49-F238E27FC236}">
                    <a16:creationId xmlns:a16="http://schemas.microsoft.com/office/drawing/2014/main" id="{7FBDC40C-4E06-4D85-9349-BC3643393F38}"/>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38477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2287" t="44582" r="1130" b="36990"/>
          <a:stretch/>
        </p:blipFill>
        <p:spPr>
          <a:xfrm>
            <a:off x="1811500" y="3981635"/>
            <a:ext cx="4452439" cy="1424666"/>
          </a:xfrm>
          <a:prstGeom prst="rect">
            <a:avLst/>
          </a:prstGeom>
        </p:spPr>
      </p:pic>
      <p:sp>
        <p:nvSpPr>
          <p:cNvPr id="7" name="Rectangle 6"/>
          <p:cNvSpPr/>
          <p:nvPr/>
        </p:nvSpPr>
        <p:spPr>
          <a:xfrm>
            <a:off x="6804455" y="104620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705600" y="2969742"/>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04454" y="406125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11500" y="4199336"/>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935598" y="5460780"/>
            <a:ext cx="5214844" cy="584775"/>
          </a:xfrm>
          <a:prstGeom prst="rect">
            <a:avLst/>
          </a:prstGeom>
          <a:noFill/>
        </p:spPr>
        <p:txBody>
          <a:bodyPr wrap="square" rtlCol="0">
            <a:spAutoFit/>
          </a:bodyPr>
          <a:lstStyle/>
          <a:p>
            <a:pPr algn="just"/>
            <a:r>
              <a:rPr lang="en-US" sz="1600" dirty="0"/>
              <a:t>Instead of being directed vertically, blasts can be directed horizontally and form strongly erosive lateral blast PDCs. </a:t>
            </a:r>
          </a:p>
        </p:txBody>
      </p:sp>
      <p:pic>
        <p:nvPicPr>
          <p:cNvPr id="1026" name="Picture 2" descr="1_Img08_0832_47plus2.4secGary Rosenquist_copyright Joel Harvey_web-01"/>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8859"/>
          <a:stretch/>
        </p:blipFill>
        <p:spPr bwMode="auto">
          <a:xfrm>
            <a:off x="1533770" y="0"/>
            <a:ext cx="2741374" cy="16843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uwiseismic.com/Images/lateralblast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6969" y="1438323"/>
            <a:ext cx="2438106" cy="16254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symonsez.files.wordpress.com/2010/05/sthelenslandslide.jpg"/>
          <p:cNvPicPr>
            <a:picLocks noChangeAspect="1" noChangeArrowheads="1"/>
          </p:cNvPicPr>
          <p:nvPr/>
        </p:nvPicPr>
        <p:blipFill rotWithShape="1">
          <a:blip r:embed="rId5">
            <a:extLst>
              <a:ext uri="{28A0092B-C50C-407E-A947-70E740481C1C}">
                <a14:useLocalDpi xmlns:a14="http://schemas.microsoft.com/office/drawing/2010/main" val="0"/>
              </a:ext>
            </a:extLst>
          </a:blip>
          <a:srcRect l="4933" t="3614" r="3763" b="5362"/>
          <a:stretch/>
        </p:blipFill>
        <p:spPr bwMode="auto">
          <a:xfrm>
            <a:off x="6084552" y="2705342"/>
            <a:ext cx="2329489" cy="157319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www.mshslc.org/wp-content/uploads/2013/01/1_copyright-keith-ronnholm_sthelens_may18-1980_21-copy.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44892" y="4061256"/>
            <a:ext cx="2423108" cy="1621479"/>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0C1E86F3-D689-3333-7DCC-24C61060A390}"/>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4BD4E304-8FE0-FBFD-FF8F-CCF3D50FCAC0}"/>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A11F5FF-3CA7-9D73-CBC4-5BF9A9B7CD94}"/>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B84125CD-8F0E-7EE0-BEC0-478EE62C984F}"/>
                  </a:ext>
                </a:extLst>
              </p:cNvPr>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A5CAD5DF-E326-49FF-1D11-DED4BC50F92A}"/>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067AF229-B2D5-B88E-0671-A3EB81376570}"/>
                  </a:ext>
                </a:extLst>
              </p:cNvPr>
              <p:cNvPicPr>
                <a:picLocks noChangeAspect="1"/>
              </p:cNvPicPr>
              <p:nvPr/>
            </p:nvPicPr>
            <p:blipFill rotWithShape="1">
              <a:blip r:embed="rId9"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733305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3414" t="82783" r="1356" b="-1211"/>
          <a:stretch/>
        </p:blipFill>
        <p:spPr>
          <a:xfrm>
            <a:off x="5877124" y="4754105"/>
            <a:ext cx="4535252" cy="1471789"/>
          </a:xfrm>
          <a:prstGeom prst="rect">
            <a:avLst/>
          </a:prstGeom>
        </p:spPr>
      </p:pic>
      <p:sp>
        <p:nvSpPr>
          <p:cNvPr id="7" name="Rectangle 6"/>
          <p:cNvSpPr/>
          <p:nvPr/>
        </p:nvSpPr>
        <p:spPr>
          <a:xfrm>
            <a:off x="6804455" y="104620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705600" y="2969742"/>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04454" y="4061255"/>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761602" y="4859804"/>
            <a:ext cx="444843" cy="420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830076" y="4234707"/>
            <a:ext cx="4679091" cy="1815882"/>
          </a:xfrm>
          <a:prstGeom prst="rect">
            <a:avLst/>
          </a:prstGeom>
          <a:noFill/>
        </p:spPr>
        <p:txBody>
          <a:bodyPr wrap="square" rtlCol="0">
            <a:spAutoFit/>
          </a:bodyPr>
          <a:lstStyle/>
          <a:p>
            <a:pPr algn="just"/>
            <a:r>
              <a:rPr lang="en-US" sz="1600" dirty="0"/>
              <a:t>High-particle concentration PDCs are generated by the gravitational or explosive collapse of lava domes. These flows form block-and-ash flow deposits.</a:t>
            </a:r>
          </a:p>
          <a:p>
            <a:pPr algn="just"/>
            <a:endParaRPr lang="en-US" sz="1600" dirty="0"/>
          </a:p>
          <a:p>
            <a:pPr algn="just"/>
            <a:r>
              <a:rPr lang="en-US" sz="1600" dirty="0"/>
              <a:t>Sometimes see “</a:t>
            </a:r>
            <a:r>
              <a:rPr lang="en-US" sz="1600" dirty="0" err="1"/>
              <a:t>Pelée</a:t>
            </a:r>
            <a:r>
              <a:rPr lang="en-US" sz="1600" dirty="0"/>
              <a:t> type” (explosive dome-collapse) or “</a:t>
            </a:r>
            <a:r>
              <a:rPr lang="en-US" sz="1600" dirty="0" err="1"/>
              <a:t>Merapi</a:t>
            </a:r>
            <a:r>
              <a:rPr lang="en-US" sz="1600" dirty="0"/>
              <a:t> type” (gravitational dome-collapse)</a:t>
            </a:r>
          </a:p>
        </p:txBody>
      </p:sp>
      <p:pic>
        <p:nvPicPr>
          <p:cNvPr id="3" name="Picture 2"/>
          <p:cNvPicPr>
            <a:picLocks noChangeAspect="1"/>
          </p:cNvPicPr>
          <p:nvPr/>
        </p:nvPicPr>
        <p:blipFill>
          <a:blip r:embed="rId3"/>
          <a:stretch>
            <a:fillRect/>
          </a:stretch>
        </p:blipFill>
        <p:spPr>
          <a:xfrm>
            <a:off x="5877124" y="399428"/>
            <a:ext cx="4374318" cy="3209622"/>
          </a:xfrm>
          <a:prstGeom prst="rect">
            <a:avLst/>
          </a:prstGeom>
        </p:spPr>
      </p:pic>
      <p:sp>
        <p:nvSpPr>
          <p:cNvPr id="15" name="TextBox 14"/>
          <p:cNvSpPr txBox="1"/>
          <p:nvPr/>
        </p:nvSpPr>
        <p:spPr>
          <a:xfrm>
            <a:off x="7150442" y="3634518"/>
            <a:ext cx="2077172" cy="369332"/>
          </a:xfrm>
          <a:prstGeom prst="rect">
            <a:avLst/>
          </a:prstGeom>
          <a:noFill/>
        </p:spPr>
        <p:txBody>
          <a:bodyPr wrap="none" rtlCol="0">
            <a:spAutoFit/>
          </a:bodyPr>
          <a:lstStyle/>
          <a:p>
            <a:r>
              <a:rPr lang="en-US" dirty="0" err="1"/>
              <a:t>Sinabung</a:t>
            </a:r>
            <a:r>
              <a:rPr lang="en-US" dirty="0"/>
              <a:t>, Indonesia</a:t>
            </a: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0076" y="455199"/>
            <a:ext cx="3632811" cy="2724608"/>
          </a:xfrm>
          <a:prstGeom prst="rect">
            <a:avLst/>
          </a:prstGeom>
        </p:spPr>
      </p:pic>
      <p:sp>
        <p:nvSpPr>
          <p:cNvPr id="18" name="TextBox 17"/>
          <p:cNvSpPr txBox="1"/>
          <p:nvPr/>
        </p:nvSpPr>
        <p:spPr>
          <a:xfrm>
            <a:off x="1916936" y="3179807"/>
            <a:ext cx="3459088" cy="369332"/>
          </a:xfrm>
          <a:prstGeom prst="rect">
            <a:avLst/>
          </a:prstGeom>
          <a:noFill/>
        </p:spPr>
        <p:txBody>
          <a:bodyPr wrap="none" rtlCol="0">
            <a:spAutoFit/>
          </a:bodyPr>
          <a:lstStyle/>
          <a:p>
            <a:r>
              <a:rPr lang="en-US" dirty="0" err="1"/>
              <a:t>Soufrière</a:t>
            </a:r>
            <a:r>
              <a:rPr lang="en-US" dirty="0"/>
              <a:t> Hills Volcano, Montserrat</a:t>
            </a:r>
          </a:p>
        </p:txBody>
      </p:sp>
      <p:grpSp>
        <p:nvGrpSpPr>
          <p:cNvPr id="2" name="Group 1">
            <a:extLst>
              <a:ext uri="{FF2B5EF4-FFF2-40B4-BE49-F238E27FC236}">
                <a16:creationId xmlns:a16="http://schemas.microsoft.com/office/drawing/2014/main" id="{1871A7C6-A2BC-7382-D346-FBC6AE1EE667}"/>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F790DFD8-ACB5-EAC6-B3C5-E8C82435FC9A}"/>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097CCBF-FBFD-5996-4A99-8348AAD313A4}"/>
                </a:ext>
              </a:extLst>
            </p:cNvPr>
            <p:cNvGrpSpPr/>
            <p:nvPr/>
          </p:nvGrpSpPr>
          <p:grpSpPr>
            <a:xfrm>
              <a:off x="2" y="6361501"/>
              <a:ext cx="12301842" cy="640080"/>
              <a:chOff x="2" y="6361501"/>
              <a:chExt cx="12301842" cy="640080"/>
            </a:xfrm>
          </p:grpSpPr>
          <p:pic>
            <p:nvPicPr>
              <p:cNvPr id="11" name="Picture 10" descr="USGS.png">
                <a:extLst>
                  <a:ext uri="{FF2B5EF4-FFF2-40B4-BE49-F238E27FC236}">
                    <a16:creationId xmlns:a16="http://schemas.microsoft.com/office/drawing/2014/main" id="{71703C92-44DF-64A8-192A-E614B38974CC}"/>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2" name="Picture 11" descr="Horizontal_CMYK_600.tif">
                <a:extLst>
                  <a:ext uri="{FF2B5EF4-FFF2-40B4-BE49-F238E27FC236}">
                    <a16:creationId xmlns:a16="http://schemas.microsoft.com/office/drawing/2014/main" id="{EAD1BDDC-67CC-7274-9AF5-D920BFA1BB29}"/>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3" name="Picture 12">
                <a:extLst>
                  <a:ext uri="{FF2B5EF4-FFF2-40B4-BE49-F238E27FC236}">
                    <a16:creationId xmlns:a16="http://schemas.microsoft.com/office/drawing/2014/main" id="{90DB2BCA-5342-AE52-9B4E-983950C63DF8}"/>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51208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9E7823-73DC-298A-3403-29E8C0624539}"/>
              </a:ext>
            </a:extLst>
          </p:cNvPr>
          <p:cNvSpPr>
            <a:spLocks noGrp="1"/>
          </p:cNvSpPr>
          <p:nvPr>
            <p:ph type="body" idx="1"/>
          </p:nvPr>
        </p:nvSpPr>
        <p:spPr/>
        <p:txBody>
          <a:bodyPr/>
          <a:lstStyle/>
          <a:p>
            <a:endParaRPr lang="en-US"/>
          </a:p>
        </p:txBody>
      </p:sp>
      <p:sp>
        <p:nvSpPr>
          <p:cNvPr id="3" name="Title 2">
            <a:extLst>
              <a:ext uri="{FF2B5EF4-FFF2-40B4-BE49-F238E27FC236}">
                <a16:creationId xmlns:a16="http://schemas.microsoft.com/office/drawing/2014/main" id="{5A298662-2065-9C0C-5A70-BC7FF98DD019}"/>
              </a:ext>
            </a:extLst>
          </p:cNvPr>
          <p:cNvSpPr>
            <a:spLocks noGrp="1"/>
          </p:cNvSpPr>
          <p:nvPr>
            <p:ph type="title"/>
          </p:nvPr>
        </p:nvSpPr>
        <p:spPr/>
        <p:txBody>
          <a:bodyPr/>
          <a:lstStyle/>
          <a:p>
            <a:r>
              <a:rPr lang="en-US" dirty="0"/>
              <a:t>How do we model PDCs?</a:t>
            </a:r>
          </a:p>
        </p:txBody>
      </p:sp>
      <p:grpSp>
        <p:nvGrpSpPr>
          <p:cNvPr id="4" name="Group 3">
            <a:extLst>
              <a:ext uri="{FF2B5EF4-FFF2-40B4-BE49-F238E27FC236}">
                <a16:creationId xmlns:a16="http://schemas.microsoft.com/office/drawing/2014/main" id="{F083368B-A51C-2AF0-075B-BCA7335A4FEB}"/>
              </a:ext>
            </a:extLst>
          </p:cNvPr>
          <p:cNvGrpSpPr/>
          <p:nvPr/>
        </p:nvGrpSpPr>
        <p:grpSpPr>
          <a:xfrm>
            <a:off x="0" y="6218785"/>
            <a:ext cx="12301844" cy="783661"/>
            <a:chOff x="0" y="6217920"/>
            <a:chExt cx="12301844" cy="783661"/>
          </a:xfrm>
        </p:grpSpPr>
        <p:sp>
          <p:nvSpPr>
            <p:cNvPr id="5" name="Rectangle 4">
              <a:extLst>
                <a:ext uri="{FF2B5EF4-FFF2-40B4-BE49-F238E27FC236}">
                  <a16:creationId xmlns:a16="http://schemas.microsoft.com/office/drawing/2014/main" id="{5370E81E-8A7C-B84F-1D9D-B886B2DB9DE3}"/>
                </a:ext>
              </a:extLst>
            </p:cNvPr>
            <p:cNvSpPr/>
            <p:nvPr/>
          </p:nvSpPr>
          <p:spPr>
            <a:xfrm>
              <a:off x="0" y="6217920"/>
              <a:ext cx="12191998" cy="64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C65C1282-A0ED-6C0C-AA52-92FF4474DBBD}"/>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5FE1F9BE-3F8E-19B9-71E7-0979932E7B30}"/>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4AF34F30-A4DC-3A78-ACC1-6BFCE42AAF64}"/>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9FD16B15-6897-9E32-8AEE-35D62CB9B79F}"/>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609357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441" y="805250"/>
            <a:ext cx="2520778" cy="990600"/>
          </a:xfrm>
        </p:spPr>
        <p:txBody>
          <a:bodyPr/>
          <a:lstStyle/>
          <a:p>
            <a:r>
              <a:rPr lang="en-US" sz="2400" dirty="0"/>
              <a:t>Parts of a PDC</a:t>
            </a:r>
          </a:p>
        </p:txBody>
      </p:sp>
      <p:sp>
        <p:nvSpPr>
          <p:cNvPr id="3" name="Text Placeholder 2"/>
          <p:cNvSpPr>
            <a:spLocks noGrp="1"/>
          </p:cNvSpPr>
          <p:nvPr>
            <p:ph type="body" idx="2"/>
          </p:nvPr>
        </p:nvSpPr>
        <p:spPr>
          <a:xfrm>
            <a:off x="416441" y="1967058"/>
            <a:ext cx="3242234" cy="4144963"/>
          </a:xfrm>
        </p:spPr>
        <p:txBody>
          <a:bodyPr>
            <a:normAutofit/>
          </a:bodyPr>
          <a:lstStyle/>
          <a:p>
            <a:r>
              <a:rPr lang="en-US" sz="2000" dirty="0"/>
              <a:t>PDCs are understood to be density-stratified currents which, to varying degrees, develop high concentration, dense undercurrents (dense basal avalanches) and dilute, turbulent, overriding ash clouds (ash-cloud surges).</a:t>
            </a:r>
          </a:p>
        </p:txBody>
      </p:sp>
      <p:pic>
        <p:nvPicPr>
          <p:cNvPr id="5" name="Content Placeholder 6"/>
          <p:cNvPicPr>
            <a:picLocks noGrp="1" noChangeAspect="1"/>
          </p:cNvPicPr>
          <p:nvPr>
            <p:ph sz="quarter" idx="4294967295"/>
          </p:nvPr>
        </p:nvPicPr>
        <p:blipFill rotWithShape="1">
          <a:blip r:embed="rId2" cstate="print">
            <a:extLst>
              <a:ext uri="{28A0092B-C50C-407E-A947-70E740481C1C}">
                <a14:useLocalDpi xmlns:a14="http://schemas.microsoft.com/office/drawing/2010/main" val="0"/>
              </a:ext>
            </a:extLst>
          </a:blip>
          <a:srcRect l="26410"/>
          <a:stretch/>
        </p:blipFill>
        <p:spPr>
          <a:xfrm>
            <a:off x="4115818" y="2118912"/>
            <a:ext cx="7473207" cy="2620312"/>
          </a:xfrm>
        </p:spPr>
      </p:pic>
      <p:sp>
        <p:nvSpPr>
          <p:cNvPr id="6" name="TextBox 5"/>
          <p:cNvSpPr txBox="1"/>
          <p:nvPr/>
        </p:nvSpPr>
        <p:spPr>
          <a:xfrm>
            <a:off x="4285439" y="1290987"/>
            <a:ext cx="827766" cy="646331"/>
          </a:xfrm>
          <a:prstGeom prst="rect">
            <a:avLst/>
          </a:prstGeom>
          <a:noFill/>
        </p:spPr>
        <p:txBody>
          <a:bodyPr wrap="square" rtlCol="0">
            <a:spAutoFit/>
          </a:bodyPr>
          <a:lstStyle/>
          <a:p>
            <a:r>
              <a:rPr lang="en-US" dirty="0"/>
              <a:t>Lava dome</a:t>
            </a:r>
          </a:p>
        </p:txBody>
      </p:sp>
      <p:cxnSp>
        <p:nvCxnSpPr>
          <p:cNvPr id="7" name="Straight Arrow Connector 6"/>
          <p:cNvCxnSpPr/>
          <p:nvPr/>
        </p:nvCxnSpPr>
        <p:spPr>
          <a:xfrm>
            <a:off x="4983998" y="1723226"/>
            <a:ext cx="147854" cy="297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168736" y="1561504"/>
            <a:ext cx="1718832" cy="923330"/>
          </a:xfrm>
          <a:prstGeom prst="rect">
            <a:avLst/>
          </a:prstGeom>
          <a:noFill/>
        </p:spPr>
        <p:txBody>
          <a:bodyPr wrap="square" rtlCol="0">
            <a:spAutoFit/>
          </a:bodyPr>
          <a:lstStyle/>
          <a:p>
            <a:r>
              <a:rPr lang="en-US" dirty="0"/>
              <a:t>Dilute, over-riding</a:t>
            </a:r>
          </a:p>
          <a:p>
            <a:r>
              <a:rPr lang="en-US" dirty="0"/>
              <a:t>ash-cloud surge</a:t>
            </a:r>
          </a:p>
        </p:txBody>
      </p:sp>
      <p:cxnSp>
        <p:nvCxnSpPr>
          <p:cNvPr id="9" name="Straight Arrow Connector 8"/>
          <p:cNvCxnSpPr/>
          <p:nvPr/>
        </p:nvCxnSpPr>
        <p:spPr>
          <a:xfrm flipH="1">
            <a:off x="7399995" y="2478196"/>
            <a:ext cx="165856" cy="481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720471" y="672385"/>
            <a:ext cx="2223187" cy="923330"/>
          </a:xfrm>
          <a:prstGeom prst="rect">
            <a:avLst/>
          </a:prstGeom>
          <a:noFill/>
        </p:spPr>
        <p:txBody>
          <a:bodyPr wrap="square" rtlCol="0">
            <a:spAutoFit/>
          </a:bodyPr>
          <a:lstStyle/>
          <a:p>
            <a:r>
              <a:rPr lang="en-US" dirty="0"/>
              <a:t>Buoyantly lofting</a:t>
            </a:r>
          </a:p>
          <a:p>
            <a:r>
              <a:rPr lang="en-US" dirty="0"/>
              <a:t>phoenix cloud or co-ignimbrite cloud</a:t>
            </a:r>
          </a:p>
        </p:txBody>
      </p:sp>
      <p:cxnSp>
        <p:nvCxnSpPr>
          <p:cNvPr id="11" name="Straight Arrow Connector 10"/>
          <p:cNvCxnSpPr/>
          <p:nvPr/>
        </p:nvCxnSpPr>
        <p:spPr>
          <a:xfrm flipH="1">
            <a:off x="10342098" y="1604259"/>
            <a:ext cx="230371" cy="8107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H="1" flipV="1">
            <a:off x="7746539" y="3799902"/>
            <a:ext cx="54627" cy="11308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254117" y="4930711"/>
            <a:ext cx="1590478" cy="646331"/>
          </a:xfrm>
          <a:prstGeom prst="rect">
            <a:avLst/>
          </a:prstGeom>
          <a:noFill/>
        </p:spPr>
        <p:txBody>
          <a:bodyPr wrap="square" rtlCol="0">
            <a:spAutoFit/>
          </a:bodyPr>
          <a:lstStyle/>
          <a:p>
            <a:r>
              <a:rPr lang="en-US" dirty="0"/>
              <a:t>Dense basal avalanche</a:t>
            </a:r>
          </a:p>
        </p:txBody>
      </p:sp>
      <p:grpSp>
        <p:nvGrpSpPr>
          <p:cNvPr id="4" name="Group 3">
            <a:extLst>
              <a:ext uri="{FF2B5EF4-FFF2-40B4-BE49-F238E27FC236}">
                <a16:creationId xmlns:a16="http://schemas.microsoft.com/office/drawing/2014/main" id="{93B3AA63-1F80-A022-3566-24280E99C875}"/>
              </a:ext>
            </a:extLst>
          </p:cNvPr>
          <p:cNvGrpSpPr/>
          <p:nvPr/>
        </p:nvGrpSpPr>
        <p:grpSpPr>
          <a:xfrm>
            <a:off x="0" y="6212534"/>
            <a:ext cx="12301844" cy="789912"/>
            <a:chOff x="0" y="6211669"/>
            <a:chExt cx="12301844" cy="789912"/>
          </a:xfrm>
        </p:grpSpPr>
        <p:sp>
          <p:nvSpPr>
            <p:cNvPr id="14" name="Rectangle 13">
              <a:extLst>
                <a:ext uri="{FF2B5EF4-FFF2-40B4-BE49-F238E27FC236}">
                  <a16:creationId xmlns:a16="http://schemas.microsoft.com/office/drawing/2014/main" id="{89FA9E39-539B-89F1-979E-E2C672E83A63}"/>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E9444EA-14CA-897E-C3A4-B7A75138CD78}"/>
                </a:ext>
              </a:extLst>
            </p:cNvPr>
            <p:cNvGrpSpPr/>
            <p:nvPr/>
          </p:nvGrpSpPr>
          <p:grpSpPr>
            <a:xfrm>
              <a:off x="2" y="6361501"/>
              <a:ext cx="12301842" cy="640080"/>
              <a:chOff x="2" y="6361501"/>
              <a:chExt cx="12301842" cy="640080"/>
            </a:xfrm>
          </p:grpSpPr>
          <p:pic>
            <p:nvPicPr>
              <p:cNvPr id="16" name="Picture 15" descr="USGS.png">
                <a:extLst>
                  <a:ext uri="{FF2B5EF4-FFF2-40B4-BE49-F238E27FC236}">
                    <a16:creationId xmlns:a16="http://schemas.microsoft.com/office/drawing/2014/main" id="{939BC50B-315B-EF81-71DB-95FE2ADAF52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7" name="Picture 16" descr="Horizontal_CMYK_600.tif">
                <a:extLst>
                  <a:ext uri="{FF2B5EF4-FFF2-40B4-BE49-F238E27FC236}">
                    <a16:creationId xmlns:a16="http://schemas.microsoft.com/office/drawing/2014/main" id="{BD57B640-067A-7899-68EB-2E9962FB3E0B}"/>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8" name="Picture 17">
                <a:extLst>
                  <a:ext uri="{FF2B5EF4-FFF2-40B4-BE49-F238E27FC236}">
                    <a16:creationId xmlns:a16="http://schemas.microsoft.com/office/drawing/2014/main" id="{77DDF566-15D7-0C4F-6D7F-4C3F2569FE7F}"/>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089054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327992" y="1981201"/>
            <a:ext cx="3334290" cy="4144963"/>
          </a:xfrm>
        </p:spPr>
        <p:txBody>
          <a:bodyPr>
            <a:normAutofit/>
          </a:bodyPr>
          <a:lstStyle/>
          <a:p>
            <a:r>
              <a:rPr lang="en-US" sz="2000" dirty="0"/>
              <a:t>Dense basal avalanche usually follows along valleys (but sometimes escapes)</a:t>
            </a:r>
          </a:p>
          <a:p>
            <a:r>
              <a:rPr lang="en-US" sz="2000" dirty="0"/>
              <a:t>Ash-cloud surge often spread outside of channels, and sometimes can detach from the dense basal part and go in a different direction</a:t>
            </a:r>
          </a:p>
        </p:txBody>
      </p:sp>
      <p:pic>
        <p:nvPicPr>
          <p:cNvPr id="4" name="Content Placeholder 6">
            <a:extLst>
              <a:ext uri="{FF2B5EF4-FFF2-40B4-BE49-F238E27FC236}">
                <a16:creationId xmlns:a16="http://schemas.microsoft.com/office/drawing/2014/main" id="{39B6751B-13D2-B067-7299-9AD63DDD3DE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6410"/>
          <a:stretch/>
        </p:blipFill>
        <p:spPr>
          <a:xfrm>
            <a:off x="4115818" y="2118912"/>
            <a:ext cx="7473207" cy="2620312"/>
          </a:xfrm>
          <a:prstGeom prst="rect">
            <a:avLst/>
          </a:prstGeom>
        </p:spPr>
      </p:pic>
      <p:sp>
        <p:nvSpPr>
          <p:cNvPr id="14" name="TextBox 13">
            <a:extLst>
              <a:ext uri="{FF2B5EF4-FFF2-40B4-BE49-F238E27FC236}">
                <a16:creationId xmlns:a16="http://schemas.microsoft.com/office/drawing/2014/main" id="{A3C6CC22-A6B6-FC9C-FDE2-5A5F6C192264}"/>
              </a:ext>
            </a:extLst>
          </p:cNvPr>
          <p:cNvSpPr txBox="1"/>
          <p:nvPr/>
        </p:nvSpPr>
        <p:spPr>
          <a:xfrm>
            <a:off x="4285439" y="1290987"/>
            <a:ext cx="827766" cy="646331"/>
          </a:xfrm>
          <a:prstGeom prst="rect">
            <a:avLst/>
          </a:prstGeom>
          <a:noFill/>
        </p:spPr>
        <p:txBody>
          <a:bodyPr wrap="square" rtlCol="0">
            <a:spAutoFit/>
          </a:bodyPr>
          <a:lstStyle/>
          <a:p>
            <a:r>
              <a:rPr lang="en-US" dirty="0"/>
              <a:t>Lava dome</a:t>
            </a:r>
          </a:p>
        </p:txBody>
      </p:sp>
      <p:cxnSp>
        <p:nvCxnSpPr>
          <p:cNvPr id="15" name="Straight Arrow Connector 14">
            <a:extLst>
              <a:ext uri="{FF2B5EF4-FFF2-40B4-BE49-F238E27FC236}">
                <a16:creationId xmlns:a16="http://schemas.microsoft.com/office/drawing/2014/main" id="{4FDC4F58-139A-D96E-E891-F4F645AF6020}"/>
              </a:ext>
            </a:extLst>
          </p:cNvPr>
          <p:cNvCxnSpPr/>
          <p:nvPr/>
        </p:nvCxnSpPr>
        <p:spPr>
          <a:xfrm>
            <a:off x="4983998" y="1723226"/>
            <a:ext cx="147854" cy="297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BB472B7-C25B-4FEC-E1EB-C27B11D393F2}"/>
              </a:ext>
            </a:extLst>
          </p:cNvPr>
          <p:cNvSpPr txBox="1"/>
          <p:nvPr/>
        </p:nvSpPr>
        <p:spPr>
          <a:xfrm>
            <a:off x="7168736" y="1561504"/>
            <a:ext cx="1718832" cy="923330"/>
          </a:xfrm>
          <a:prstGeom prst="rect">
            <a:avLst/>
          </a:prstGeom>
          <a:noFill/>
        </p:spPr>
        <p:txBody>
          <a:bodyPr wrap="square" rtlCol="0">
            <a:spAutoFit/>
          </a:bodyPr>
          <a:lstStyle/>
          <a:p>
            <a:r>
              <a:rPr lang="en-US" dirty="0"/>
              <a:t>Dilute, over-riding</a:t>
            </a:r>
          </a:p>
          <a:p>
            <a:r>
              <a:rPr lang="en-US" dirty="0"/>
              <a:t>ash-cloud surge</a:t>
            </a:r>
          </a:p>
        </p:txBody>
      </p:sp>
      <p:cxnSp>
        <p:nvCxnSpPr>
          <p:cNvPr id="17" name="Straight Arrow Connector 16">
            <a:extLst>
              <a:ext uri="{FF2B5EF4-FFF2-40B4-BE49-F238E27FC236}">
                <a16:creationId xmlns:a16="http://schemas.microsoft.com/office/drawing/2014/main" id="{68BBC3F3-7806-F343-44F1-C1FC187E25EA}"/>
              </a:ext>
            </a:extLst>
          </p:cNvPr>
          <p:cNvCxnSpPr/>
          <p:nvPr/>
        </p:nvCxnSpPr>
        <p:spPr>
          <a:xfrm flipH="1">
            <a:off x="7399995" y="2478196"/>
            <a:ext cx="165856" cy="481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F4E0C7-B917-C81B-7009-2BA9A179E5FC}"/>
              </a:ext>
            </a:extLst>
          </p:cNvPr>
          <p:cNvSpPr txBox="1"/>
          <p:nvPr/>
        </p:nvSpPr>
        <p:spPr>
          <a:xfrm>
            <a:off x="9720471" y="672385"/>
            <a:ext cx="2223187" cy="923330"/>
          </a:xfrm>
          <a:prstGeom prst="rect">
            <a:avLst/>
          </a:prstGeom>
          <a:noFill/>
        </p:spPr>
        <p:txBody>
          <a:bodyPr wrap="square" rtlCol="0">
            <a:spAutoFit/>
          </a:bodyPr>
          <a:lstStyle/>
          <a:p>
            <a:r>
              <a:rPr lang="en-US" dirty="0"/>
              <a:t>Buoyantly lofting</a:t>
            </a:r>
          </a:p>
          <a:p>
            <a:r>
              <a:rPr lang="en-US" dirty="0"/>
              <a:t>phoenix cloud or co-ignimbrite cloud</a:t>
            </a:r>
          </a:p>
        </p:txBody>
      </p:sp>
      <p:cxnSp>
        <p:nvCxnSpPr>
          <p:cNvPr id="19" name="Straight Arrow Connector 18">
            <a:extLst>
              <a:ext uri="{FF2B5EF4-FFF2-40B4-BE49-F238E27FC236}">
                <a16:creationId xmlns:a16="http://schemas.microsoft.com/office/drawing/2014/main" id="{251B596D-0512-FC08-4B5D-AB7502553ACC}"/>
              </a:ext>
            </a:extLst>
          </p:cNvPr>
          <p:cNvCxnSpPr/>
          <p:nvPr/>
        </p:nvCxnSpPr>
        <p:spPr>
          <a:xfrm flipH="1">
            <a:off x="10342098" y="1604259"/>
            <a:ext cx="230371" cy="8107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B885C9C-762D-94F8-449B-32E0D98C058E}"/>
              </a:ext>
            </a:extLst>
          </p:cNvPr>
          <p:cNvCxnSpPr>
            <a:cxnSpLocks/>
          </p:cNvCxnSpPr>
          <p:nvPr/>
        </p:nvCxnSpPr>
        <p:spPr>
          <a:xfrm flipH="1" flipV="1">
            <a:off x="7746539" y="3799902"/>
            <a:ext cx="54627" cy="11308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BABCE51-D48B-A592-4DA8-F7A3C52ABA69}"/>
              </a:ext>
            </a:extLst>
          </p:cNvPr>
          <p:cNvSpPr txBox="1"/>
          <p:nvPr/>
        </p:nvSpPr>
        <p:spPr>
          <a:xfrm>
            <a:off x="7254117" y="4930711"/>
            <a:ext cx="1590478" cy="646331"/>
          </a:xfrm>
          <a:prstGeom prst="rect">
            <a:avLst/>
          </a:prstGeom>
          <a:noFill/>
        </p:spPr>
        <p:txBody>
          <a:bodyPr wrap="square" rtlCol="0">
            <a:spAutoFit/>
          </a:bodyPr>
          <a:lstStyle/>
          <a:p>
            <a:r>
              <a:rPr lang="en-US" dirty="0"/>
              <a:t>Dense basal avalanche</a:t>
            </a:r>
          </a:p>
        </p:txBody>
      </p:sp>
      <p:sp>
        <p:nvSpPr>
          <p:cNvPr id="24" name="Title 1">
            <a:extLst>
              <a:ext uri="{FF2B5EF4-FFF2-40B4-BE49-F238E27FC236}">
                <a16:creationId xmlns:a16="http://schemas.microsoft.com/office/drawing/2014/main" id="{0EB27467-9CD9-9BDF-61E8-65A7E2ABF1B0}"/>
              </a:ext>
            </a:extLst>
          </p:cNvPr>
          <p:cNvSpPr txBox="1">
            <a:spLocks/>
          </p:cNvSpPr>
          <p:nvPr/>
        </p:nvSpPr>
        <p:spPr>
          <a:xfrm>
            <a:off x="416441" y="805250"/>
            <a:ext cx="2520778" cy="990600"/>
          </a:xfrm>
          <a:prstGeom prst="rect">
            <a:avLst/>
          </a:prstGeom>
        </p:spPr>
        <p:txBody>
          <a:bodyPr vert="horz" anchor="b">
            <a:noAutofit/>
          </a:bodyPr>
          <a:lstStyle>
            <a:lvl1pPr algn="l" rtl="0" eaLnBrk="1" latinLnBrk="0" hangingPunct="1">
              <a:spcBef>
                <a:spcPct val="0"/>
              </a:spcBef>
              <a:buNone/>
              <a:defRPr kumimoji="0" sz="2200" b="1" kern="1200">
                <a:solidFill>
                  <a:schemeClr val="accent2">
                    <a:lumMod val="50000"/>
                  </a:schemeClr>
                </a:solidFill>
                <a:latin typeface="+mj-lt"/>
                <a:ea typeface="+mj-ea"/>
                <a:cs typeface="+mj-cs"/>
              </a:defRPr>
            </a:lvl1pPr>
          </a:lstStyle>
          <a:p>
            <a:r>
              <a:rPr lang="en-US" sz="2400"/>
              <a:t>Parts of a PDC</a:t>
            </a:r>
            <a:endParaRPr lang="en-US" sz="2400" dirty="0"/>
          </a:p>
        </p:txBody>
      </p:sp>
      <p:grpSp>
        <p:nvGrpSpPr>
          <p:cNvPr id="25" name="Group 24">
            <a:extLst>
              <a:ext uri="{FF2B5EF4-FFF2-40B4-BE49-F238E27FC236}">
                <a16:creationId xmlns:a16="http://schemas.microsoft.com/office/drawing/2014/main" id="{F010C5FA-A4A8-4900-8257-3A00BD257B56}"/>
              </a:ext>
            </a:extLst>
          </p:cNvPr>
          <p:cNvGrpSpPr/>
          <p:nvPr/>
        </p:nvGrpSpPr>
        <p:grpSpPr>
          <a:xfrm>
            <a:off x="0" y="6212534"/>
            <a:ext cx="12301844" cy="789912"/>
            <a:chOff x="0" y="6211669"/>
            <a:chExt cx="12301844" cy="789912"/>
          </a:xfrm>
        </p:grpSpPr>
        <p:sp>
          <p:nvSpPr>
            <p:cNvPr id="26" name="Rectangle 25">
              <a:extLst>
                <a:ext uri="{FF2B5EF4-FFF2-40B4-BE49-F238E27FC236}">
                  <a16:creationId xmlns:a16="http://schemas.microsoft.com/office/drawing/2014/main" id="{9ADFB518-6BD2-867C-678A-607ED70486AA}"/>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98CE0A06-1ECF-8A2A-924C-4F8C06E415CD}"/>
                </a:ext>
              </a:extLst>
            </p:cNvPr>
            <p:cNvGrpSpPr/>
            <p:nvPr/>
          </p:nvGrpSpPr>
          <p:grpSpPr>
            <a:xfrm>
              <a:off x="2" y="6361501"/>
              <a:ext cx="12301842" cy="640080"/>
              <a:chOff x="2" y="6361501"/>
              <a:chExt cx="12301842" cy="640080"/>
            </a:xfrm>
          </p:grpSpPr>
          <p:pic>
            <p:nvPicPr>
              <p:cNvPr id="28" name="Picture 27" descr="USGS.png">
                <a:extLst>
                  <a:ext uri="{FF2B5EF4-FFF2-40B4-BE49-F238E27FC236}">
                    <a16:creationId xmlns:a16="http://schemas.microsoft.com/office/drawing/2014/main" id="{74F219B2-7E3F-D4B1-F00D-3C8B80FD8600}"/>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29" name="Picture 28" descr="Horizontal_CMYK_600.tif">
                <a:extLst>
                  <a:ext uri="{FF2B5EF4-FFF2-40B4-BE49-F238E27FC236}">
                    <a16:creationId xmlns:a16="http://schemas.microsoft.com/office/drawing/2014/main" id="{3B98C615-E2B5-C58D-7269-A0C560690C0E}"/>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30" name="Picture 29">
                <a:extLst>
                  <a:ext uri="{FF2B5EF4-FFF2-40B4-BE49-F238E27FC236}">
                    <a16:creationId xmlns:a16="http://schemas.microsoft.com/office/drawing/2014/main" id="{E14CF0BB-AA6D-757B-9E85-D741854DFABE}"/>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772660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52" y="723900"/>
            <a:ext cx="3478696" cy="990600"/>
          </a:xfrm>
        </p:spPr>
        <p:txBody>
          <a:bodyPr/>
          <a:lstStyle/>
          <a:p>
            <a:r>
              <a:rPr lang="en-US" dirty="0"/>
              <a:t>∆H/L or </a:t>
            </a:r>
            <a:br>
              <a:rPr lang="en-US" dirty="0"/>
            </a:br>
            <a:r>
              <a:rPr lang="en-US" dirty="0"/>
              <a:t>Heim coefficient</a:t>
            </a:r>
          </a:p>
        </p:txBody>
      </p:sp>
      <p:sp>
        <p:nvSpPr>
          <p:cNvPr id="7" name="Text Placeholder 6"/>
          <p:cNvSpPr>
            <a:spLocks noGrp="1"/>
          </p:cNvSpPr>
          <p:nvPr>
            <p:ph type="body" idx="2"/>
          </p:nvPr>
        </p:nvSpPr>
        <p:spPr>
          <a:xfrm>
            <a:off x="318052" y="1739431"/>
            <a:ext cx="3359426" cy="4830763"/>
          </a:xfrm>
        </p:spPr>
        <p:txBody>
          <a:bodyPr>
            <a:normAutofit/>
          </a:bodyPr>
          <a:lstStyle/>
          <a:p>
            <a:pPr marL="285750" indent="-285750">
              <a:buFont typeface="Arial" pitchFamily="34" charset="0"/>
              <a:buChar char="•"/>
            </a:pPr>
            <a:r>
              <a:rPr lang="en-US" sz="2000" dirty="0">
                <a:solidFill>
                  <a:schemeClr val="tx1"/>
                </a:solidFill>
              </a:rPr>
              <a:t>Height dropped/runout length</a:t>
            </a:r>
          </a:p>
          <a:p>
            <a:pPr marL="285750" indent="-285750">
              <a:buFont typeface="Arial" pitchFamily="34" charset="0"/>
              <a:buChar char="•"/>
            </a:pPr>
            <a:r>
              <a:rPr lang="en-US" sz="2000" dirty="0">
                <a:solidFill>
                  <a:schemeClr val="tx1"/>
                </a:solidFill>
              </a:rPr>
              <a:t>Block begins to slide when gravitational force down a plane equals the frictional force</a:t>
            </a:r>
          </a:p>
          <a:p>
            <a:pPr marL="285750" indent="-285750">
              <a:buFont typeface="Arial" pitchFamily="34" charset="0"/>
              <a:buChar char="•"/>
            </a:pPr>
            <a:r>
              <a:rPr lang="en-US" sz="2000" dirty="0">
                <a:solidFill>
                  <a:schemeClr val="tx1"/>
                </a:solidFill>
              </a:rPr>
              <a:t>Tan</a:t>
            </a:r>
            <a:r>
              <a:rPr lang="el-GR" sz="2000" dirty="0">
                <a:solidFill>
                  <a:schemeClr val="tx1"/>
                </a:solidFill>
              </a:rPr>
              <a:t>θ</a:t>
            </a:r>
            <a:r>
              <a:rPr lang="en-US" sz="2000" dirty="0">
                <a:solidFill>
                  <a:schemeClr val="tx1"/>
                </a:solidFill>
              </a:rPr>
              <a:t> =</a:t>
            </a:r>
            <a:r>
              <a:rPr lang="en-US" sz="2000" dirty="0" err="1">
                <a:solidFill>
                  <a:schemeClr val="tx1"/>
                </a:solidFill>
              </a:rPr>
              <a:t>coeff</a:t>
            </a:r>
            <a:r>
              <a:rPr lang="en-US" sz="2000" dirty="0">
                <a:solidFill>
                  <a:schemeClr val="tx1"/>
                </a:solidFill>
              </a:rPr>
              <a:t>. of friction, </a:t>
            </a:r>
            <a:r>
              <a:rPr lang="el-GR" sz="2000" dirty="0">
                <a:solidFill>
                  <a:schemeClr val="tx1"/>
                </a:solidFill>
              </a:rPr>
              <a:t>μ</a:t>
            </a:r>
            <a:r>
              <a:rPr lang="en-US" sz="2000" dirty="0">
                <a:solidFill>
                  <a:schemeClr val="tx1"/>
                </a:solidFill>
              </a:rPr>
              <a:t> = </a:t>
            </a:r>
            <a:r>
              <a:rPr lang="el-GR" sz="2000" dirty="0">
                <a:solidFill>
                  <a:schemeClr val="tx1"/>
                </a:solidFill>
              </a:rPr>
              <a:t>Δ</a:t>
            </a:r>
            <a:r>
              <a:rPr lang="en-US" sz="2000" dirty="0">
                <a:solidFill>
                  <a:schemeClr val="tx1"/>
                </a:solidFill>
              </a:rPr>
              <a:t>H/L = Heim coefficient</a:t>
            </a:r>
          </a:p>
        </p:txBody>
      </p:sp>
      <p:sp>
        <p:nvSpPr>
          <p:cNvPr id="12" name="Oval 11">
            <a:hlinkClick r:id="" action="ppaction://noaction"/>
          </p:cNvPr>
          <p:cNvSpPr/>
          <p:nvPr/>
        </p:nvSpPr>
        <p:spPr>
          <a:xfrm>
            <a:off x="3048000" y="381000"/>
            <a:ext cx="152400" cy="228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a:hlinkClick r:id="" action="ppaction://noaction"/>
          </p:cNvPr>
          <p:cNvSpPr/>
          <p:nvPr/>
        </p:nvSpPr>
        <p:spPr>
          <a:xfrm>
            <a:off x="2781300" y="190500"/>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mc:AlternateContent xmlns:mc="http://schemas.openxmlformats.org/markup-compatibility/2006">
        <mc:Choice xmlns:a14="http://schemas.microsoft.com/office/drawing/2010/main" Requires="a14">
          <p:sp>
            <p:nvSpPr>
              <p:cNvPr id="4" name="TextBox 3"/>
              <p:cNvSpPr txBox="1"/>
              <p:nvPr/>
            </p:nvSpPr>
            <p:spPr>
              <a:xfrm>
                <a:off x="5135154" y="2974349"/>
                <a:ext cx="4467185" cy="807080"/>
              </a:xfrm>
              <a:prstGeom prst="rect">
                <a:avLst/>
              </a:prstGeom>
              <a:noFill/>
            </p:spPr>
            <p:txBody>
              <a:bodyPr wrap="none" rtlCol="0">
                <a:spAutoFit/>
              </a:bodyPr>
              <a:lstStyle/>
              <a:p>
                <a:r>
                  <a:rPr lang="en-US" dirty="0">
                    <a:solidFill>
                      <a:prstClr val="black"/>
                    </a:solidFill>
                  </a:rPr>
                  <a:t>Block begins to slide when </a:t>
                </a:r>
                <a:r>
                  <a:rPr lang="en-US" dirty="0" err="1">
                    <a:solidFill>
                      <a:prstClr val="black"/>
                    </a:solidFill>
                  </a:rPr>
                  <a:t>mgsin</a:t>
                </a:r>
                <a:r>
                  <a:rPr lang="el-GR" dirty="0">
                    <a:solidFill>
                      <a:prstClr val="black"/>
                    </a:solidFill>
                  </a:rPr>
                  <a:t>θ</a:t>
                </a:r>
                <a:r>
                  <a:rPr lang="en-US" dirty="0">
                    <a:solidFill>
                      <a:prstClr val="black"/>
                    </a:solidFill>
                  </a:rPr>
                  <a:t> = </a:t>
                </a:r>
                <a:r>
                  <a:rPr lang="el-GR" dirty="0">
                    <a:solidFill>
                      <a:prstClr val="black"/>
                    </a:solidFill>
                  </a:rPr>
                  <a:t>μ</a:t>
                </a:r>
                <a:r>
                  <a:rPr lang="en-US" dirty="0" err="1">
                    <a:solidFill>
                      <a:prstClr val="black"/>
                    </a:solidFill>
                  </a:rPr>
                  <a:t>mgcos</a:t>
                </a:r>
                <a:r>
                  <a:rPr lang="el-GR" dirty="0">
                    <a:solidFill>
                      <a:prstClr val="black"/>
                    </a:solidFill>
                  </a:rPr>
                  <a:t>θ</a:t>
                </a:r>
                <a:endParaRPr lang="en-US" dirty="0">
                  <a:solidFill>
                    <a:prstClr val="black"/>
                  </a:solidFill>
                </a:endParaRPr>
              </a:p>
              <a:p>
                <a:r>
                  <a:rPr lang="en-US" dirty="0" err="1">
                    <a:solidFill>
                      <a:prstClr val="black"/>
                    </a:solidFill>
                  </a:rPr>
                  <a:t>Coeff</a:t>
                </a:r>
                <a:r>
                  <a:rPr lang="en-US" dirty="0">
                    <a:solidFill>
                      <a:prstClr val="black"/>
                    </a:solidFill>
                  </a:rPr>
                  <a:t>. of friction, </a:t>
                </a:r>
                <a:r>
                  <a:rPr lang="el-GR" dirty="0">
                    <a:solidFill>
                      <a:prstClr val="black"/>
                    </a:solidFill>
                  </a:rPr>
                  <a:t>μ</a:t>
                </a:r>
                <a:r>
                  <a:rPr lang="en-US" dirty="0">
                    <a:solidFill>
                      <a:prstClr val="black"/>
                    </a:solidFill>
                  </a:rPr>
                  <a:t> = </a:t>
                </a:r>
                <a14:m>
                  <m:oMath xmlns:m="http://schemas.openxmlformats.org/officeDocument/2006/math">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𝑚𝑔𝑠𝑖𝑛</m:t>
                        </m:r>
                        <m:r>
                          <a:rPr lang="en-US" i="1">
                            <a:solidFill>
                              <a:prstClr val="black"/>
                            </a:solidFill>
                            <a:latin typeface="Cambria Math" panose="02040503050406030204" pitchFamily="18" charset="0"/>
                            <a:ea typeface="Cambria Math" panose="02040503050406030204" pitchFamily="18" charset="0"/>
                          </a:rPr>
                          <m:t>𝜃</m:t>
                        </m:r>
                      </m:num>
                      <m:den>
                        <m:r>
                          <a:rPr lang="en-US" i="1">
                            <a:solidFill>
                              <a:prstClr val="black"/>
                            </a:solidFill>
                            <a:latin typeface="Cambria Math" panose="02040503050406030204" pitchFamily="18" charset="0"/>
                          </a:rPr>
                          <m:t>𝑚𝑔𝑐𝑜𝑠</m:t>
                        </m:r>
                        <m:r>
                          <a:rPr lang="en-US" i="1">
                            <a:solidFill>
                              <a:prstClr val="black"/>
                            </a:solidFill>
                            <a:latin typeface="Cambria Math" panose="02040503050406030204" pitchFamily="18" charset="0"/>
                            <a:ea typeface="Cambria Math" panose="02040503050406030204" pitchFamily="18" charset="0"/>
                          </a:rPr>
                          <m:t>𝜃</m:t>
                        </m:r>
                      </m:den>
                    </m:f>
                  </m:oMath>
                </a14:m>
                <a:r>
                  <a:rPr lang="en-US" dirty="0">
                    <a:solidFill>
                      <a:prstClr val="black"/>
                    </a:solidFill>
                  </a:rPr>
                  <a:t> = tan</a:t>
                </a:r>
                <a:r>
                  <a:rPr lang="el-GR" dirty="0">
                    <a:solidFill>
                      <a:prstClr val="black"/>
                    </a:solidFill>
                  </a:rPr>
                  <a:t>θ</a:t>
                </a:r>
                <a:endParaRPr lang="en-US" dirty="0">
                  <a:solidFill>
                    <a:prstClr val="black"/>
                  </a:solidFill>
                </a:endParaRPr>
              </a:p>
            </p:txBody>
          </p:sp>
        </mc:Choice>
        <mc:Fallback>
          <p:sp>
            <p:nvSpPr>
              <p:cNvPr id="4" name="TextBox 3"/>
              <p:cNvSpPr txBox="1">
                <a:spLocks noRot="1" noChangeAspect="1" noMove="1" noResize="1" noEditPoints="1" noAdjustHandles="1" noChangeArrowheads="1" noChangeShapeType="1" noTextEdit="1"/>
              </p:cNvSpPr>
              <p:nvPr/>
            </p:nvSpPr>
            <p:spPr>
              <a:xfrm>
                <a:off x="5135154" y="2974349"/>
                <a:ext cx="4467185" cy="807080"/>
              </a:xfrm>
              <a:prstGeom prst="rect">
                <a:avLst/>
              </a:prstGeom>
              <a:blipFill>
                <a:blip r:embed="rId3"/>
                <a:stretch>
                  <a:fillRect l="-1091" t="-4545" r="-546" b="-2273"/>
                </a:stretch>
              </a:blipFill>
            </p:spPr>
            <p:txBody>
              <a:bodyPr/>
              <a:lstStyle/>
              <a:p>
                <a:r>
                  <a:rPr lang="en-US">
                    <a:noFill/>
                  </a:rPr>
                  <a:t> </a:t>
                </a:r>
              </a:p>
            </p:txBody>
          </p:sp>
        </mc:Fallback>
      </mc:AlternateContent>
      <p:sp>
        <p:nvSpPr>
          <p:cNvPr id="17" name="Oval 16">
            <a:hlinkClick r:id="" action="ppaction://noaction"/>
          </p:cNvPr>
          <p:cNvSpPr/>
          <p:nvPr/>
        </p:nvSpPr>
        <p:spPr>
          <a:xfrm>
            <a:off x="2819400" y="236621"/>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7033" y="723900"/>
            <a:ext cx="5400675" cy="2208770"/>
          </a:xfrm>
          <a:prstGeom prst="rect">
            <a:avLst/>
          </a:prstGeom>
        </p:spPr>
      </p:pic>
      <p:pic>
        <p:nvPicPr>
          <p:cNvPr id="10" name="Content Placeholder 4"/>
          <p:cNvPicPr>
            <a:picLocks noGrp="1" noChangeAspect="1"/>
          </p:cNvPicPr>
          <p:nvPr>
            <p:ph sz="quarter" idx="1"/>
          </p:nvPr>
        </p:nvPicPr>
        <p:blipFill>
          <a:blip r:embed="rId5" cstate="print">
            <a:extLst>
              <a:ext uri="{28A0092B-C50C-407E-A947-70E740481C1C}">
                <a14:useLocalDpi xmlns:a14="http://schemas.microsoft.com/office/drawing/2010/main" val="0"/>
              </a:ext>
            </a:extLst>
          </a:blip>
          <a:stretch>
            <a:fillRect/>
          </a:stretch>
        </p:blipFill>
        <p:spPr>
          <a:xfrm>
            <a:off x="4627969" y="3990687"/>
            <a:ext cx="5638800" cy="1891563"/>
          </a:xfrm>
        </p:spPr>
      </p:pic>
      <p:grpSp>
        <p:nvGrpSpPr>
          <p:cNvPr id="3" name="Group 2">
            <a:extLst>
              <a:ext uri="{FF2B5EF4-FFF2-40B4-BE49-F238E27FC236}">
                <a16:creationId xmlns:a16="http://schemas.microsoft.com/office/drawing/2014/main" id="{393EC221-119D-3C2F-0887-CB25587312AC}"/>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8E7C1D84-2D79-2715-B5D1-C3E6F8D418B1}"/>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9CDB7C6-FF4A-80A6-7A95-437609AE31E2}"/>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3D518B23-D8E1-92BE-8252-6568C2597E2E}"/>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14BE8040-79EE-B394-C9B5-D5464BF6F8FC}"/>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3" name="Picture 12">
                <a:extLst>
                  <a:ext uri="{FF2B5EF4-FFF2-40B4-BE49-F238E27FC236}">
                    <a16:creationId xmlns:a16="http://schemas.microsoft.com/office/drawing/2014/main" id="{90D75E23-CCA6-CC9A-0E34-78BB22606DA6}"/>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903455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2"/>
          </p:nvPr>
        </p:nvSpPr>
        <p:spPr>
          <a:xfrm>
            <a:off x="288236" y="1739431"/>
            <a:ext cx="3323764" cy="4830763"/>
          </a:xfrm>
        </p:spPr>
        <p:txBody>
          <a:bodyPr>
            <a:normAutofit/>
          </a:bodyPr>
          <a:lstStyle/>
          <a:p>
            <a:pPr marL="285750" indent="-285750">
              <a:buFont typeface="Arial" pitchFamily="34" charset="0"/>
              <a:buChar char="•"/>
            </a:pPr>
            <a:r>
              <a:rPr lang="en-US" sz="2000" dirty="0">
                <a:solidFill>
                  <a:schemeClr val="tx1"/>
                </a:solidFill>
              </a:rPr>
              <a:t>For column-collapse flows, the H doesn’t start at the top of the dome, it starts from where the collapse happens, at the top of the ‘gas thrust’ region</a:t>
            </a:r>
          </a:p>
          <a:p>
            <a:pPr marL="285750" indent="-285750">
              <a:buFont typeface="Arial" pitchFamily="34" charset="0"/>
              <a:buChar char="•"/>
            </a:pPr>
            <a:r>
              <a:rPr lang="en-US" sz="2000" dirty="0">
                <a:solidFill>
                  <a:schemeClr val="tx1"/>
                </a:solidFill>
              </a:rPr>
              <a:t>Column-collapse PDCs usually collapse 500-2000 m above the summit</a:t>
            </a:r>
          </a:p>
          <a:p>
            <a:pPr marL="285750" indent="-285750">
              <a:buFont typeface="Arial" pitchFamily="34" charset="0"/>
              <a:buChar char="•"/>
            </a:pPr>
            <a:endParaRPr lang="en-US" sz="2000" dirty="0"/>
          </a:p>
        </p:txBody>
      </p:sp>
      <p:sp>
        <p:nvSpPr>
          <p:cNvPr id="12" name="Oval 11">
            <a:hlinkClick r:id="" action="ppaction://noaction"/>
          </p:cNvPr>
          <p:cNvSpPr/>
          <p:nvPr/>
        </p:nvSpPr>
        <p:spPr>
          <a:xfrm>
            <a:off x="3048000" y="381000"/>
            <a:ext cx="152400" cy="228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a:hlinkClick r:id="" action="ppaction://noaction"/>
          </p:cNvPr>
          <p:cNvSpPr/>
          <p:nvPr/>
        </p:nvSpPr>
        <p:spPr>
          <a:xfrm>
            <a:off x="2781300" y="190500"/>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mc:AlternateContent xmlns:mc="http://schemas.openxmlformats.org/markup-compatibility/2006">
        <mc:Choice xmlns:a14="http://schemas.microsoft.com/office/drawing/2010/main" Requires="a14">
          <p:sp>
            <p:nvSpPr>
              <p:cNvPr id="4" name="TextBox 3"/>
              <p:cNvSpPr txBox="1"/>
              <p:nvPr/>
            </p:nvSpPr>
            <p:spPr>
              <a:xfrm>
                <a:off x="5135154" y="2974349"/>
                <a:ext cx="4467185" cy="807080"/>
              </a:xfrm>
              <a:prstGeom prst="rect">
                <a:avLst/>
              </a:prstGeom>
              <a:noFill/>
            </p:spPr>
            <p:txBody>
              <a:bodyPr wrap="none" rtlCol="0">
                <a:spAutoFit/>
              </a:bodyPr>
              <a:lstStyle/>
              <a:p>
                <a:r>
                  <a:rPr lang="en-US" dirty="0">
                    <a:solidFill>
                      <a:prstClr val="black"/>
                    </a:solidFill>
                  </a:rPr>
                  <a:t>Block begins to slide when </a:t>
                </a:r>
                <a:r>
                  <a:rPr lang="en-US" dirty="0" err="1">
                    <a:solidFill>
                      <a:prstClr val="black"/>
                    </a:solidFill>
                  </a:rPr>
                  <a:t>mgsin</a:t>
                </a:r>
                <a:r>
                  <a:rPr lang="el-GR" dirty="0">
                    <a:solidFill>
                      <a:prstClr val="black"/>
                    </a:solidFill>
                  </a:rPr>
                  <a:t>θ</a:t>
                </a:r>
                <a:r>
                  <a:rPr lang="en-US" dirty="0">
                    <a:solidFill>
                      <a:prstClr val="black"/>
                    </a:solidFill>
                  </a:rPr>
                  <a:t> = </a:t>
                </a:r>
                <a:r>
                  <a:rPr lang="el-GR" dirty="0">
                    <a:solidFill>
                      <a:prstClr val="black"/>
                    </a:solidFill>
                  </a:rPr>
                  <a:t>μ</a:t>
                </a:r>
                <a:r>
                  <a:rPr lang="en-US" dirty="0" err="1">
                    <a:solidFill>
                      <a:prstClr val="black"/>
                    </a:solidFill>
                  </a:rPr>
                  <a:t>mgcos</a:t>
                </a:r>
                <a:r>
                  <a:rPr lang="el-GR" dirty="0">
                    <a:solidFill>
                      <a:prstClr val="black"/>
                    </a:solidFill>
                  </a:rPr>
                  <a:t>θ</a:t>
                </a:r>
                <a:endParaRPr lang="en-US" dirty="0">
                  <a:solidFill>
                    <a:prstClr val="black"/>
                  </a:solidFill>
                </a:endParaRPr>
              </a:p>
              <a:p>
                <a:r>
                  <a:rPr lang="en-US" dirty="0" err="1">
                    <a:solidFill>
                      <a:prstClr val="black"/>
                    </a:solidFill>
                  </a:rPr>
                  <a:t>Coeff</a:t>
                </a:r>
                <a:r>
                  <a:rPr lang="en-US" dirty="0">
                    <a:solidFill>
                      <a:prstClr val="black"/>
                    </a:solidFill>
                  </a:rPr>
                  <a:t>. of friction, </a:t>
                </a:r>
                <a:r>
                  <a:rPr lang="el-GR" dirty="0">
                    <a:solidFill>
                      <a:prstClr val="black"/>
                    </a:solidFill>
                  </a:rPr>
                  <a:t>μ</a:t>
                </a:r>
                <a:r>
                  <a:rPr lang="en-US" dirty="0">
                    <a:solidFill>
                      <a:prstClr val="black"/>
                    </a:solidFill>
                  </a:rPr>
                  <a:t> = </a:t>
                </a:r>
                <a14:m>
                  <m:oMath xmlns:m="http://schemas.openxmlformats.org/officeDocument/2006/math">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𝑚𝑔𝑠𝑖𝑛</m:t>
                        </m:r>
                        <m:r>
                          <a:rPr lang="en-US" i="1">
                            <a:solidFill>
                              <a:prstClr val="black"/>
                            </a:solidFill>
                            <a:latin typeface="Cambria Math" panose="02040503050406030204" pitchFamily="18" charset="0"/>
                            <a:ea typeface="Cambria Math" panose="02040503050406030204" pitchFamily="18" charset="0"/>
                          </a:rPr>
                          <m:t>𝜃</m:t>
                        </m:r>
                      </m:num>
                      <m:den>
                        <m:r>
                          <a:rPr lang="en-US" i="1">
                            <a:solidFill>
                              <a:prstClr val="black"/>
                            </a:solidFill>
                            <a:latin typeface="Cambria Math" panose="02040503050406030204" pitchFamily="18" charset="0"/>
                          </a:rPr>
                          <m:t>𝑚𝑔𝑐𝑜𝑠</m:t>
                        </m:r>
                        <m:r>
                          <a:rPr lang="en-US" i="1">
                            <a:solidFill>
                              <a:prstClr val="black"/>
                            </a:solidFill>
                            <a:latin typeface="Cambria Math" panose="02040503050406030204" pitchFamily="18" charset="0"/>
                            <a:ea typeface="Cambria Math" panose="02040503050406030204" pitchFamily="18" charset="0"/>
                          </a:rPr>
                          <m:t>𝜃</m:t>
                        </m:r>
                      </m:den>
                    </m:f>
                  </m:oMath>
                </a14:m>
                <a:r>
                  <a:rPr lang="en-US" dirty="0">
                    <a:solidFill>
                      <a:prstClr val="black"/>
                    </a:solidFill>
                  </a:rPr>
                  <a:t> = tan</a:t>
                </a:r>
                <a:r>
                  <a:rPr lang="el-GR" dirty="0">
                    <a:solidFill>
                      <a:prstClr val="black"/>
                    </a:solidFill>
                  </a:rPr>
                  <a:t>θ</a:t>
                </a:r>
                <a:endParaRPr lang="en-US" dirty="0">
                  <a:solidFill>
                    <a:prstClr val="black"/>
                  </a:solidFill>
                </a:endParaRPr>
              </a:p>
            </p:txBody>
          </p:sp>
        </mc:Choice>
        <mc:Fallback>
          <p:sp>
            <p:nvSpPr>
              <p:cNvPr id="4" name="TextBox 3"/>
              <p:cNvSpPr txBox="1">
                <a:spLocks noRot="1" noChangeAspect="1" noMove="1" noResize="1" noEditPoints="1" noAdjustHandles="1" noChangeArrowheads="1" noChangeShapeType="1" noTextEdit="1"/>
              </p:cNvSpPr>
              <p:nvPr/>
            </p:nvSpPr>
            <p:spPr>
              <a:xfrm>
                <a:off x="5135154" y="2974349"/>
                <a:ext cx="4467185" cy="807080"/>
              </a:xfrm>
              <a:prstGeom prst="rect">
                <a:avLst/>
              </a:prstGeom>
              <a:blipFill>
                <a:blip r:embed="rId3"/>
                <a:stretch>
                  <a:fillRect l="-1091" t="-4545" r="-546" b="-2273"/>
                </a:stretch>
              </a:blipFill>
            </p:spPr>
            <p:txBody>
              <a:bodyPr/>
              <a:lstStyle/>
              <a:p>
                <a:r>
                  <a:rPr lang="en-US">
                    <a:noFill/>
                  </a:rPr>
                  <a:t> </a:t>
                </a:r>
              </a:p>
            </p:txBody>
          </p:sp>
        </mc:Fallback>
      </mc:AlternateContent>
      <p:sp>
        <p:nvSpPr>
          <p:cNvPr id="17" name="Oval 16">
            <a:hlinkClick r:id="" action="ppaction://noaction"/>
          </p:cNvPr>
          <p:cNvSpPr/>
          <p:nvPr/>
        </p:nvSpPr>
        <p:spPr>
          <a:xfrm>
            <a:off x="2819400" y="236621"/>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 name="Picture 4"/>
          <p:cNvPicPr>
            <a:picLocks noChangeAspect="1"/>
          </p:cNvPicPr>
          <p:nvPr/>
        </p:nvPicPr>
        <p:blipFill>
          <a:blip r:embed="rId4"/>
          <a:stretch>
            <a:fillRect/>
          </a:stretch>
        </p:blipFill>
        <p:spPr>
          <a:xfrm>
            <a:off x="4124445" y="530486"/>
            <a:ext cx="7524216" cy="5400871"/>
          </a:xfrm>
          <a:prstGeom prst="rect">
            <a:avLst/>
          </a:prstGeom>
        </p:spPr>
      </p:pic>
      <p:grpSp>
        <p:nvGrpSpPr>
          <p:cNvPr id="3" name="Group 2">
            <a:extLst>
              <a:ext uri="{FF2B5EF4-FFF2-40B4-BE49-F238E27FC236}">
                <a16:creationId xmlns:a16="http://schemas.microsoft.com/office/drawing/2014/main" id="{646B7B02-0CBF-B7C9-7E5B-921C9DBC9C08}"/>
              </a:ext>
            </a:extLst>
          </p:cNvPr>
          <p:cNvGrpSpPr/>
          <p:nvPr/>
        </p:nvGrpSpPr>
        <p:grpSpPr>
          <a:xfrm>
            <a:off x="0" y="6212534"/>
            <a:ext cx="12301844" cy="789912"/>
            <a:chOff x="0" y="6211669"/>
            <a:chExt cx="12301844" cy="789912"/>
          </a:xfrm>
        </p:grpSpPr>
        <p:sp>
          <p:nvSpPr>
            <p:cNvPr id="6" name="Rectangle 5">
              <a:extLst>
                <a:ext uri="{FF2B5EF4-FFF2-40B4-BE49-F238E27FC236}">
                  <a16:creationId xmlns:a16="http://schemas.microsoft.com/office/drawing/2014/main" id="{BD7AEA62-8294-F81E-5D82-CE9DA6ADA977}"/>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7ABE5A67-5A22-994F-DB68-BF1FC5A40533}"/>
                </a:ext>
              </a:extLst>
            </p:cNvPr>
            <p:cNvGrpSpPr/>
            <p:nvPr/>
          </p:nvGrpSpPr>
          <p:grpSpPr>
            <a:xfrm>
              <a:off x="2" y="6361501"/>
              <a:ext cx="12301842" cy="640080"/>
              <a:chOff x="2" y="6361501"/>
              <a:chExt cx="12301842" cy="640080"/>
            </a:xfrm>
          </p:grpSpPr>
          <p:pic>
            <p:nvPicPr>
              <p:cNvPr id="9" name="Picture 8" descr="USGS.png">
                <a:extLst>
                  <a:ext uri="{FF2B5EF4-FFF2-40B4-BE49-F238E27FC236}">
                    <a16:creationId xmlns:a16="http://schemas.microsoft.com/office/drawing/2014/main" id="{E4712195-7B4A-863C-4890-56E0BD17C325}"/>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0" name="Picture 9" descr="Horizontal_CMYK_600.tif">
                <a:extLst>
                  <a:ext uri="{FF2B5EF4-FFF2-40B4-BE49-F238E27FC236}">
                    <a16:creationId xmlns:a16="http://schemas.microsoft.com/office/drawing/2014/main" id="{F8AAE6F8-9DB3-1691-E786-216010DD7139}"/>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1" name="Picture 10">
                <a:extLst>
                  <a:ext uri="{FF2B5EF4-FFF2-40B4-BE49-F238E27FC236}">
                    <a16:creationId xmlns:a16="http://schemas.microsoft.com/office/drawing/2014/main" id="{29084282-C806-E4F4-8F9E-0CA0990A1E6C}"/>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5" name="Title 1">
            <a:extLst>
              <a:ext uri="{FF2B5EF4-FFF2-40B4-BE49-F238E27FC236}">
                <a16:creationId xmlns:a16="http://schemas.microsoft.com/office/drawing/2014/main" id="{3C6FD1F1-711D-3405-55C1-7A459BC63D29}"/>
              </a:ext>
            </a:extLst>
          </p:cNvPr>
          <p:cNvSpPr>
            <a:spLocks noGrp="1"/>
          </p:cNvSpPr>
          <p:nvPr>
            <p:ph type="title"/>
          </p:nvPr>
        </p:nvSpPr>
        <p:spPr>
          <a:xfrm>
            <a:off x="318052" y="723900"/>
            <a:ext cx="3478696" cy="990600"/>
          </a:xfrm>
        </p:spPr>
        <p:txBody>
          <a:bodyPr/>
          <a:lstStyle/>
          <a:p>
            <a:r>
              <a:rPr lang="en-US" dirty="0"/>
              <a:t>∆H/L or </a:t>
            </a:r>
            <a:br>
              <a:rPr lang="en-US" dirty="0"/>
            </a:br>
            <a:r>
              <a:rPr lang="en-US" dirty="0"/>
              <a:t>Heim coefficient</a:t>
            </a:r>
          </a:p>
        </p:txBody>
      </p:sp>
    </p:spTree>
    <p:extLst>
      <p:ext uri="{BB962C8B-B14F-4D97-AF65-F5344CB8AC3E}">
        <p14:creationId xmlns:p14="http://schemas.microsoft.com/office/powerpoint/2010/main" val="3993329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hlinkClick r:id="" action="ppaction://noaction"/>
          </p:cNvPr>
          <p:cNvSpPr/>
          <p:nvPr/>
        </p:nvSpPr>
        <p:spPr>
          <a:xfrm>
            <a:off x="3048000" y="381000"/>
            <a:ext cx="152400" cy="228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a:hlinkClick r:id="" action="ppaction://noaction"/>
          </p:cNvPr>
          <p:cNvSpPr/>
          <p:nvPr/>
        </p:nvSpPr>
        <p:spPr>
          <a:xfrm>
            <a:off x="2781300" y="190500"/>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Oval 16">
            <a:hlinkClick r:id="" action="ppaction://noaction"/>
          </p:cNvPr>
          <p:cNvSpPr/>
          <p:nvPr/>
        </p:nvSpPr>
        <p:spPr>
          <a:xfrm>
            <a:off x="2819400" y="236621"/>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9"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969997" y="699323"/>
            <a:ext cx="7936642" cy="54593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a:extLst>
              <a:ext uri="{FF2B5EF4-FFF2-40B4-BE49-F238E27FC236}">
                <a16:creationId xmlns:a16="http://schemas.microsoft.com/office/drawing/2014/main" id="{5CFABD8E-62E5-4675-40B5-FDC2B143C069}"/>
              </a:ext>
            </a:extLst>
          </p:cNvPr>
          <p:cNvGrpSpPr/>
          <p:nvPr/>
        </p:nvGrpSpPr>
        <p:grpSpPr>
          <a:xfrm>
            <a:off x="0" y="6212534"/>
            <a:ext cx="12301844" cy="789912"/>
            <a:chOff x="0" y="6211669"/>
            <a:chExt cx="12301844" cy="789912"/>
          </a:xfrm>
        </p:grpSpPr>
        <p:sp>
          <p:nvSpPr>
            <p:cNvPr id="4" name="Rectangle 3">
              <a:extLst>
                <a:ext uri="{FF2B5EF4-FFF2-40B4-BE49-F238E27FC236}">
                  <a16:creationId xmlns:a16="http://schemas.microsoft.com/office/drawing/2014/main" id="{D4671236-07F2-5310-4B5E-9A50F639CCB7}"/>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864ED42C-57A5-1D28-74F2-CEBBDEAAEF10}"/>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A572ED95-B860-F1AB-AB7E-6EBAB07B1FFF}"/>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CAE5AB87-566E-1E7E-E2CD-2996DA5B30EE}"/>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4F143282-224C-5661-D77E-D9D72E46A790}"/>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8" name="Text Placeholder 6">
            <a:extLst>
              <a:ext uri="{FF2B5EF4-FFF2-40B4-BE49-F238E27FC236}">
                <a16:creationId xmlns:a16="http://schemas.microsoft.com/office/drawing/2014/main" id="{C366EBDB-7188-9EE1-54C5-087339351EA9}"/>
              </a:ext>
            </a:extLst>
          </p:cNvPr>
          <p:cNvSpPr>
            <a:spLocks noGrp="1"/>
          </p:cNvSpPr>
          <p:nvPr>
            <p:ph type="body" idx="2"/>
          </p:nvPr>
        </p:nvSpPr>
        <p:spPr>
          <a:xfrm>
            <a:off x="288236" y="1739431"/>
            <a:ext cx="3323764" cy="4830763"/>
          </a:xfrm>
        </p:spPr>
        <p:txBody>
          <a:bodyPr>
            <a:normAutofit/>
          </a:bodyPr>
          <a:lstStyle/>
          <a:p>
            <a:pPr marL="285750" indent="-285750">
              <a:buFont typeface="Arial" pitchFamily="34" charset="0"/>
              <a:buChar char="•"/>
            </a:pPr>
            <a:r>
              <a:rPr lang="en-US" sz="2000" dirty="0">
                <a:solidFill>
                  <a:schemeClr val="tx1"/>
                </a:solidFill>
              </a:rPr>
              <a:t>For column-collapse flows, the H doesn’t start at the top of the dome, it starts from where the collapse happens, at the top of the ‘gas thrust’ region</a:t>
            </a:r>
          </a:p>
          <a:p>
            <a:pPr marL="285750" indent="-285750">
              <a:buFont typeface="Arial" pitchFamily="34" charset="0"/>
              <a:buChar char="•"/>
            </a:pPr>
            <a:r>
              <a:rPr lang="en-US" sz="2000" dirty="0">
                <a:solidFill>
                  <a:schemeClr val="tx1"/>
                </a:solidFill>
              </a:rPr>
              <a:t>Column-collapse PDCs usually collapse 500-2000 m above the summit</a:t>
            </a:r>
          </a:p>
          <a:p>
            <a:pPr marL="285750" indent="-285750">
              <a:buFont typeface="Arial" pitchFamily="34" charset="0"/>
              <a:buChar char="•"/>
            </a:pPr>
            <a:endParaRPr lang="en-US" sz="2000" dirty="0"/>
          </a:p>
        </p:txBody>
      </p:sp>
      <p:sp>
        <p:nvSpPr>
          <p:cNvPr id="19" name="Title 1">
            <a:extLst>
              <a:ext uri="{FF2B5EF4-FFF2-40B4-BE49-F238E27FC236}">
                <a16:creationId xmlns:a16="http://schemas.microsoft.com/office/drawing/2014/main" id="{02BA2874-F82B-DC11-BE73-8E8D11CCB584}"/>
              </a:ext>
            </a:extLst>
          </p:cNvPr>
          <p:cNvSpPr>
            <a:spLocks noGrp="1"/>
          </p:cNvSpPr>
          <p:nvPr>
            <p:ph type="title"/>
          </p:nvPr>
        </p:nvSpPr>
        <p:spPr>
          <a:xfrm>
            <a:off x="318052" y="723900"/>
            <a:ext cx="3478696" cy="990600"/>
          </a:xfrm>
        </p:spPr>
        <p:txBody>
          <a:bodyPr/>
          <a:lstStyle/>
          <a:p>
            <a:r>
              <a:rPr lang="en-US" dirty="0"/>
              <a:t>∆H/L or </a:t>
            </a:r>
            <a:br>
              <a:rPr lang="en-US" dirty="0"/>
            </a:br>
            <a:r>
              <a:rPr lang="en-US" dirty="0"/>
              <a:t>Heim coefficient</a:t>
            </a:r>
          </a:p>
        </p:txBody>
      </p:sp>
    </p:spTree>
    <p:extLst>
      <p:ext uri="{BB962C8B-B14F-4D97-AF65-F5344CB8AC3E}">
        <p14:creationId xmlns:p14="http://schemas.microsoft.com/office/powerpoint/2010/main" val="88903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288236" y="1696996"/>
            <a:ext cx="3448878" cy="4429168"/>
          </a:xfrm>
        </p:spPr>
        <p:txBody>
          <a:bodyPr>
            <a:normAutofit lnSpcReduction="10000"/>
          </a:bodyPr>
          <a:lstStyle/>
          <a:p>
            <a:pPr marL="285750" indent="-285750">
              <a:buFont typeface="Arial" pitchFamily="34" charset="0"/>
              <a:buChar char="•"/>
            </a:pPr>
            <a:r>
              <a:rPr lang="en-US" sz="1800" dirty="0">
                <a:solidFill>
                  <a:schemeClr val="tx1"/>
                </a:solidFill>
              </a:rPr>
              <a:t>Should be independent of mass/volume, and depend on material propertied but actually </a:t>
            </a:r>
            <a:r>
              <a:rPr lang="el-GR" sz="1800" dirty="0">
                <a:solidFill>
                  <a:schemeClr val="tx1"/>
                </a:solidFill>
              </a:rPr>
              <a:t>Δ</a:t>
            </a:r>
            <a:r>
              <a:rPr lang="en-US" sz="1800" dirty="0">
                <a:solidFill>
                  <a:schemeClr val="tx1"/>
                </a:solidFill>
              </a:rPr>
              <a:t>H/L shows an inverse relationship with volume</a:t>
            </a:r>
          </a:p>
          <a:p>
            <a:pPr marL="285750" indent="-285750">
              <a:buFont typeface="Arial" pitchFamily="34" charset="0"/>
              <a:buChar char="•"/>
            </a:pPr>
            <a:r>
              <a:rPr lang="en-US" sz="1800" dirty="0">
                <a:solidFill>
                  <a:schemeClr val="tx1"/>
                </a:solidFill>
              </a:rPr>
              <a:t>Large volume flows are more mobile than small volume flows</a:t>
            </a:r>
          </a:p>
          <a:p>
            <a:pPr marL="285750" indent="-285750">
              <a:buFont typeface="Arial" pitchFamily="34" charset="0"/>
              <a:buChar char="•"/>
            </a:pPr>
            <a:r>
              <a:rPr lang="en-US" sz="1800" dirty="0">
                <a:solidFill>
                  <a:schemeClr val="tx1"/>
                </a:solidFill>
              </a:rPr>
              <a:t>Lots of different theories to explain this ‘excess mobility’. Large volume flows have complex </a:t>
            </a:r>
            <a:r>
              <a:rPr lang="en-US" sz="1800" dirty="0" err="1">
                <a:solidFill>
                  <a:schemeClr val="tx1"/>
                </a:solidFill>
              </a:rPr>
              <a:t>rheologies</a:t>
            </a:r>
            <a:r>
              <a:rPr lang="en-US" sz="1800" dirty="0">
                <a:solidFill>
                  <a:schemeClr val="tx1"/>
                </a:solidFill>
              </a:rPr>
              <a:t> that are difficult to simplify in any model.</a:t>
            </a:r>
          </a:p>
          <a:p>
            <a:pPr marL="285750" indent="-285750">
              <a:buFont typeface="Arial" pitchFamily="34" charset="0"/>
              <a:buChar char="•"/>
            </a:pPr>
            <a:r>
              <a:rPr lang="en-US" sz="1800" dirty="0">
                <a:solidFill>
                  <a:schemeClr val="tx1"/>
                </a:solidFill>
              </a:rPr>
              <a:t>Lots of scatter in the data</a:t>
            </a:r>
          </a:p>
          <a:p>
            <a:endParaRPr lang="en-US" sz="1800" dirty="0"/>
          </a:p>
        </p:txBody>
      </p:sp>
      <p:graphicFrame>
        <p:nvGraphicFramePr>
          <p:cNvPr id="6" name="Chart 5"/>
          <p:cNvGraphicFramePr>
            <a:graphicFrameLocks/>
          </p:cNvGraphicFramePr>
          <p:nvPr>
            <p:extLst>
              <p:ext uri="{D42A27DB-BD31-4B8C-83A1-F6EECF244321}">
                <p14:modId xmlns:p14="http://schemas.microsoft.com/office/powerpoint/2010/main" val="3843534758"/>
              </p:ext>
            </p:extLst>
          </p:nvPr>
        </p:nvGraphicFramePr>
        <p:xfrm>
          <a:off x="4075044" y="1013791"/>
          <a:ext cx="7673008" cy="453150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p:cNvSpPr txBox="1"/>
          <p:nvPr/>
        </p:nvSpPr>
        <p:spPr>
          <a:xfrm>
            <a:off x="6989886" y="601274"/>
            <a:ext cx="2100768" cy="369332"/>
          </a:xfrm>
          <a:prstGeom prst="rect">
            <a:avLst/>
          </a:prstGeom>
          <a:noFill/>
        </p:spPr>
        <p:txBody>
          <a:bodyPr wrap="none" rtlCol="0">
            <a:spAutoFit/>
          </a:bodyPr>
          <a:lstStyle/>
          <a:p>
            <a:r>
              <a:rPr lang="en-US" dirty="0"/>
              <a:t>∆H/L vs PDC Volume</a:t>
            </a:r>
          </a:p>
        </p:txBody>
      </p:sp>
      <p:sp>
        <p:nvSpPr>
          <p:cNvPr id="4" name="Down Arrow 3"/>
          <p:cNvSpPr/>
          <p:nvPr/>
        </p:nvSpPr>
        <p:spPr>
          <a:xfrm>
            <a:off x="5407632" y="3719245"/>
            <a:ext cx="400693" cy="780836"/>
          </a:xfrm>
          <a:prstGeom prst="downArrow">
            <a:avLst/>
          </a:prstGeom>
          <a:solidFill>
            <a:srgbClr val="FF000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705582" y="3832260"/>
            <a:ext cx="1398332" cy="369332"/>
          </a:xfrm>
          <a:prstGeom prst="rect">
            <a:avLst/>
          </a:prstGeom>
          <a:noFill/>
        </p:spPr>
        <p:txBody>
          <a:bodyPr wrap="none" rtlCol="0">
            <a:spAutoFit/>
          </a:bodyPr>
          <a:lstStyle/>
          <a:p>
            <a:r>
              <a:rPr lang="en-US" dirty="0"/>
              <a:t>More mobile</a:t>
            </a:r>
          </a:p>
        </p:txBody>
      </p:sp>
      <p:sp>
        <p:nvSpPr>
          <p:cNvPr id="9" name="TextBox 8"/>
          <p:cNvSpPr txBox="1"/>
          <p:nvPr/>
        </p:nvSpPr>
        <p:spPr>
          <a:xfrm>
            <a:off x="5861308" y="5592875"/>
            <a:ext cx="3229346" cy="646331"/>
          </a:xfrm>
          <a:prstGeom prst="rect">
            <a:avLst/>
          </a:prstGeom>
          <a:noFill/>
        </p:spPr>
        <p:txBody>
          <a:bodyPr wrap="none" rtlCol="0">
            <a:spAutoFit/>
          </a:bodyPr>
          <a:lstStyle/>
          <a:p>
            <a:r>
              <a:rPr lang="en-US" dirty="0"/>
              <a:t>Best fit: ∆H/L = 0.10(Volume</a:t>
            </a:r>
            <a:r>
              <a:rPr lang="en-US" baseline="30000" dirty="0"/>
              <a:t>-0.15</a:t>
            </a:r>
            <a:r>
              <a:rPr lang="en-US" dirty="0"/>
              <a:t>)</a:t>
            </a:r>
          </a:p>
          <a:p>
            <a:endParaRPr lang="en-US" dirty="0"/>
          </a:p>
        </p:txBody>
      </p:sp>
      <p:grpSp>
        <p:nvGrpSpPr>
          <p:cNvPr id="8" name="Group 7">
            <a:extLst>
              <a:ext uri="{FF2B5EF4-FFF2-40B4-BE49-F238E27FC236}">
                <a16:creationId xmlns:a16="http://schemas.microsoft.com/office/drawing/2014/main" id="{6C59478B-BD5F-11AA-7204-D6B388BFD65B}"/>
              </a:ext>
            </a:extLst>
          </p:cNvPr>
          <p:cNvGrpSpPr/>
          <p:nvPr/>
        </p:nvGrpSpPr>
        <p:grpSpPr>
          <a:xfrm>
            <a:off x="0" y="6212534"/>
            <a:ext cx="12301844" cy="789912"/>
            <a:chOff x="0" y="6211669"/>
            <a:chExt cx="12301844" cy="789912"/>
          </a:xfrm>
        </p:grpSpPr>
        <p:sp>
          <p:nvSpPr>
            <p:cNvPr id="10" name="Rectangle 9">
              <a:extLst>
                <a:ext uri="{FF2B5EF4-FFF2-40B4-BE49-F238E27FC236}">
                  <a16:creationId xmlns:a16="http://schemas.microsoft.com/office/drawing/2014/main" id="{06C5940E-A47A-3F10-45EA-9732E2941222}"/>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DD9C9CC-AF2B-90FA-5BDF-6B89B68F8C1A}"/>
                </a:ext>
              </a:extLst>
            </p:cNvPr>
            <p:cNvGrpSpPr/>
            <p:nvPr/>
          </p:nvGrpSpPr>
          <p:grpSpPr>
            <a:xfrm>
              <a:off x="2" y="6361501"/>
              <a:ext cx="12301842" cy="640080"/>
              <a:chOff x="2" y="6361501"/>
              <a:chExt cx="12301842" cy="640080"/>
            </a:xfrm>
          </p:grpSpPr>
          <p:pic>
            <p:nvPicPr>
              <p:cNvPr id="12" name="Picture 11" descr="USGS.png">
                <a:extLst>
                  <a:ext uri="{FF2B5EF4-FFF2-40B4-BE49-F238E27FC236}">
                    <a16:creationId xmlns:a16="http://schemas.microsoft.com/office/drawing/2014/main" id="{91AB7057-F594-5188-DA53-BDCB75F98080}"/>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3" name="Picture 12" descr="Horizontal_CMYK_600.tif">
                <a:extLst>
                  <a:ext uri="{FF2B5EF4-FFF2-40B4-BE49-F238E27FC236}">
                    <a16:creationId xmlns:a16="http://schemas.microsoft.com/office/drawing/2014/main" id="{CA8E8EDB-95C4-6AC0-F961-4DC21359FCE5}"/>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4" name="Picture 13">
                <a:extLst>
                  <a:ext uri="{FF2B5EF4-FFF2-40B4-BE49-F238E27FC236}">
                    <a16:creationId xmlns:a16="http://schemas.microsoft.com/office/drawing/2014/main" id="{9FAE19BB-58EA-4A0E-859B-C0867B8A1587}"/>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23" name="Title 1">
            <a:extLst>
              <a:ext uri="{FF2B5EF4-FFF2-40B4-BE49-F238E27FC236}">
                <a16:creationId xmlns:a16="http://schemas.microsoft.com/office/drawing/2014/main" id="{A2BB1D53-90E5-59D5-8511-52A29EC4E4CB}"/>
              </a:ext>
            </a:extLst>
          </p:cNvPr>
          <p:cNvSpPr>
            <a:spLocks noGrp="1"/>
          </p:cNvSpPr>
          <p:nvPr>
            <p:ph type="title"/>
          </p:nvPr>
        </p:nvSpPr>
        <p:spPr>
          <a:xfrm>
            <a:off x="318052" y="723900"/>
            <a:ext cx="3478696" cy="990600"/>
          </a:xfrm>
        </p:spPr>
        <p:txBody>
          <a:bodyPr/>
          <a:lstStyle/>
          <a:p>
            <a:r>
              <a:rPr lang="en-US" dirty="0"/>
              <a:t>∆H/L or </a:t>
            </a:r>
            <a:br>
              <a:rPr lang="en-US" dirty="0"/>
            </a:br>
            <a:r>
              <a:rPr lang="en-US" dirty="0"/>
              <a:t>Heim coefficient</a:t>
            </a:r>
          </a:p>
        </p:txBody>
      </p:sp>
    </p:spTree>
    <p:extLst>
      <p:ext uri="{BB962C8B-B14F-4D97-AF65-F5344CB8AC3E}">
        <p14:creationId xmlns:p14="http://schemas.microsoft.com/office/powerpoint/2010/main" val="1240242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288235" y="1697819"/>
            <a:ext cx="3438939" cy="4428345"/>
          </a:xfrm>
        </p:spPr>
        <p:txBody>
          <a:bodyPr>
            <a:normAutofit/>
          </a:bodyPr>
          <a:lstStyle/>
          <a:p>
            <a:pPr marL="285750" indent="-285750">
              <a:buFont typeface="Arial" panose="020B0604020202020204" pitchFamily="34" charset="0"/>
              <a:buChar char="•"/>
            </a:pPr>
            <a:r>
              <a:rPr lang="en-US" sz="2000" dirty="0">
                <a:solidFill>
                  <a:schemeClr val="tx1"/>
                </a:solidFill>
              </a:rPr>
              <a:t>Different volcanoes can have differences in mobility</a:t>
            </a:r>
          </a:p>
          <a:p>
            <a:pPr marL="285750" indent="-285750">
              <a:buFont typeface="Arial" panose="020B0604020202020204" pitchFamily="34" charset="0"/>
              <a:buChar char="•"/>
            </a:pPr>
            <a:r>
              <a:rPr lang="en-US" sz="2000" dirty="0">
                <a:solidFill>
                  <a:schemeClr val="tx1"/>
                </a:solidFill>
              </a:rPr>
              <a:t>For example, PDCs at SHV in Montserrat are more mobile than elsewhere, probably because of channelization and other topographic effects</a:t>
            </a:r>
          </a:p>
        </p:txBody>
      </p:sp>
      <p:graphicFrame>
        <p:nvGraphicFramePr>
          <p:cNvPr id="6" name="Chart 5"/>
          <p:cNvGraphicFramePr>
            <a:graphicFrameLocks/>
          </p:cNvGraphicFramePr>
          <p:nvPr>
            <p:extLst>
              <p:ext uri="{D42A27DB-BD31-4B8C-83A1-F6EECF244321}">
                <p14:modId xmlns:p14="http://schemas.microsoft.com/office/powerpoint/2010/main" val="1130196815"/>
              </p:ext>
            </p:extLst>
          </p:nvPr>
        </p:nvGraphicFramePr>
        <p:xfrm>
          <a:off x="4078224" y="1014984"/>
          <a:ext cx="7671816" cy="4535424"/>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1"/>
          <p:cNvSpPr txBox="1"/>
          <p:nvPr/>
        </p:nvSpPr>
        <p:spPr>
          <a:xfrm>
            <a:off x="9398806" y="1334118"/>
            <a:ext cx="914400" cy="9144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dirty="0"/>
              <a:t>Global data</a:t>
            </a:r>
          </a:p>
          <a:p>
            <a:r>
              <a:rPr lang="en-US" sz="1400" dirty="0"/>
              <a:t>SHV data only</a:t>
            </a:r>
          </a:p>
          <a:p>
            <a:r>
              <a:rPr lang="en-US" sz="1400" dirty="0"/>
              <a:t>Best-fit regression</a:t>
            </a:r>
          </a:p>
          <a:p>
            <a:r>
              <a:rPr lang="en-US" sz="1400" dirty="0"/>
              <a:t>95% Confidence Interval</a:t>
            </a:r>
          </a:p>
          <a:p>
            <a:r>
              <a:rPr lang="en-US" sz="1400" dirty="0"/>
              <a:t>95% Prediction Interval</a:t>
            </a:r>
          </a:p>
        </p:txBody>
      </p:sp>
      <p:sp>
        <p:nvSpPr>
          <p:cNvPr id="7" name="Oval 6"/>
          <p:cNvSpPr/>
          <p:nvPr/>
        </p:nvSpPr>
        <p:spPr>
          <a:xfrm>
            <a:off x="9206360" y="1457293"/>
            <a:ext cx="91440" cy="91440"/>
          </a:xfrm>
          <a:prstGeom prst="ellipse">
            <a:avLst/>
          </a:prstGeom>
          <a:solidFill>
            <a:schemeClr val="tx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cxnSp>
        <p:nvCxnSpPr>
          <p:cNvPr id="8" name="Straight Connector 7"/>
          <p:cNvCxnSpPr/>
          <p:nvPr/>
        </p:nvCxnSpPr>
        <p:spPr>
          <a:xfrm>
            <a:off x="9137093" y="1922281"/>
            <a:ext cx="2743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9137093" y="2136405"/>
            <a:ext cx="274320" cy="0"/>
          </a:xfrm>
          <a:prstGeom prst="line">
            <a:avLst/>
          </a:prstGeom>
          <a:ln w="28575">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137093" y="2340917"/>
            <a:ext cx="274320" cy="0"/>
          </a:xfrm>
          <a:prstGeom prst="line">
            <a:avLst/>
          </a:prstGeom>
          <a:ln w="28575">
            <a:solidFill>
              <a:srgbClr val="92D050"/>
            </a:solidFill>
            <a:prstDash val="sysDash"/>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9210341" y="1681989"/>
            <a:ext cx="91440" cy="91440"/>
          </a:xfrm>
          <a:prstGeom prst="ellipse">
            <a:avLst/>
          </a:prstGeom>
          <a:solidFill>
            <a:srgbClr val="FFFF0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14" name="Down Arrow 13"/>
          <p:cNvSpPr/>
          <p:nvPr/>
        </p:nvSpPr>
        <p:spPr>
          <a:xfrm>
            <a:off x="5407632" y="3719245"/>
            <a:ext cx="400693" cy="780836"/>
          </a:xfrm>
          <a:prstGeom prst="downArrow">
            <a:avLst/>
          </a:prstGeom>
          <a:solidFill>
            <a:srgbClr val="FF000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705582" y="3832260"/>
            <a:ext cx="1398332" cy="369332"/>
          </a:xfrm>
          <a:prstGeom prst="rect">
            <a:avLst/>
          </a:prstGeom>
          <a:noFill/>
        </p:spPr>
        <p:txBody>
          <a:bodyPr wrap="none" rtlCol="0">
            <a:spAutoFit/>
          </a:bodyPr>
          <a:lstStyle/>
          <a:p>
            <a:r>
              <a:rPr lang="en-US" dirty="0"/>
              <a:t>More mobile</a:t>
            </a:r>
          </a:p>
        </p:txBody>
      </p:sp>
      <p:grpSp>
        <p:nvGrpSpPr>
          <p:cNvPr id="2" name="Group 1">
            <a:extLst>
              <a:ext uri="{FF2B5EF4-FFF2-40B4-BE49-F238E27FC236}">
                <a16:creationId xmlns:a16="http://schemas.microsoft.com/office/drawing/2014/main" id="{BB749D51-4383-CB9A-D0DD-7C4D047B9E46}"/>
              </a:ext>
            </a:extLst>
          </p:cNvPr>
          <p:cNvGrpSpPr/>
          <p:nvPr/>
        </p:nvGrpSpPr>
        <p:grpSpPr>
          <a:xfrm>
            <a:off x="0" y="6212534"/>
            <a:ext cx="12301844" cy="789912"/>
            <a:chOff x="0" y="6211669"/>
            <a:chExt cx="12301844" cy="789912"/>
          </a:xfrm>
        </p:grpSpPr>
        <p:sp>
          <p:nvSpPr>
            <p:cNvPr id="4" name="Rectangle 3">
              <a:extLst>
                <a:ext uri="{FF2B5EF4-FFF2-40B4-BE49-F238E27FC236}">
                  <a16:creationId xmlns:a16="http://schemas.microsoft.com/office/drawing/2014/main" id="{A66F65C6-D31C-2DB6-4F80-C4AADEC2B8FD}"/>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54C19B-BC09-EBE0-2316-4569CA7E7C10}"/>
                </a:ext>
              </a:extLst>
            </p:cNvPr>
            <p:cNvGrpSpPr/>
            <p:nvPr/>
          </p:nvGrpSpPr>
          <p:grpSpPr>
            <a:xfrm>
              <a:off x="2" y="6361501"/>
              <a:ext cx="12301842" cy="640080"/>
              <a:chOff x="2" y="6361501"/>
              <a:chExt cx="12301842" cy="640080"/>
            </a:xfrm>
          </p:grpSpPr>
          <p:pic>
            <p:nvPicPr>
              <p:cNvPr id="17" name="Picture 16" descr="USGS.png">
                <a:extLst>
                  <a:ext uri="{FF2B5EF4-FFF2-40B4-BE49-F238E27FC236}">
                    <a16:creationId xmlns:a16="http://schemas.microsoft.com/office/drawing/2014/main" id="{6A3CE711-BA59-E4E2-B36E-41602AB63569}"/>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8" name="Picture 17" descr="Horizontal_CMYK_600.tif">
                <a:extLst>
                  <a:ext uri="{FF2B5EF4-FFF2-40B4-BE49-F238E27FC236}">
                    <a16:creationId xmlns:a16="http://schemas.microsoft.com/office/drawing/2014/main" id="{80F280B5-D3AC-2E16-D7EA-EA850FD778C5}"/>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9" name="Picture 18">
                <a:extLst>
                  <a:ext uri="{FF2B5EF4-FFF2-40B4-BE49-F238E27FC236}">
                    <a16:creationId xmlns:a16="http://schemas.microsoft.com/office/drawing/2014/main" id="{4806A846-D890-0167-E6A8-EF4586CC1D21}"/>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33" name="Title 1">
            <a:extLst>
              <a:ext uri="{FF2B5EF4-FFF2-40B4-BE49-F238E27FC236}">
                <a16:creationId xmlns:a16="http://schemas.microsoft.com/office/drawing/2014/main" id="{A4906685-D656-57CC-E418-244A4CA037A1}"/>
              </a:ext>
            </a:extLst>
          </p:cNvPr>
          <p:cNvSpPr>
            <a:spLocks noGrp="1"/>
          </p:cNvSpPr>
          <p:nvPr>
            <p:ph type="title"/>
          </p:nvPr>
        </p:nvSpPr>
        <p:spPr>
          <a:xfrm>
            <a:off x="318052" y="723900"/>
            <a:ext cx="3478696" cy="990600"/>
          </a:xfrm>
        </p:spPr>
        <p:txBody>
          <a:bodyPr/>
          <a:lstStyle/>
          <a:p>
            <a:r>
              <a:rPr lang="en-US" dirty="0"/>
              <a:t>∆H/L or </a:t>
            </a:r>
            <a:br>
              <a:rPr lang="en-US" dirty="0"/>
            </a:br>
            <a:r>
              <a:rPr lang="en-US" dirty="0"/>
              <a:t>Heim coefficient</a:t>
            </a:r>
          </a:p>
        </p:txBody>
      </p:sp>
    </p:spTree>
    <p:extLst>
      <p:ext uri="{BB962C8B-B14F-4D97-AF65-F5344CB8AC3E}">
        <p14:creationId xmlns:p14="http://schemas.microsoft.com/office/powerpoint/2010/main" val="2487468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cx1="http://schemas.microsoft.com/office/drawing/2015/9/8/chartex" Requires="cx1">
          <p:graphicFrame>
            <p:nvGraphicFramePr>
              <p:cNvPr id="6" name="Chart 5">
                <a:extLst>
                  <a:ext uri="{FF2B5EF4-FFF2-40B4-BE49-F238E27FC236}">
                    <a16:creationId xmlns:a16="http://schemas.microsoft.com/office/drawing/2014/main" id="{7513CE22-01A1-4948-2401-FB0CDFB3780E}"/>
                  </a:ext>
                </a:extLst>
              </p:cNvPr>
              <p:cNvGraphicFramePr/>
              <p:nvPr>
                <p:extLst>
                  <p:ext uri="{D42A27DB-BD31-4B8C-83A1-F6EECF244321}">
                    <p14:modId xmlns:p14="http://schemas.microsoft.com/office/powerpoint/2010/main" val="601426156"/>
                  </p:ext>
                </p:extLst>
              </p:nvPr>
            </p:nvGraphicFramePr>
            <p:xfrm>
              <a:off x="0" y="152400"/>
              <a:ext cx="6547231" cy="5403574"/>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6" name="Chart 5">
                <a:extLst>
                  <a:ext uri="{FF2B5EF4-FFF2-40B4-BE49-F238E27FC236}">
                    <a16:creationId xmlns:a16="http://schemas.microsoft.com/office/drawing/2014/main" id="{7513CE22-01A1-4948-2401-FB0CDFB3780E}"/>
                  </a:ext>
                </a:extLst>
              </p:cNvPr>
              <p:cNvPicPr>
                <a:picLocks noGrp="1" noRot="1" noChangeAspect="1" noMove="1" noResize="1" noEditPoints="1" noAdjustHandles="1" noChangeArrowheads="1" noChangeShapeType="1"/>
              </p:cNvPicPr>
              <p:nvPr/>
            </p:nvPicPr>
            <p:blipFill>
              <a:blip r:embed="rId3"/>
              <a:stretch>
                <a:fillRect/>
              </a:stretch>
            </p:blipFill>
            <p:spPr>
              <a:xfrm>
                <a:off x="0" y="152400"/>
                <a:ext cx="6547231" cy="5403574"/>
              </a:xfrm>
              <a:prstGeom prst="rect">
                <a:avLst/>
              </a:prstGeom>
            </p:spPr>
          </p:pic>
        </mc:Fallback>
      </mc:AlternateContent>
      <p:graphicFrame>
        <p:nvGraphicFramePr>
          <p:cNvPr id="9" name="Table 9">
            <a:extLst>
              <a:ext uri="{FF2B5EF4-FFF2-40B4-BE49-F238E27FC236}">
                <a16:creationId xmlns:a16="http://schemas.microsoft.com/office/drawing/2014/main" id="{4F0ACDD6-435A-41CC-A9D5-02FA6C00161C}"/>
              </a:ext>
            </a:extLst>
          </p:cNvPr>
          <p:cNvGraphicFramePr>
            <a:graphicFrameLocks noGrp="1"/>
          </p:cNvGraphicFramePr>
          <p:nvPr>
            <p:extLst>
              <p:ext uri="{D42A27DB-BD31-4B8C-83A1-F6EECF244321}">
                <p14:modId xmlns:p14="http://schemas.microsoft.com/office/powerpoint/2010/main" val="260773489"/>
              </p:ext>
            </p:extLst>
          </p:nvPr>
        </p:nvGraphicFramePr>
        <p:xfrm>
          <a:off x="6540138" y="152400"/>
          <a:ext cx="5327184" cy="3276601"/>
        </p:xfrm>
        <a:graphic>
          <a:graphicData uri="http://schemas.openxmlformats.org/drawingml/2006/table">
            <a:tbl>
              <a:tblPr bandRow="1">
                <a:tableStyleId>{6E25E649-3F16-4E02-A733-19D2CDBF48F0}</a:tableStyleId>
              </a:tblPr>
              <a:tblGrid>
                <a:gridCol w="1268377">
                  <a:extLst>
                    <a:ext uri="{9D8B030D-6E8A-4147-A177-3AD203B41FA5}">
                      <a16:colId xmlns:a16="http://schemas.microsoft.com/office/drawing/2014/main" val="614093518"/>
                    </a:ext>
                  </a:extLst>
                </a:gridCol>
                <a:gridCol w="4058807">
                  <a:extLst>
                    <a:ext uri="{9D8B030D-6E8A-4147-A177-3AD203B41FA5}">
                      <a16:colId xmlns:a16="http://schemas.microsoft.com/office/drawing/2014/main" val="2486856668"/>
                    </a:ext>
                  </a:extLst>
                </a:gridCol>
              </a:tblGrid>
              <a:tr h="490483">
                <a:tc>
                  <a:txBody>
                    <a:bodyPr/>
                    <a:lstStyle/>
                    <a:p>
                      <a:r>
                        <a:rPr lang="en-US" sz="180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241 (with H/L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850102"/>
                  </a:ext>
                </a:extLst>
              </a:tr>
              <a:tr h="490483">
                <a:tc>
                  <a:txBody>
                    <a:bodyPr/>
                    <a:lstStyle/>
                    <a:p>
                      <a:r>
                        <a:rPr lang="en-US" sz="1800"/>
                        <a:t>Avg.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0.30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487611"/>
                  </a:ext>
                </a:extLst>
              </a:tr>
              <a:tr h="490483">
                <a:tc>
                  <a:txBody>
                    <a:bodyPr/>
                    <a:lstStyle/>
                    <a:p>
                      <a:r>
                        <a:rPr lang="en-US" sz="1800"/>
                        <a:t>Median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0.30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3701099"/>
                  </a:ext>
                </a:extLst>
              </a:tr>
              <a:tr h="467766">
                <a:tc>
                  <a:txBody>
                    <a:bodyPr/>
                    <a:lstStyle/>
                    <a:p>
                      <a:r>
                        <a:rPr lang="en-US" sz="1800"/>
                        <a:t>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0.04 (very large ignimbrites)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4872346"/>
                  </a:ext>
                </a:extLst>
              </a:tr>
              <a:tr h="668693">
                <a:tc>
                  <a:txBody>
                    <a:bodyPr/>
                    <a:lstStyle/>
                    <a:p>
                      <a:r>
                        <a:rPr lang="en-US" sz="1800"/>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0.80 (very small dome-collapses/rockfalls)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379077"/>
                  </a:ext>
                </a:extLst>
              </a:tr>
              <a:tr h="668693">
                <a:tc>
                  <a:txBody>
                    <a:bodyPr/>
                    <a:lstStyle/>
                    <a:p>
                      <a:r>
                        <a:rPr lang="en-US" sz="1800" dirty="0"/>
                        <a:t>Middle 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0.15-0.44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658777"/>
                  </a:ext>
                </a:extLst>
              </a:tr>
            </a:tbl>
          </a:graphicData>
        </a:graphic>
      </p:graphicFrame>
      <p:sp>
        <p:nvSpPr>
          <p:cNvPr id="10" name="Explosion: 8 Points 9">
            <a:extLst>
              <a:ext uri="{FF2B5EF4-FFF2-40B4-BE49-F238E27FC236}">
                <a16:creationId xmlns:a16="http://schemas.microsoft.com/office/drawing/2014/main" id="{14C738C7-F40C-D8FD-27B4-947E87BCE8BB}"/>
              </a:ext>
            </a:extLst>
          </p:cNvPr>
          <p:cNvSpPr/>
          <p:nvPr/>
        </p:nvSpPr>
        <p:spPr>
          <a:xfrm>
            <a:off x="7188263" y="3548940"/>
            <a:ext cx="4030933" cy="2543655"/>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Most PDCs: 0.2-0.4</a:t>
            </a:r>
          </a:p>
        </p:txBody>
      </p:sp>
      <p:grpSp>
        <p:nvGrpSpPr>
          <p:cNvPr id="2" name="Group 1">
            <a:extLst>
              <a:ext uri="{FF2B5EF4-FFF2-40B4-BE49-F238E27FC236}">
                <a16:creationId xmlns:a16="http://schemas.microsoft.com/office/drawing/2014/main" id="{2374201A-A9B8-6801-00C1-E3CAF577898C}"/>
              </a:ext>
            </a:extLst>
          </p:cNvPr>
          <p:cNvGrpSpPr/>
          <p:nvPr/>
        </p:nvGrpSpPr>
        <p:grpSpPr>
          <a:xfrm>
            <a:off x="0" y="6212534"/>
            <a:ext cx="12301844" cy="789912"/>
            <a:chOff x="0" y="6211669"/>
            <a:chExt cx="12301844" cy="789912"/>
          </a:xfrm>
        </p:grpSpPr>
        <p:sp>
          <p:nvSpPr>
            <p:cNvPr id="3" name="Rectangle 2">
              <a:extLst>
                <a:ext uri="{FF2B5EF4-FFF2-40B4-BE49-F238E27FC236}">
                  <a16:creationId xmlns:a16="http://schemas.microsoft.com/office/drawing/2014/main" id="{A7819B3D-199B-0E30-3929-3266B5D6B060}"/>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66AAD00A-75AA-F9ED-D38F-3BB01FE8FA14}"/>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2E0C1320-21B2-BC84-4C92-252A35356162}"/>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BFEB9456-8C41-9B1F-395A-9823AC6C245F}"/>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B027DAF1-EA46-C7B2-484B-3AB2A3FCE8E9}"/>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650890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11085" y="217714"/>
            <a:ext cx="8836152" cy="758952"/>
          </a:xfrm>
        </p:spPr>
        <p:txBody>
          <a:bodyPr>
            <a:noAutofit/>
          </a:bodyPr>
          <a:lstStyle/>
          <a:p>
            <a:r>
              <a:rPr lang="en-US" sz="2400" dirty="0"/>
              <a:t>∆H/L ranges for dome- and column-collapse PDC energy cones</a:t>
            </a:r>
            <a:br>
              <a:rPr lang="en-US" sz="2400" dirty="0"/>
            </a:br>
            <a:r>
              <a:rPr lang="en-US" sz="2400" dirty="0"/>
              <a:t>from FlowDat regressions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22869952"/>
              </p:ext>
            </p:extLst>
          </p:nvPr>
        </p:nvGraphicFramePr>
        <p:xfrm>
          <a:off x="3407445" y="1384396"/>
          <a:ext cx="5202936" cy="3098800"/>
        </p:xfrm>
        <a:graphic>
          <a:graphicData uri="http://schemas.openxmlformats.org/drawingml/2006/table">
            <a:tbl>
              <a:tblPr firstRow="1" bandRow="1">
                <a:tableStyleId>{5C22544A-7EE6-4342-B048-85BDC9FD1C3A}</a:tableStyleId>
              </a:tblPr>
              <a:tblGrid>
                <a:gridCol w="1300734">
                  <a:extLst>
                    <a:ext uri="{9D8B030D-6E8A-4147-A177-3AD203B41FA5}">
                      <a16:colId xmlns:a16="http://schemas.microsoft.com/office/drawing/2014/main" val="20000"/>
                    </a:ext>
                  </a:extLst>
                </a:gridCol>
                <a:gridCol w="1300734">
                  <a:extLst>
                    <a:ext uri="{9D8B030D-6E8A-4147-A177-3AD203B41FA5}">
                      <a16:colId xmlns:a16="http://schemas.microsoft.com/office/drawing/2014/main" val="20001"/>
                    </a:ext>
                  </a:extLst>
                </a:gridCol>
                <a:gridCol w="1300734">
                  <a:extLst>
                    <a:ext uri="{9D8B030D-6E8A-4147-A177-3AD203B41FA5}">
                      <a16:colId xmlns:a16="http://schemas.microsoft.com/office/drawing/2014/main" val="20002"/>
                    </a:ext>
                  </a:extLst>
                </a:gridCol>
                <a:gridCol w="1300734">
                  <a:extLst>
                    <a:ext uri="{9D8B030D-6E8A-4147-A177-3AD203B41FA5}">
                      <a16:colId xmlns:a16="http://schemas.microsoft.com/office/drawing/2014/main" val="20003"/>
                    </a:ext>
                  </a:extLst>
                </a:gridCol>
              </a:tblGrid>
              <a:tr h="370840">
                <a:tc>
                  <a:txBody>
                    <a:bodyPr/>
                    <a:lstStyle/>
                    <a:p>
                      <a:r>
                        <a:rPr lang="en-US" sz="2000" dirty="0">
                          <a:solidFill>
                            <a:schemeClr val="tx1"/>
                          </a:solidFill>
                        </a:rPr>
                        <a:t>Volume (km</a:t>
                      </a:r>
                      <a:r>
                        <a:rPr lang="en-US" sz="2000" baseline="30000" dirty="0">
                          <a:solidFill>
                            <a:schemeClr val="tx1"/>
                          </a:solidFill>
                        </a:rPr>
                        <a:t>3</a:t>
                      </a:r>
                      <a:r>
                        <a:rPr lang="en-US" sz="2000" dirty="0">
                          <a:solidFill>
                            <a:schemeClr val="tx1"/>
                          </a:solidFill>
                        </a:rPr>
                        <a:t>)</a:t>
                      </a:r>
                    </a:p>
                  </a:txBody>
                  <a:tcPr/>
                </a:tc>
                <a:tc>
                  <a:txBody>
                    <a:bodyPr/>
                    <a:lstStyle/>
                    <a:p>
                      <a:r>
                        <a:rPr lang="en-US" sz="2000" dirty="0">
                          <a:solidFill>
                            <a:schemeClr val="tx1"/>
                          </a:solidFill>
                        </a:rPr>
                        <a:t>Volume</a:t>
                      </a:r>
                    </a:p>
                    <a:p>
                      <a:r>
                        <a:rPr lang="en-US" sz="2000" dirty="0">
                          <a:solidFill>
                            <a:schemeClr val="tx1"/>
                          </a:solidFill>
                        </a:rPr>
                        <a:t>(10</a:t>
                      </a:r>
                      <a:r>
                        <a:rPr lang="en-US" sz="2000" baseline="30000" dirty="0">
                          <a:solidFill>
                            <a:schemeClr val="tx1"/>
                          </a:solidFill>
                        </a:rPr>
                        <a:t>6</a:t>
                      </a:r>
                      <a:r>
                        <a:rPr lang="en-US" sz="2000" baseline="0" dirty="0">
                          <a:solidFill>
                            <a:schemeClr val="tx1"/>
                          </a:solidFill>
                        </a:rPr>
                        <a:t> x m</a:t>
                      </a:r>
                      <a:r>
                        <a:rPr lang="en-US" sz="2000" baseline="30000" dirty="0">
                          <a:solidFill>
                            <a:schemeClr val="tx1"/>
                          </a:solidFill>
                        </a:rPr>
                        <a:t>3</a:t>
                      </a:r>
                      <a:r>
                        <a:rPr lang="en-US" sz="2000" baseline="0" dirty="0">
                          <a:solidFill>
                            <a:schemeClr val="tx1"/>
                          </a:solidFill>
                        </a:rPr>
                        <a:t>)</a:t>
                      </a:r>
                      <a:endParaRPr lang="en-US" sz="2000" dirty="0">
                        <a:solidFill>
                          <a:schemeClr val="tx1"/>
                        </a:solidFill>
                      </a:endParaRPr>
                    </a:p>
                  </a:txBody>
                  <a:tcPr/>
                </a:tc>
                <a:tc>
                  <a:txBody>
                    <a:bodyPr/>
                    <a:lstStyle/>
                    <a:p>
                      <a:r>
                        <a:rPr lang="en-US" sz="2000" dirty="0">
                          <a:solidFill>
                            <a:schemeClr val="tx1"/>
                          </a:solidFill>
                        </a:rPr>
                        <a:t>∆H/L best fit</a:t>
                      </a:r>
                    </a:p>
                    <a:p>
                      <a:r>
                        <a:rPr lang="en-US" sz="2000" dirty="0">
                          <a:solidFill>
                            <a:schemeClr val="tx1"/>
                          </a:solidFill>
                        </a:rPr>
                        <a:t>Dome collapse</a:t>
                      </a:r>
                    </a:p>
                  </a:txBody>
                  <a:tcPr/>
                </a:tc>
                <a:tc>
                  <a:txBody>
                    <a:bodyPr/>
                    <a:lstStyle/>
                    <a:p>
                      <a:r>
                        <a:rPr lang="en-US" sz="2000" dirty="0">
                          <a:solidFill>
                            <a:schemeClr val="tx1"/>
                          </a:solidFill>
                        </a:rPr>
                        <a:t>∆H/L best fit</a:t>
                      </a:r>
                    </a:p>
                    <a:p>
                      <a:r>
                        <a:rPr lang="en-US" sz="2000" dirty="0">
                          <a:solidFill>
                            <a:schemeClr val="tx1"/>
                          </a:solidFill>
                        </a:rPr>
                        <a:t>Column collapse</a:t>
                      </a:r>
                    </a:p>
                    <a:p>
                      <a:endParaRPr lang="en-US" sz="2000" dirty="0">
                        <a:solidFill>
                          <a:schemeClr val="tx1"/>
                        </a:solidFill>
                      </a:endParaRPr>
                    </a:p>
                  </a:txBody>
                  <a:tcPr/>
                </a:tc>
                <a:extLst>
                  <a:ext uri="{0D108BD9-81ED-4DB2-BD59-A6C34878D82A}">
                    <a16:rowId xmlns:a16="http://schemas.microsoft.com/office/drawing/2014/main" val="10000"/>
                  </a:ext>
                </a:extLst>
              </a:tr>
              <a:tr h="370840">
                <a:tc>
                  <a:txBody>
                    <a:bodyPr/>
                    <a:lstStyle/>
                    <a:p>
                      <a:pPr algn="r" fontAlgn="b"/>
                      <a:r>
                        <a:rPr lang="en-US" sz="2000" b="0" i="0" u="none" strike="noStrike" dirty="0">
                          <a:solidFill>
                            <a:srgbClr val="000000"/>
                          </a:solidFill>
                          <a:effectLst/>
                          <a:latin typeface="Calibri" panose="020F0502020204030204" pitchFamily="34" charset="0"/>
                        </a:rPr>
                        <a:t>0.0001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0.39</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0.46</a:t>
                      </a:r>
                    </a:p>
                  </a:txBody>
                  <a:tcPr marL="0" marR="0" marT="0" marB="0" anchor="b"/>
                </a:tc>
                <a:extLst>
                  <a:ext uri="{0D108BD9-81ED-4DB2-BD59-A6C34878D82A}">
                    <a16:rowId xmlns:a16="http://schemas.microsoft.com/office/drawing/2014/main" val="10001"/>
                  </a:ext>
                </a:extLst>
              </a:tr>
              <a:tr h="370840">
                <a:tc>
                  <a:txBody>
                    <a:bodyPr/>
                    <a:lstStyle/>
                    <a:p>
                      <a:pPr algn="r" fontAlgn="b"/>
                      <a:r>
                        <a:rPr lang="en-US" sz="2000" b="0" i="0" u="none" strike="noStrike" dirty="0">
                          <a:solidFill>
                            <a:srgbClr val="000000"/>
                          </a:solidFill>
                          <a:effectLst/>
                          <a:latin typeface="Calibri" panose="020F0502020204030204" pitchFamily="34" charset="0"/>
                        </a:rPr>
                        <a:t>0.001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0.28</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0.43</a:t>
                      </a:r>
                    </a:p>
                  </a:txBody>
                  <a:tcPr marL="0" marR="0" marT="0" marB="0" anchor="b"/>
                </a:tc>
                <a:extLst>
                  <a:ext uri="{0D108BD9-81ED-4DB2-BD59-A6C34878D82A}">
                    <a16:rowId xmlns:a16="http://schemas.microsoft.com/office/drawing/2014/main" val="10002"/>
                  </a:ext>
                </a:extLst>
              </a:tr>
              <a:tr h="370840">
                <a:tc>
                  <a:txBody>
                    <a:bodyPr/>
                    <a:lstStyle/>
                    <a:p>
                      <a:pPr algn="r" fontAlgn="b"/>
                      <a:r>
                        <a:rPr lang="en-US" sz="2000" b="0" i="0" u="none" strike="noStrike" dirty="0">
                          <a:solidFill>
                            <a:srgbClr val="000000"/>
                          </a:solidFill>
                          <a:effectLst/>
                          <a:latin typeface="Calibri" panose="020F0502020204030204" pitchFamily="34" charset="0"/>
                        </a:rPr>
                        <a:t>0.01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10</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0.21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0.27</a:t>
                      </a:r>
                    </a:p>
                  </a:txBody>
                  <a:tcPr marL="0" marR="0" marT="0" marB="0" anchor="b"/>
                </a:tc>
                <a:extLst>
                  <a:ext uri="{0D108BD9-81ED-4DB2-BD59-A6C34878D82A}">
                    <a16:rowId xmlns:a16="http://schemas.microsoft.com/office/drawing/2014/main" val="10003"/>
                  </a:ext>
                </a:extLst>
              </a:tr>
              <a:tr h="370840">
                <a:tc>
                  <a:txBody>
                    <a:bodyPr/>
                    <a:lstStyle/>
                    <a:p>
                      <a:pPr algn="r" fontAlgn="b"/>
                      <a:r>
                        <a:rPr lang="en-US" sz="2000" b="0" i="0" u="none" strike="noStrike" dirty="0">
                          <a:solidFill>
                            <a:srgbClr val="000000"/>
                          </a:solidFill>
                          <a:effectLst/>
                          <a:latin typeface="Calibri" panose="020F0502020204030204" pitchFamily="34" charset="0"/>
                        </a:rPr>
                        <a:t>0.1</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100</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0.15</a:t>
                      </a:r>
                    </a:p>
                  </a:txBody>
                  <a:tcPr marL="0" marR="0" marT="0" marB="0" anchor="b"/>
                </a:tc>
                <a:tc>
                  <a:txBody>
                    <a:bodyPr/>
                    <a:lstStyle/>
                    <a:p>
                      <a:pPr algn="r" fontAlgn="b"/>
                      <a:r>
                        <a:rPr lang="en-US" sz="2000" b="0" i="0" u="none" strike="noStrike" dirty="0">
                          <a:solidFill>
                            <a:srgbClr val="000000"/>
                          </a:solidFill>
                          <a:effectLst/>
                          <a:latin typeface="Calibri" panose="020F0502020204030204" pitchFamily="34" charset="0"/>
                        </a:rPr>
                        <a:t>0.17</a:t>
                      </a:r>
                    </a:p>
                  </a:txBody>
                  <a:tcPr marL="0" marR="0" marT="0" marB="0" anchor="b"/>
                </a:tc>
                <a:extLst>
                  <a:ext uri="{0D108BD9-81ED-4DB2-BD59-A6C34878D82A}">
                    <a16:rowId xmlns:a16="http://schemas.microsoft.com/office/drawing/2014/main" val="10004"/>
                  </a:ext>
                </a:extLst>
              </a:tr>
            </a:tbl>
          </a:graphicData>
        </a:graphic>
      </p:graphicFrame>
      <mc:AlternateContent xmlns:mc="http://schemas.openxmlformats.org/markup-compatibility/2006">
        <mc:Choice xmlns:a14="http://schemas.microsoft.com/office/drawing/2010/main" Requires="a14">
          <p:sp>
            <p:nvSpPr>
              <p:cNvPr id="6" name="Rectangle 5"/>
              <p:cNvSpPr/>
              <p:nvPr/>
            </p:nvSpPr>
            <p:spPr>
              <a:xfrm>
                <a:off x="2645228" y="4921017"/>
                <a:ext cx="7315201" cy="426848"/>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Dome-collapse PDCs</a:t>
                </a:r>
                <a:r>
                  <a:rPr lang="en-US" dirty="0">
                    <a:latin typeface="Calibri" panose="020F0502020204030204" pitchFamily="34" charset="0"/>
                    <a:ea typeface="Times New Roman" panose="02020603050405020304" pitchFamily="18" charset="0"/>
                    <a:cs typeface="Times New Roman" panose="02020603050405020304" pitchFamily="18" charset="0"/>
                  </a:rPr>
                  <a:t> (based on 123 flows)</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i="1" dirty="0">
                    <a:latin typeface="Calibri" panose="020F0502020204030204" pitchFamily="34" charset="0"/>
                    <a:ea typeface="Calibri" panose="020F0502020204030204" pitchFamily="34" charset="0"/>
                    <a:cs typeface="Times New Roman" panose="02020603050405020304" pitchFamily="18" charset="0"/>
                  </a:rPr>
                  <a:t>H/L</a:t>
                </a:r>
                <a:r>
                  <a:rPr lang="en-US" b="1" dirty="0">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𝟎</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𝟏𝟎𝟖</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US" b="1" i="1">
                                <a:latin typeface="Cambria Math" panose="02040503050406030204" pitchFamily="18" charset="0"/>
                                <a:ea typeface="Calibri" panose="020F0502020204030204" pitchFamily="34" charset="0"/>
                                <a:cs typeface="Times New Roman" panose="02020603050405020304" pitchFamily="18" charset="0"/>
                              </a:rPr>
                            </m:ctrlPr>
                          </m:sSupPr>
                          <m:e>
                            <m:r>
                              <a:rPr lang="en-US" b="1" i="1">
                                <a:latin typeface="Cambria Math" panose="02040503050406030204" pitchFamily="18" charset="0"/>
                                <a:ea typeface="Calibri" panose="020F0502020204030204" pitchFamily="34" charset="0"/>
                                <a:cs typeface="Times New Roman" panose="02020603050405020304" pitchFamily="18" charset="0"/>
                              </a:rPr>
                              <m:t>𝑽</m:t>
                            </m:r>
                          </m:e>
                          <m:sup>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𝟎</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𝟏𝟒𝟎</m:t>
                            </m:r>
                          </m:sup>
                        </m:sSup>
                      </m:e>
                    </m:d>
                  </m:oMath>
                </a14:m>
                <a:r>
                  <a:rPr lang="en-US" b="1"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6" name="Rectangle 5"/>
              <p:cNvSpPr>
                <a:spLocks noRot="1" noChangeAspect="1" noMove="1" noResize="1" noEditPoints="1" noAdjustHandles="1" noChangeArrowheads="1" noChangeShapeType="1" noTextEdit="1"/>
              </p:cNvSpPr>
              <p:nvPr/>
            </p:nvSpPr>
            <p:spPr>
              <a:xfrm>
                <a:off x="2645228" y="4921017"/>
                <a:ext cx="7315201" cy="426848"/>
              </a:xfrm>
              <a:prstGeom prst="rect">
                <a:avLst/>
              </a:prstGeom>
              <a:blipFill>
                <a:blip r:embed="rId2"/>
                <a:stretch>
                  <a:fillRect l="-750" b="-171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2645227" y="5347865"/>
                <a:ext cx="7228116" cy="426848"/>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Column-collapse PDCs (based on 16 flows): </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i="1" dirty="0">
                    <a:latin typeface="Calibri" panose="020F0502020204030204" pitchFamily="34" charset="0"/>
                    <a:ea typeface="Calibri" panose="020F0502020204030204" pitchFamily="34" charset="0"/>
                    <a:cs typeface="Times New Roman" panose="02020603050405020304" pitchFamily="18" charset="0"/>
                  </a:rPr>
                  <a:t>H/L</a:t>
                </a:r>
                <a:r>
                  <a:rPr lang="en-US" b="1" dirty="0">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𝟎</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𝟏𝟎𝟔</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US" b="1" i="1">
                                <a:latin typeface="Cambria Math" panose="02040503050406030204" pitchFamily="18" charset="0"/>
                                <a:ea typeface="Calibri" panose="020F0502020204030204" pitchFamily="34" charset="0"/>
                                <a:cs typeface="Times New Roman" panose="02020603050405020304" pitchFamily="18" charset="0"/>
                              </a:rPr>
                            </m:ctrlPr>
                          </m:sSupPr>
                          <m:e>
                            <m:r>
                              <a:rPr lang="en-US" b="1" i="1">
                                <a:latin typeface="Cambria Math" panose="02040503050406030204" pitchFamily="18" charset="0"/>
                                <a:ea typeface="Calibri" panose="020F0502020204030204" pitchFamily="34" charset="0"/>
                                <a:cs typeface="Times New Roman" panose="02020603050405020304" pitchFamily="18" charset="0"/>
                              </a:rPr>
                              <m:t>𝑽</m:t>
                            </m:r>
                          </m:e>
                          <m:sup>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𝟎</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𝟐𝟎𝟏</m:t>
                            </m:r>
                          </m:sup>
                        </m:sSup>
                      </m:e>
                    </m:d>
                  </m:oMath>
                </a14:m>
                <a:r>
                  <a:rPr lang="en-US" b="1"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2645227" y="5347865"/>
                <a:ext cx="7228116" cy="426848"/>
              </a:xfrm>
              <a:prstGeom prst="rect">
                <a:avLst/>
              </a:prstGeom>
              <a:blipFill>
                <a:blip r:embed="rId3"/>
                <a:stretch>
                  <a:fillRect l="-759" b="-171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2645227" y="5766568"/>
                <a:ext cx="6727373" cy="426848"/>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Times New Roman" panose="02020603050405020304" pitchFamily="18" charset="0"/>
                    <a:cs typeface="Times New Roman" panose="02020603050405020304" pitchFamily="18" charset="0"/>
                  </a:rPr>
                  <a:t>All PDCs (based on 156 flows):</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i="1" dirty="0">
                    <a:latin typeface="Calibri" panose="020F0502020204030204" pitchFamily="34" charset="0"/>
                    <a:ea typeface="Calibri" panose="020F0502020204030204" pitchFamily="34" charset="0"/>
                    <a:cs typeface="Times New Roman" panose="02020603050405020304" pitchFamily="18" charset="0"/>
                  </a:rPr>
                  <a:t>H/L</a:t>
                </a:r>
                <a:r>
                  <a:rPr lang="en-US" b="1" dirty="0">
                    <a:latin typeface="Calibri" panose="020F0502020204030204" pitchFamily="34" charset="0"/>
                    <a:ea typeface="Calibri" panose="020F0502020204030204" pitchFamily="34" charset="0"/>
                    <a:cs typeface="Times New Roman" panose="02020603050405020304" pitchFamily="18" charset="0"/>
                  </a:rPr>
                  <a:t> = </a:t>
                </a:r>
                <a14:m>
                  <m:oMath xmlns:m="http://schemas.openxmlformats.org/officeDocument/2006/math">
                    <m:r>
                      <a:rPr lang="en-US" b="1" i="1">
                        <a:latin typeface="Cambria Math" panose="02040503050406030204" pitchFamily="18" charset="0"/>
                        <a:ea typeface="Calibri" panose="020F0502020204030204" pitchFamily="34" charset="0"/>
                        <a:cs typeface="Times New Roman" panose="02020603050405020304" pitchFamily="18" charset="0"/>
                      </a:rPr>
                      <m:t>𝟎</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𝟏𝟎𝟖</m:t>
                    </m:r>
                    <m:d>
                      <m:dPr>
                        <m:ctrlPr>
                          <a:rPr lang="en-US" b="1" i="1">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US" b="1" i="1">
                                <a:latin typeface="Cambria Math" panose="02040503050406030204" pitchFamily="18" charset="0"/>
                                <a:ea typeface="Calibri" panose="020F0502020204030204" pitchFamily="34" charset="0"/>
                                <a:cs typeface="Times New Roman" panose="02020603050405020304" pitchFamily="18" charset="0"/>
                              </a:rPr>
                            </m:ctrlPr>
                          </m:sSupPr>
                          <m:e>
                            <m:r>
                              <a:rPr lang="en-US" b="1" i="1">
                                <a:latin typeface="Cambria Math" panose="02040503050406030204" pitchFamily="18" charset="0"/>
                                <a:ea typeface="Calibri" panose="020F0502020204030204" pitchFamily="34" charset="0"/>
                                <a:cs typeface="Times New Roman" panose="02020603050405020304" pitchFamily="18" charset="0"/>
                              </a:rPr>
                              <m:t>𝑽</m:t>
                            </m:r>
                          </m:e>
                          <m:sup>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𝟎</m:t>
                            </m:r>
                            <m:r>
                              <a:rPr lang="en-US" b="1" i="1">
                                <a:latin typeface="Cambria Math" panose="02040503050406030204" pitchFamily="18" charset="0"/>
                                <a:ea typeface="Calibri" panose="020F0502020204030204" pitchFamily="34" charset="0"/>
                                <a:cs typeface="Times New Roman" panose="02020603050405020304" pitchFamily="18" charset="0"/>
                              </a:rPr>
                              <m:t>.</m:t>
                            </m:r>
                            <m:r>
                              <a:rPr lang="en-US" b="1" i="1">
                                <a:latin typeface="Cambria Math" panose="02040503050406030204" pitchFamily="18" charset="0"/>
                                <a:ea typeface="Calibri" panose="020F0502020204030204" pitchFamily="34" charset="0"/>
                                <a:cs typeface="Times New Roman" panose="02020603050405020304" pitchFamily="18" charset="0"/>
                              </a:rPr>
                              <m:t>𝟏𝟒𝟏</m:t>
                            </m:r>
                          </m:sup>
                        </m:sSup>
                      </m:e>
                    </m:d>
                  </m:oMath>
                </a14:m>
                <a:endParaRPr lang="en-US" dirty="0">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2645227" y="5766568"/>
                <a:ext cx="6727373" cy="426848"/>
              </a:xfrm>
              <a:prstGeom prst="rect">
                <a:avLst/>
              </a:prstGeom>
              <a:blipFill>
                <a:blip r:embed="rId4"/>
                <a:stretch>
                  <a:fillRect l="-815" b="-17143"/>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E7D936B9-1BD9-C73A-7D79-3325ED19ECAD}"/>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B1C334EC-6C11-046A-D5B2-54F17642FB40}"/>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533E52-7C99-9133-4C81-DFCA90BDE3B9}"/>
                </a:ext>
              </a:extLst>
            </p:cNvPr>
            <p:cNvGrpSpPr/>
            <p:nvPr/>
          </p:nvGrpSpPr>
          <p:grpSpPr>
            <a:xfrm>
              <a:off x="2" y="6361501"/>
              <a:ext cx="12301842" cy="640080"/>
              <a:chOff x="2" y="6361501"/>
              <a:chExt cx="12301842" cy="640080"/>
            </a:xfrm>
          </p:grpSpPr>
          <p:pic>
            <p:nvPicPr>
              <p:cNvPr id="10" name="Picture 9" descr="USGS.png">
                <a:extLst>
                  <a:ext uri="{FF2B5EF4-FFF2-40B4-BE49-F238E27FC236}">
                    <a16:creationId xmlns:a16="http://schemas.microsoft.com/office/drawing/2014/main" id="{03C4ED1D-F3D5-9F90-C54F-2EF0CA5F12CA}"/>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32CE944C-43CD-CF56-FA2A-8FD2C0884644}"/>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DEB16B3F-20EA-A782-D59E-D78BD2C8F103}"/>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161031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032" y="236536"/>
            <a:ext cx="2492347" cy="990600"/>
          </a:xfrm>
        </p:spPr>
        <p:txBody>
          <a:bodyPr/>
          <a:lstStyle/>
          <a:p>
            <a:r>
              <a:rPr lang="en-US" sz="2400" dirty="0"/>
              <a:t>Energy Cone</a:t>
            </a:r>
          </a:p>
        </p:txBody>
      </p:sp>
      <p:sp>
        <p:nvSpPr>
          <p:cNvPr id="3" name="Text Placeholder 2"/>
          <p:cNvSpPr>
            <a:spLocks noGrp="1"/>
          </p:cNvSpPr>
          <p:nvPr>
            <p:ph type="body" idx="2"/>
          </p:nvPr>
        </p:nvSpPr>
        <p:spPr>
          <a:xfrm>
            <a:off x="187036" y="1273822"/>
            <a:ext cx="3625259" cy="4852342"/>
          </a:xfrm>
        </p:spPr>
        <p:txBody>
          <a:bodyPr>
            <a:normAutofit lnSpcReduction="10000"/>
          </a:bodyPr>
          <a:lstStyle/>
          <a:p>
            <a:pPr marL="285750" indent="-285750">
              <a:buFont typeface="Arial" panose="020B0604020202020204" pitchFamily="34" charset="0"/>
              <a:buChar char="•"/>
            </a:pPr>
            <a:r>
              <a:rPr lang="en-US" sz="2000" dirty="0"/>
              <a:t>Also called ∆H/L cone</a:t>
            </a:r>
          </a:p>
          <a:p>
            <a:pPr marL="285750" indent="-285750">
              <a:buFont typeface="Arial" panose="020B0604020202020204" pitchFamily="34" charset="0"/>
              <a:buChar char="•"/>
            </a:pPr>
            <a:r>
              <a:rPr lang="en-US" sz="2000" dirty="0"/>
              <a:t>One of the first modeling techniques applied to PDCs</a:t>
            </a:r>
          </a:p>
          <a:p>
            <a:pPr marL="285750" indent="-285750">
              <a:buFont typeface="Arial" panose="020B0604020202020204" pitchFamily="34" charset="0"/>
              <a:buChar char="•"/>
            </a:pPr>
            <a:r>
              <a:rPr lang="en-US" sz="2000" dirty="0"/>
              <a:t>Uses the ∆H/L vs. volume relationship to draw a line from the summit of the volcano to the estimated extent of PDCs using the ∆H/L ratio</a:t>
            </a:r>
          </a:p>
          <a:p>
            <a:pPr marL="285750" indent="-285750">
              <a:buFont typeface="Arial" panose="020B0604020202020204" pitchFamily="34" charset="0"/>
              <a:buChar char="•"/>
            </a:pPr>
            <a:r>
              <a:rPr lang="en-US" sz="2000" dirty="0"/>
              <a:t>Can be done by hand on a map, or using a GIS program</a:t>
            </a:r>
          </a:p>
          <a:p>
            <a:pPr marL="285750" indent="-285750">
              <a:buFont typeface="Arial" panose="020B0604020202020204" pitchFamily="34" charset="0"/>
              <a:buChar char="•"/>
            </a:pPr>
            <a:r>
              <a:rPr lang="en-US" sz="2000" dirty="0"/>
              <a:t>Used many places, often in combination with other modeling techniques</a:t>
            </a:r>
          </a:p>
        </p:txBody>
      </p:sp>
      <p:pic>
        <p:nvPicPr>
          <p:cNvPr id="11" name="Picture 10"/>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3352" t="11092" r="13047" b="10679"/>
          <a:stretch/>
        </p:blipFill>
        <p:spPr>
          <a:xfrm>
            <a:off x="8229720" y="675972"/>
            <a:ext cx="3962280" cy="5450192"/>
          </a:xfrm>
          <a:prstGeom prst="rect">
            <a:avLst/>
          </a:prstGeom>
        </p:spPr>
      </p:pic>
      <p:pic>
        <p:nvPicPr>
          <p:cNvPr id="15" name="Picture 14"/>
          <p:cNvPicPr>
            <a:picLocks noChangeAspect="1"/>
          </p:cNvPicPr>
          <p:nvPr/>
        </p:nvPicPr>
        <p:blipFill>
          <a:blip r:embed="rId3"/>
          <a:stretch>
            <a:fillRect/>
          </a:stretch>
        </p:blipFill>
        <p:spPr>
          <a:xfrm>
            <a:off x="3962281" y="731836"/>
            <a:ext cx="4682657" cy="2354264"/>
          </a:xfrm>
          <a:prstGeom prst="rect">
            <a:avLst/>
          </a:prstGeom>
        </p:spPr>
      </p:pic>
      <p:grpSp>
        <p:nvGrpSpPr>
          <p:cNvPr id="4" name="Group 3">
            <a:extLst>
              <a:ext uri="{FF2B5EF4-FFF2-40B4-BE49-F238E27FC236}">
                <a16:creationId xmlns:a16="http://schemas.microsoft.com/office/drawing/2014/main" id="{29556EF8-9215-6219-ECC0-DE9901121DDC}"/>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BA82DE97-61BF-6FCF-7AEC-9D6D1DB92FF8}"/>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6CFDE27-9994-FFBF-5544-3966298D9559}"/>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EC363567-22D8-5F6D-9579-0E04DEABA978}"/>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2364F763-E854-62E3-99F5-F5B2A2E8F612}"/>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C34A7F36-932C-F221-DE53-B243D6138997}"/>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50436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49346" y="682222"/>
            <a:ext cx="5638800" cy="1891563"/>
          </a:xfrm>
        </p:spPr>
      </p:pic>
      <p:pic>
        <p:nvPicPr>
          <p:cNvPr id="6" name="Picture 5"/>
          <p:cNvPicPr>
            <a:picLocks noChangeAspect="1"/>
          </p:cNvPicPr>
          <p:nvPr/>
        </p:nvPicPr>
        <p:blipFill>
          <a:blip r:embed="rId3"/>
          <a:stretch>
            <a:fillRect/>
          </a:stretch>
        </p:blipFill>
        <p:spPr>
          <a:xfrm rot="5400000">
            <a:off x="8260825" y="2970065"/>
            <a:ext cx="2325450" cy="1965419"/>
          </a:xfrm>
          <a:prstGeom prst="rect">
            <a:avLst/>
          </a:prstGeom>
        </p:spPr>
      </p:pic>
      <p:pic>
        <p:nvPicPr>
          <p:cNvPr id="7" name="Picture 6"/>
          <p:cNvPicPr>
            <a:picLocks noChangeAspect="1"/>
          </p:cNvPicPr>
          <p:nvPr/>
        </p:nvPicPr>
        <p:blipFill>
          <a:blip r:embed="rId4"/>
          <a:stretch>
            <a:fillRect/>
          </a:stretch>
        </p:blipFill>
        <p:spPr>
          <a:xfrm>
            <a:off x="6588314" y="2740375"/>
            <a:ext cx="1650914" cy="2774317"/>
          </a:xfrm>
          <a:prstGeom prst="rect">
            <a:avLst/>
          </a:prstGeom>
        </p:spPr>
      </p:pic>
      <p:pic>
        <p:nvPicPr>
          <p:cNvPr id="9" name="Picture 8"/>
          <p:cNvPicPr>
            <a:picLocks noChangeAspect="1"/>
          </p:cNvPicPr>
          <p:nvPr/>
        </p:nvPicPr>
        <p:blipFill rotWithShape="1">
          <a:blip r:embed="rId5"/>
          <a:srcRect l="25311" t="5066" r="27631"/>
          <a:stretch/>
        </p:blipFill>
        <p:spPr>
          <a:xfrm>
            <a:off x="4468813" y="2790049"/>
            <a:ext cx="1917888" cy="2724643"/>
          </a:xfrm>
          <a:prstGeom prst="rect">
            <a:avLst/>
          </a:prstGeom>
        </p:spPr>
      </p:pic>
      <p:grpSp>
        <p:nvGrpSpPr>
          <p:cNvPr id="11" name="Group 10">
            <a:extLst>
              <a:ext uri="{FF2B5EF4-FFF2-40B4-BE49-F238E27FC236}">
                <a16:creationId xmlns:a16="http://schemas.microsoft.com/office/drawing/2014/main" id="{0C2534C6-13E5-1AAF-7655-D8C4AEE4A313}"/>
              </a:ext>
            </a:extLst>
          </p:cNvPr>
          <p:cNvGrpSpPr/>
          <p:nvPr/>
        </p:nvGrpSpPr>
        <p:grpSpPr>
          <a:xfrm>
            <a:off x="0" y="6212534"/>
            <a:ext cx="12301844" cy="789912"/>
            <a:chOff x="0" y="6211669"/>
            <a:chExt cx="12301844" cy="789912"/>
          </a:xfrm>
        </p:grpSpPr>
        <p:sp>
          <p:nvSpPr>
            <p:cNvPr id="12" name="Rectangle 11">
              <a:extLst>
                <a:ext uri="{FF2B5EF4-FFF2-40B4-BE49-F238E27FC236}">
                  <a16:creationId xmlns:a16="http://schemas.microsoft.com/office/drawing/2014/main" id="{920FCE4C-BAB8-00F0-AF5D-5CCDB56F17FF}"/>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FA5B680-0262-1FF8-F2B7-4194E5EEA27C}"/>
                </a:ext>
              </a:extLst>
            </p:cNvPr>
            <p:cNvGrpSpPr/>
            <p:nvPr/>
          </p:nvGrpSpPr>
          <p:grpSpPr>
            <a:xfrm>
              <a:off x="2" y="6361501"/>
              <a:ext cx="12301842" cy="640080"/>
              <a:chOff x="2" y="6361501"/>
              <a:chExt cx="12301842" cy="640080"/>
            </a:xfrm>
          </p:grpSpPr>
          <p:pic>
            <p:nvPicPr>
              <p:cNvPr id="14" name="Picture 13" descr="USGS.png">
                <a:extLst>
                  <a:ext uri="{FF2B5EF4-FFF2-40B4-BE49-F238E27FC236}">
                    <a16:creationId xmlns:a16="http://schemas.microsoft.com/office/drawing/2014/main" id="{0643EF9D-2C65-161C-3BDA-DE85FE68D02B}"/>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5" name="Picture 14" descr="Horizontal_CMYK_600.tif">
                <a:extLst>
                  <a:ext uri="{FF2B5EF4-FFF2-40B4-BE49-F238E27FC236}">
                    <a16:creationId xmlns:a16="http://schemas.microsoft.com/office/drawing/2014/main" id="{46ABC3E8-D134-DA0D-3B6B-2A4F55CE2EC0}"/>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6" name="Picture 15">
                <a:extLst>
                  <a:ext uri="{FF2B5EF4-FFF2-40B4-BE49-F238E27FC236}">
                    <a16:creationId xmlns:a16="http://schemas.microsoft.com/office/drawing/2014/main" id="{A4DDA8A7-2637-4EC0-6B11-A010EC8317B6}"/>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4" name="TextBox 3"/>
          <p:cNvSpPr txBox="1"/>
          <p:nvPr/>
        </p:nvSpPr>
        <p:spPr>
          <a:xfrm>
            <a:off x="8440840" y="5595918"/>
            <a:ext cx="2651136" cy="738664"/>
          </a:xfrm>
          <a:prstGeom prst="rect">
            <a:avLst/>
          </a:prstGeom>
          <a:noFill/>
        </p:spPr>
        <p:txBody>
          <a:bodyPr wrap="square" rtlCol="0">
            <a:spAutoFit/>
          </a:bodyPr>
          <a:lstStyle/>
          <a:p>
            <a:r>
              <a:rPr lang="en-US" sz="1400" dirty="0"/>
              <a:t>Energy cone &amp; FLOW2D at </a:t>
            </a:r>
            <a:r>
              <a:rPr lang="en-US" sz="1400" dirty="0" err="1"/>
              <a:t>Citlaltépetl</a:t>
            </a:r>
            <a:r>
              <a:rPr lang="en-US" sz="1400" dirty="0"/>
              <a:t>, Mexico</a:t>
            </a:r>
          </a:p>
          <a:p>
            <a:r>
              <a:rPr lang="en-US" sz="1400" dirty="0"/>
              <a:t>Sheridan &amp; Macias, 2004</a:t>
            </a:r>
          </a:p>
        </p:txBody>
      </p:sp>
      <p:sp>
        <p:nvSpPr>
          <p:cNvPr id="21" name="Title 1">
            <a:extLst>
              <a:ext uri="{FF2B5EF4-FFF2-40B4-BE49-F238E27FC236}">
                <a16:creationId xmlns:a16="http://schemas.microsoft.com/office/drawing/2014/main" id="{E68B851B-65B2-A95A-3A6F-4B005BF3E76D}"/>
              </a:ext>
            </a:extLst>
          </p:cNvPr>
          <p:cNvSpPr>
            <a:spLocks noGrp="1"/>
          </p:cNvSpPr>
          <p:nvPr>
            <p:ph type="title"/>
          </p:nvPr>
        </p:nvSpPr>
        <p:spPr>
          <a:xfrm>
            <a:off x="411032" y="236536"/>
            <a:ext cx="2492347" cy="990600"/>
          </a:xfrm>
        </p:spPr>
        <p:txBody>
          <a:bodyPr/>
          <a:lstStyle/>
          <a:p>
            <a:r>
              <a:rPr lang="en-US" sz="2400" dirty="0"/>
              <a:t>Energy Cone</a:t>
            </a:r>
          </a:p>
        </p:txBody>
      </p:sp>
      <p:sp>
        <p:nvSpPr>
          <p:cNvPr id="8" name="TextBox 7"/>
          <p:cNvSpPr txBox="1"/>
          <p:nvPr/>
        </p:nvSpPr>
        <p:spPr>
          <a:xfrm>
            <a:off x="6452925" y="5595918"/>
            <a:ext cx="1921692" cy="738664"/>
          </a:xfrm>
          <a:prstGeom prst="rect">
            <a:avLst/>
          </a:prstGeom>
          <a:noFill/>
        </p:spPr>
        <p:txBody>
          <a:bodyPr wrap="square" rtlCol="0">
            <a:spAutoFit/>
          </a:bodyPr>
          <a:lstStyle/>
          <a:p>
            <a:r>
              <a:rPr lang="en-US" sz="1400" dirty="0"/>
              <a:t>Energy cone at </a:t>
            </a:r>
            <a:r>
              <a:rPr lang="en-US" sz="1400" dirty="0" err="1"/>
              <a:t>Tianchi</a:t>
            </a:r>
            <a:r>
              <a:rPr lang="en-US" sz="1400" dirty="0"/>
              <a:t> volcano, China</a:t>
            </a:r>
          </a:p>
          <a:p>
            <a:r>
              <a:rPr lang="en-US" sz="1400" dirty="0"/>
              <a:t>Wan et al. 2012</a:t>
            </a:r>
          </a:p>
        </p:txBody>
      </p:sp>
      <p:sp>
        <p:nvSpPr>
          <p:cNvPr id="22" name="Text Placeholder 2">
            <a:extLst>
              <a:ext uri="{FF2B5EF4-FFF2-40B4-BE49-F238E27FC236}">
                <a16:creationId xmlns:a16="http://schemas.microsoft.com/office/drawing/2014/main" id="{30494D6D-2E86-9B2D-B04D-A38DB1289224}"/>
              </a:ext>
            </a:extLst>
          </p:cNvPr>
          <p:cNvSpPr>
            <a:spLocks noGrp="1"/>
          </p:cNvSpPr>
          <p:nvPr>
            <p:ph type="body" idx="2"/>
          </p:nvPr>
        </p:nvSpPr>
        <p:spPr>
          <a:xfrm>
            <a:off x="187036" y="1273822"/>
            <a:ext cx="3625259" cy="4852342"/>
          </a:xfrm>
        </p:spPr>
        <p:txBody>
          <a:bodyPr>
            <a:normAutofit lnSpcReduction="10000"/>
          </a:bodyPr>
          <a:lstStyle/>
          <a:p>
            <a:pPr marL="285750" indent="-285750">
              <a:buFont typeface="Arial" panose="020B0604020202020204" pitchFamily="34" charset="0"/>
              <a:buChar char="•"/>
            </a:pPr>
            <a:r>
              <a:rPr lang="en-US" sz="2000" dirty="0"/>
              <a:t>Also called ∆H/L cone</a:t>
            </a:r>
          </a:p>
          <a:p>
            <a:pPr marL="285750" indent="-285750">
              <a:buFont typeface="Arial" panose="020B0604020202020204" pitchFamily="34" charset="0"/>
              <a:buChar char="•"/>
            </a:pPr>
            <a:r>
              <a:rPr lang="en-US" sz="2000" dirty="0"/>
              <a:t>One of the first modeling techniques applied to PDCs</a:t>
            </a:r>
          </a:p>
          <a:p>
            <a:pPr marL="285750" indent="-285750">
              <a:buFont typeface="Arial" panose="020B0604020202020204" pitchFamily="34" charset="0"/>
              <a:buChar char="•"/>
            </a:pPr>
            <a:r>
              <a:rPr lang="en-US" sz="2000" dirty="0"/>
              <a:t>Uses the ∆H/L vs. volume relationship to draw a line from the summit of the volcano to the estimated extent of PDCs using the ∆H/L ratio</a:t>
            </a:r>
          </a:p>
          <a:p>
            <a:pPr marL="285750" indent="-285750">
              <a:buFont typeface="Arial" panose="020B0604020202020204" pitchFamily="34" charset="0"/>
              <a:buChar char="•"/>
            </a:pPr>
            <a:r>
              <a:rPr lang="en-US" sz="2000" dirty="0"/>
              <a:t>Can be done by hand on a map, or using a GIS program</a:t>
            </a:r>
          </a:p>
          <a:p>
            <a:pPr marL="285750" indent="-285750">
              <a:buFont typeface="Arial" panose="020B0604020202020204" pitchFamily="34" charset="0"/>
              <a:buChar char="•"/>
            </a:pPr>
            <a:r>
              <a:rPr lang="en-US" sz="2000" dirty="0"/>
              <a:t>Used many places, often in combination with other modeling techniques</a:t>
            </a:r>
          </a:p>
        </p:txBody>
      </p:sp>
      <p:sp>
        <p:nvSpPr>
          <p:cNvPr id="10" name="TextBox 9"/>
          <p:cNvSpPr txBox="1"/>
          <p:nvPr/>
        </p:nvSpPr>
        <p:spPr>
          <a:xfrm>
            <a:off x="4469369" y="5595918"/>
            <a:ext cx="1921692" cy="738664"/>
          </a:xfrm>
          <a:prstGeom prst="rect">
            <a:avLst/>
          </a:prstGeom>
          <a:noFill/>
        </p:spPr>
        <p:txBody>
          <a:bodyPr wrap="square" rtlCol="0">
            <a:spAutoFit/>
          </a:bodyPr>
          <a:lstStyle/>
          <a:p>
            <a:r>
              <a:rPr lang="en-US" sz="1400" dirty="0"/>
              <a:t>Energy cone at El </a:t>
            </a:r>
            <a:r>
              <a:rPr lang="en-US" sz="1400" dirty="0" err="1"/>
              <a:t>Chichón</a:t>
            </a:r>
            <a:r>
              <a:rPr lang="en-US" sz="1400" dirty="0"/>
              <a:t>, Mexico</a:t>
            </a:r>
          </a:p>
          <a:p>
            <a:r>
              <a:rPr lang="en-US" sz="1400" dirty="0" err="1"/>
              <a:t>Macías</a:t>
            </a:r>
            <a:r>
              <a:rPr lang="en-US" sz="1400" dirty="0"/>
              <a:t> et al. 2008</a:t>
            </a:r>
          </a:p>
        </p:txBody>
      </p:sp>
    </p:spTree>
    <p:extLst>
      <p:ext uri="{BB962C8B-B14F-4D97-AF65-F5344CB8AC3E}">
        <p14:creationId xmlns:p14="http://schemas.microsoft.com/office/powerpoint/2010/main" val="2571713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41156" y="346099"/>
            <a:ext cx="5098685" cy="3469859"/>
          </a:xfrm>
          <a:prstGeom prst="rect">
            <a:avLst/>
          </a:prstGeom>
        </p:spPr>
      </p:pic>
      <p:sp>
        <p:nvSpPr>
          <p:cNvPr id="9" name="Rectangle 8"/>
          <p:cNvSpPr/>
          <p:nvPr/>
        </p:nvSpPr>
        <p:spPr>
          <a:xfrm>
            <a:off x="241155" y="1753507"/>
            <a:ext cx="4965383" cy="370811"/>
          </a:xfrm>
          <a:prstGeom prst="rect">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EECE04BD-2EC1-549C-D5C1-1C4DC209ECF1}"/>
              </a:ext>
            </a:extLst>
          </p:cNvPr>
          <p:cNvGrpSpPr/>
          <p:nvPr/>
        </p:nvGrpSpPr>
        <p:grpSpPr>
          <a:xfrm>
            <a:off x="0" y="6212534"/>
            <a:ext cx="12301844" cy="789912"/>
            <a:chOff x="0" y="6211669"/>
            <a:chExt cx="12301844" cy="789912"/>
          </a:xfrm>
        </p:grpSpPr>
        <p:sp>
          <p:nvSpPr>
            <p:cNvPr id="3" name="Rectangle 2">
              <a:extLst>
                <a:ext uri="{FF2B5EF4-FFF2-40B4-BE49-F238E27FC236}">
                  <a16:creationId xmlns:a16="http://schemas.microsoft.com/office/drawing/2014/main" id="{270D1AFE-C448-92EE-DE11-77C16D86913A}"/>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44D5E0CB-07FA-D06A-4121-F89E5F741C1D}"/>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D5730ED5-493F-5881-7344-6D522B37D59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59AF92F0-2A4C-8917-FA2D-17ECEAD00F2E}"/>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005737CE-6D37-8655-6850-C3223C35FAF3}"/>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pic>
        <p:nvPicPr>
          <p:cNvPr id="10" name="Picture 9">
            <a:extLst>
              <a:ext uri="{FF2B5EF4-FFF2-40B4-BE49-F238E27FC236}">
                <a16:creationId xmlns:a16="http://schemas.microsoft.com/office/drawing/2014/main" id="{385DF0C8-07FA-4440-D415-A6C1DE9D9429}"/>
              </a:ext>
            </a:extLst>
          </p:cNvPr>
          <p:cNvPicPr>
            <a:picLocks noChangeAspect="1"/>
          </p:cNvPicPr>
          <p:nvPr/>
        </p:nvPicPr>
        <p:blipFill>
          <a:blip r:embed="rId6"/>
          <a:stretch>
            <a:fillRect/>
          </a:stretch>
        </p:blipFill>
        <p:spPr>
          <a:xfrm>
            <a:off x="5654165" y="155103"/>
            <a:ext cx="6296679" cy="5009179"/>
          </a:xfrm>
          <a:prstGeom prst="rect">
            <a:avLst/>
          </a:prstGeom>
        </p:spPr>
      </p:pic>
      <p:sp>
        <p:nvSpPr>
          <p:cNvPr id="11" name="Rectangle 10">
            <a:extLst>
              <a:ext uri="{FF2B5EF4-FFF2-40B4-BE49-F238E27FC236}">
                <a16:creationId xmlns:a16="http://schemas.microsoft.com/office/drawing/2014/main" id="{78E5551B-4E86-7023-3A01-64F5397BCD54}"/>
              </a:ext>
            </a:extLst>
          </p:cNvPr>
          <p:cNvSpPr/>
          <p:nvPr/>
        </p:nvSpPr>
        <p:spPr>
          <a:xfrm>
            <a:off x="5654165" y="3329462"/>
            <a:ext cx="6212253" cy="486496"/>
          </a:xfrm>
          <a:prstGeom prst="rect">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5443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Text Box 16"/>
          <p:cNvSpPr txBox="1">
            <a:spLocks noChangeArrowheads="1"/>
          </p:cNvSpPr>
          <p:nvPr/>
        </p:nvSpPr>
        <p:spPr bwMode="auto">
          <a:xfrm>
            <a:off x="1118298" y="1018343"/>
            <a:ext cx="4977702"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marL="285750" indent="-285750" fontAlgn="base">
              <a:spcBef>
                <a:spcPct val="0"/>
              </a:spcBef>
              <a:spcAft>
                <a:spcPct val="0"/>
              </a:spcAft>
              <a:buClrTx/>
              <a:buSzTx/>
            </a:pPr>
            <a:endParaRPr lang="en-US" altLang="en-US" sz="1600" dirty="0">
              <a:solidFill>
                <a:prstClr val="black"/>
              </a:solidFill>
              <a:latin typeface="Arial" panose="020B0604020202020204" pitchFamily="34" charset="0"/>
              <a:cs typeface="Arial" panose="020B0604020202020204" pitchFamily="34" charset="0"/>
            </a:endParaRPr>
          </a:p>
          <a:p>
            <a:pPr marL="285750" indent="-285750" fontAlgn="base">
              <a:spcBef>
                <a:spcPct val="0"/>
              </a:spcBef>
              <a:spcAft>
                <a:spcPct val="0"/>
              </a:spcAft>
              <a:buClrTx/>
              <a:buSzTx/>
            </a:pPr>
            <a:endParaRPr lang="en-US" altLang="en-US" sz="1600" dirty="0">
              <a:solidFill>
                <a:prstClr val="black"/>
              </a:solidFill>
              <a:latin typeface="Arial" panose="020B0604020202020204" pitchFamily="34" charset="0"/>
              <a:cs typeface="Arial" panose="020B0604020202020204" pitchFamily="34" charset="0"/>
            </a:endParaRPr>
          </a:p>
          <a:p>
            <a:pPr fontAlgn="base">
              <a:spcBef>
                <a:spcPct val="0"/>
              </a:spcBef>
              <a:spcAft>
                <a:spcPts val="600"/>
              </a:spcAft>
              <a:buClrTx/>
              <a:buSzTx/>
              <a:buNone/>
            </a:pPr>
            <a:r>
              <a:rPr lang="en-US" altLang="en-US" sz="1600" b="1" dirty="0">
                <a:solidFill>
                  <a:prstClr val="black"/>
                </a:solidFill>
                <a:latin typeface="Arial" panose="020B0604020202020204" pitchFamily="34" charset="0"/>
                <a:cs typeface="Arial" panose="020B0604020202020204" pitchFamily="34" charset="0"/>
              </a:rPr>
              <a:t>Why use H/L Cone for lahars?</a:t>
            </a:r>
          </a:p>
          <a:p>
            <a:pPr marL="285750" indent="-285750" fontAlgn="base">
              <a:spcBef>
                <a:spcPct val="0"/>
              </a:spcBef>
              <a:spcAft>
                <a:spcPts val="600"/>
              </a:spcAft>
              <a:buClrTx/>
              <a:buSzTx/>
            </a:pPr>
            <a:r>
              <a:rPr lang="en-US" altLang="en-US" sz="1600" dirty="0">
                <a:solidFill>
                  <a:prstClr val="black"/>
                </a:solidFill>
                <a:latin typeface="Arial" panose="020B0604020202020204" pitchFamily="34" charset="0"/>
                <a:cs typeface="Arial" panose="020B0604020202020204" pitchFamily="34" charset="0"/>
              </a:rPr>
              <a:t>Lahars may initiate anywhere on the volcano edifice. We can’t know an exact start location in advance.</a:t>
            </a:r>
          </a:p>
          <a:p>
            <a:pPr marL="285750" indent="-285750" fontAlgn="base">
              <a:spcBef>
                <a:spcPct val="0"/>
              </a:spcBef>
              <a:spcAft>
                <a:spcPts val="600"/>
              </a:spcAft>
              <a:buClrTx/>
              <a:buSzTx/>
            </a:pPr>
            <a:r>
              <a:rPr lang="en-US" altLang="en-US" sz="1600" dirty="0">
                <a:solidFill>
                  <a:prstClr val="black"/>
                </a:solidFill>
                <a:latin typeface="Arial" panose="020B0604020202020204" pitchFamily="34" charset="0"/>
                <a:cs typeface="Arial" panose="020B0604020202020204" pitchFamily="34" charset="0"/>
              </a:rPr>
              <a:t>Loose pyroclastic flow deposits and ashfall are often the source material for lahars and are most abundant within the H/L cone.</a:t>
            </a:r>
          </a:p>
          <a:p>
            <a:pPr marL="285750" indent="-285750" fontAlgn="base">
              <a:spcBef>
                <a:spcPct val="0"/>
              </a:spcBef>
              <a:spcAft>
                <a:spcPts val="600"/>
              </a:spcAft>
              <a:buClrTx/>
              <a:buSzTx/>
            </a:pPr>
            <a:r>
              <a:rPr lang="en-US" altLang="en-US" sz="1600" dirty="0">
                <a:solidFill>
                  <a:prstClr val="black"/>
                </a:solidFill>
                <a:latin typeface="Arial" panose="020B0604020202020204" pitchFamily="34" charset="0"/>
                <a:cs typeface="Arial" panose="020B0604020202020204" pitchFamily="34" charset="0"/>
              </a:rPr>
              <a:t>Lahars gain volume (entrain material) on steep slopes.</a:t>
            </a:r>
          </a:p>
          <a:p>
            <a:pPr fontAlgn="base">
              <a:spcBef>
                <a:spcPct val="0"/>
              </a:spcBef>
              <a:spcAft>
                <a:spcPct val="0"/>
              </a:spcAft>
              <a:buClrTx/>
              <a:buSzTx/>
              <a:buNone/>
            </a:pPr>
            <a:endParaRPr lang="en-US" altLang="en-US" sz="1600" dirty="0">
              <a:solidFill>
                <a:prstClr val="black"/>
              </a:solidFill>
              <a:latin typeface="Arial" panose="020B0604020202020204" pitchFamily="34" charset="0"/>
              <a:cs typeface="Arial" panose="020B0604020202020204" pitchFamily="34" charset="0"/>
            </a:endParaRPr>
          </a:p>
          <a:p>
            <a:pPr marL="285750" indent="-285750" fontAlgn="base">
              <a:spcBef>
                <a:spcPct val="0"/>
              </a:spcBef>
              <a:spcAft>
                <a:spcPct val="0"/>
              </a:spcAft>
              <a:buClrTx/>
              <a:buSzTx/>
            </a:pPr>
            <a:endParaRPr lang="en-US" altLang="en-US" sz="1600" dirty="0">
              <a:solidFill>
                <a:prstClr val="black"/>
              </a:solidFill>
              <a:latin typeface="Arial" panose="020B0604020202020204" pitchFamily="34" charset="0"/>
              <a:cs typeface="Arial" panose="020B0604020202020204" pitchFamily="34" charset="0"/>
            </a:endParaRPr>
          </a:p>
        </p:txBody>
      </p:sp>
      <p:pic>
        <p:nvPicPr>
          <p:cNvPr id="45059" name="Picture 17"/>
          <p:cNvPicPr>
            <a:picLocks noChangeAspect="1" noChangeArrowheads="1"/>
          </p:cNvPicPr>
          <p:nvPr/>
        </p:nvPicPr>
        <p:blipFill rotWithShape="1">
          <a:blip r:embed="rId2">
            <a:extLst>
              <a:ext uri="{28A0092B-C50C-407E-A947-70E740481C1C}">
                <a14:useLocalDpi xmlns:a14="http://schemas.microsoft.com/office/drawing/2010/main" val="0"/>
              </a:ext>
            </a:extLst>
          </a:blip>
          <a:srcRect l="3900" t="50779" r="2001"/>
          <a:stretch/>
        </p:blipFill>
        <p:spPr bwMode="auto">
          <a:xfrm>
            <a:off x="6845549" y="1721548"/>
            <a:ext cx="35941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19"/>
          <p:cNvSpPr txBox="1">
            <a:spLocks noChangeArrowheads="1"/>
          </p:cNvSpPr>
          <p:nvPr/>
        </p:nvSpPr>
        <p:spPr bwMode="auto">
          <a:xfrm rot="16200000">
            <a:off x="6222287" y="2256077"/>
            <a:ext cx="100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800" b="1" dirty="0">
                <a:latin typeface="Arial" panose="020B0604020202020204" pitchFamily="34" charset="0"/>
              </a:rPr>
              <a:t>Volume</a:t>
            </a:r>
          </a:p>
        </p:txBody>
      </p:sp>
      <p:sp>
        <p:nvSpPr>
          <p:cNvPr id="45061" name="Text Box 21"/>
          <p:cNvSpPr txBox="1">
            <a:spLocks noChangeArrowheads="1"/>
          </p:cNvSpPr>
          <p:nvPr/>
        </p:nvSpPr>
        <p:spPr bwMode="auto">
          <a:xfrm>
            <a:off x="7055099" y="1298878"/>
            <a:ext cx="338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800" b="1" dirty="0">
                <a:latin typeface="Arial" panose="020B0604020202020204" pitchFamily="34" charset="0"/>
              </a:rPr>
              <a:t>Lahar Mass Balance Analysis</a:t>
            </a:r>
          </a:p>
        </p:txBody>
      </p:sp>
      <p:sp>
        <p:nvSpPr>
          <p:cNvPr id="45064" name="Text Box 24"/>
          <p:cNvSpPr txBox="1">
            <a:spLocks noChangeArrowheads="1"/>
          </p:cNvSpPr>
          <p:nvPr/>
        </p:nvSpPr>
        <p:spPr bwMode="auto">
          <a:xfrm>
            <a:off x="7567862" y="1541169"/>
            <a:ext cx="2497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dirty="0">
                <a:solidFill>
                  <a:srgbClr val="CC0000"/>
                </a:solidFill>
                <a:latin typeface="Arial" panose="020B0604020202020204" pitchFamily="34" charset="0"/>
              </a:rPr>
              <a:t>Volume peaks and declines</a:t>
            </a:r>
          </a:p>
        </p:txBody>
      </p:sp>
      <p:sp>
        <p:nvSpPr>
          <p:cNvPr id="45065" name="Text Box 25"/>
          <p:cNvSpPr txBox="1">
            <a:spLocks noChangeArrowheads="1"/>
          </p:cNvSpPr>
          <p:nvPr/>
        </p:nvSpPr>
        <p:spPr bwMode="auto">
          <a:xfrm rot="-2324191">
            <a:off x="7231313" y="2316860"/>
            <a:ext cx="1138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a:solidFill>
                  <a:srgbClr val="CC0000"/>
                </a:solidFill>
                <a:latin typeface="Arial" panose="020B0604020202020204" pitchFamily="34" charset="0"/>
              </a:rPr>
              <a:t>net erosion</a:t>
            </a:r>
          </a:p>
        </p:txBody>
      </p:sp>
      <p:sp>
        <p:nvSpPr>
          <p:cNvPr id="45066" name="Text Box 26"/>
          <p:cNvSpPr txBox="1">
            <a:spLocks noChangeArrowheads="1"/>
          </p:cNvSpPr>
          <p:nvPr/>
        </p:nvSpPr>
        <p:spPr bwMode="auto">
          <a:xfrm rot="2342754">
            <a:off x="8958513" y="2393060"/>
            <a:ext cx="1392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a:solidFill>
                  <a:srgbClr val="CC0000"/>
                </a:solidFill>
                <a:latin typeface="Arial" panose="020B0604020202020204" pitchFamily="34" charset="0"/>
              </a:rPr>
              <a:t>net deposition</a:t>
            </a:r>
          </a:p>
        </p:txBody>
      </p:sp>
      <p:sp>
        <p:nvSpPr>
          <p:cNvPr id="15" name="Rectangle 14"/>
          <p:cNvSpPr/>
          <p:nvPr/>
        </p:nvSpPr>
        <p:spPr>
          <a:xfrm>
            <a:off x="8674350" y="1707260"/>
            <a:ext cx="284163" cy="1600200"/>
          </a:xfrm>
          <a:prstGeom prst="rect">
            <a:avLst/>
          </a:prstGeom>
          <a:solidFill>
            <a:srgbClr val="FFC000">
              <a:alpha val="27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5071" name="TextBox 1"/>
          <p:cNvSpPr txBox="1">
            <a:spLocks noChangeArrowheads="1"/>
          </p:cNvSpPr>
          <p:nvPr/>
        </p:nvSpPr>
        <p:spPr bwMode="auto">
          <a:xfrm>
            <a:off x="1547695" y="285137"/>
            <a:ext cx="89077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algn="ctr" fontAlgn="base">
              <a:spcBef>
                <a:spcPct val="0"/>
              </a:spcBef>
              <a:spcAft>
                <a:spcPct val="0"/>
              </a:spcAft>
              <a:buClrTx/>
              <a:buSzTx/>
              <a:buFontTx/>
              <a:buNone/>
            </a:pPr>
            <a:r>
              <a:rPr lang="en-US" altLang="en-US" sz="3600" dirty="0">
                <a:solidFill>
                  <a:prstClr val="black"/>
                </a:solidFill>
                <a:latin typeface="Calibri"/>
              </a:rPr>
              <a:t>Proximal Hazard Zone for LAHARZ </a:t>
            </a:r>
          </a:p>
        </p:txBody>
      </p:sp>
      <p:sp>
        <p:nvSpPr>
          <p:cNvPr id="3" name="TextBox 2">
            <a:extLst>
              <a:ext uri="{FF2B5EF4-FFF2-40B4-BE49-F238E27FC236}">
                <a16:creationId xmlns:a16="http://schemas.microsoft.com/office/drawing/2014/main" id="{59BBC307-1D44-D726-D2C0-5A2F2E69D844}"/>
              </a:ext>
            </a:extLst>
          </p:cNvPr>
          <p:cNvSpPr txBox="1"/>
          <p:nvPr/>
        </p:nvSpPr>
        <p:spPr>
          <a:xfrm>
            <a:off x="1114799" y="4013558"/>
            <a:ext cx="8717118" cy="2123658"/>
          </a:xfrm>
          <a:prstGeom prst="rect">
            <a:avLst/>
          </a:prstGeom>
          <a:noFill/>
        </p:spPr>
        <p:txBody>
          <a:bodyPr wrap="square">
            <a:spAutoFit/>
          </a:bodyPr>
          <a:lstStyle/>
          <a:p>
            <a:pPr marL="285750" indent="-285750" fontAlgn="base">
              <a:spcBef>
                <a:spcPct val="0"/>
              </a:spcBef>
              <a:spcAft>
                <a:spcPts val="600"/>
              </a:spcAft>
              <a:buFont typeface="Arial" panose="020B0604020202020204" pitchFamily="34" charset="0"/>
              <a:buChar char="•"/>
            </a:pPr>
            <a:r>
              <a:rPr lang="en-US" altLang="en-US" sz="1600" dirty="0">
                <a:solidFill>
                  <a:prstClr val="black"/>
                </a:solidFill>
                <a:latin typeface="Arial" panose="020B0604020202020204" pitchFamily="34" charset="0"/>
                <a:cs typeface="Arial" panose="020B0604020202020204" pitchFamily="34" charset="0"/>
              </a:rPr>
              <a:t>So, we start modeling lahars by estimating where on the flanks the flow volume is greatest.</a:t>
            </a:r>
          </a:p>
          <a:p>
            <a:pPr marL="285750" indent="-285750" fontAlgn="base">
              <a:spcBef>
                <a:spcPct val="0"/>
              </a:spcBef>
              <a:spcAft>
                <a:spcPts val="600"/>
              </a:spcAft>
              <a:buFont typeface="Arial" panose="020B0604020202020204" pitchFamily="34" charset="0"/>
              <a:buChar char="•"/>
            </a:pPr>
            <a:r>
              <a:rPr lang="en-US" altLang="en-US" sz="1600" dirty="0">
                <a:solidFill>
                  <a:prstClr val="black"/>
                </a:solidFill>
                <a:latin typeface="Arial" panose="020B0604020202020204" pitchFamily="34" charset="0"/>
                <a:cs typeface="Arial" panose="020B0604020202020204" pitchFamily="34" charset="0"/>
              </a:rPr>
              <a:t>We do this by defining an H/L cone that marks the transition between erosion and deposition. That is, inside the H/L cone, the volume is still increasing. Outside the H/L cone, the volume is maintained or decreasing (depositing).  </a:t>
            </a:r>
          </a:p>
          <a:p>
            <a:pPr marL="285750" indent="-285750">
              <a:spcBef>
                <a:spcPct val="0"/>
              </a:spcBef>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How do we identify an H/L cone that represents this transition?</a:t>
            </a:r>
          </a:p>
          <a:p>
            <a:pPr marL="1314450" lvl="1" indent="-285750">
              <a:spcBef>
                <a:spcPct val="0"/>
              </a:spcBef>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from net erosion to net deposition</a:t>
            </a:r>
          </a:p>
          <a:p>
            <a:pPr marL="1314450" lvl="1" indent="-285750">
              <a:spcBef>
                <a:spcPct val="0"/>
              </a:spcBef>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from steep slopes to moderate slopes (20°-30°), that is, find the break in slope</a:t>
            </a:r>
          </a:p>
          <a:p>
            <a:pPr marL="1314450" lvl="1" indent="-285750">
              <a:spcBef>
                <a:spcPct val="0"/>
              </a:spcBef>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from pyroclastic debris fans to more channelized flows</a:t>
            </a:r>
          </a:p>
        </p:txBody>
      </p:sp>
      <p:grpSp>
        <p:nvGrpSpPr>
          <p:cNvPr id="2" name="Group 1">
            <a:extLst>
              <a:ext uri="{FF2B5EF4-FFF2-40B4-BE49-F238E27FC236}">
                <a16:creationId xmlns:a16="http://schemas.microsoft.com/office/drawing/2014/main" id="{7ADC5AB5-E29B-52B7-0C6B-AABC9A2B932E}"/>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FB66F966-F9BB-F9C3-6958-7D4671D96AE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AE7CFDC7-C853-7DE3-6F29-8B8C9C8E9250}"/>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CC33E4C4-DEDF-C32B-6DB2-639E53C5D655}"/>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FA75267D-26F2-0CA0-63ED-0EEC5DF348E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4F82B149-9B45-EAD2-F924-22B88C0901B0}"/>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1679886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5"/>
          <p:cNvSpPr>
            <a:spLocks noGrp="1"/>
          </p:cNvSpPr>
          <p:nvPr>
            <p:ph type="body" idx="4294967295"/>
          </p:nvPr>
        </p:nvSpPr>
        <p:spPr>
          <a:xfrm>
            <a:off x="209309" y="182562"/>
            <a:ext cx="5843036" cy="733425"/>
          </a:xfrm>
        </p:spPr>
        <p:txBody>
          <a:bodyPr>
            <a:noAutofit/>
          </a:bodyPr>
          <a:lstStyle/>
          <a:p>
            <a:pPr marL="0" indent="0">
              <a:buNone/>
            </a:pPr>
            <a:r>
              <a:rPr lang="en-US" sz="2400" b="1" dirty="0"/>
              <a:t>∆H/L cone for LAHARZ proximal hazard zone</a:t>
            </a:r>
          </a:p>
        </p:txBody>
      </p:sp>
      <p:sp>
        <p:nvSpPr>
          <p:cNvPr id="8" name="Text Placeholder 7"/>
          <p:cNvSpPr>
            <a:spLocks noGrp="1"/>
          </p:cNvSpPr>
          <p:nvPr>
            <p:ph type="body" sz="half" idx="4294967295"/>
          </p:nvPr>
        </p:nvSpPr>
        <p:spPr>
          <a:xfrm>
            <a:off x="6497639" y="182562"/>
            <a:ext cx="5518763" cy="731838"/>
          </a:xfrm>
        </p:spPr>
        <p:txBody>
          <a:bodyPr>
            <a:normAutofit/>
          </a:bodyPr>
          <a:lstStyle/>
          <a:p>
            <a:pPr marL="0" indent="0">
              <a:buNone/>
            </a:pPr>
            <a:r>
              <a:rPr lang="en-US" sz="2400" b="1" dirty="0"/>
              <a:t>Energy cone (or ∆H/L cone) for PDCs</a:t>
            </a:r>
          </a:p>
        </p:txBody>
      </p:sp>
      <p:sp>
        <p:nvSpPr>
          <p:cNvPr id="7" name="Content Placeholder 6"/>
          <p:cNvSpPr>
            <a:spLocks noGrp="1"/>
          </p:cNvSpPr>
          <p:nvPr>
            <p:ph sz="quarter" idx="4294967295"/>
          </p:nvPr>
        </p:nvSpPr>
        <p:spPr>
          <a:xfrm>
            <a:off x="447262" y="940255"/>
            <a:ext cx="5575088" cy="3641684"/>
          </a:xfrm>
        </p:spPr>
        <p:txBody>
          <a:bodyPr>
            <a:normAutofit fontScale="85000" lnSpcReduction="10000"/>
          </a:bodyPr>
          <a:lstStyle/>
          <a:p>
            <a:r>
              <a:rPr lang="en-US" dirty="0"/>
              <a:t>Trying to find the ∆H/L cone where erosion ends and deposition begins (break in slope) in order to start the LAHARZ model</a:t>
            </a:r>
          </a:p>
          <a:p>
            <a:r>
              <a:rPr lang="en-US" dirty="0"/>
              <a:t>Has to do with the shape of the volcano, where most PDCs inundate, where the slopes are steepest</a:t>
            </a:r>
          </a:p>
          <a:p>
            <a:r>
              <a:rPr lang="en-US" dirty="0"/>
              <a:t>Depending on what value you choose, includes most average size PDCs and other proximal hazards </a:t>
            </a:r>
          </a:p>
          <a:p>
            <a:r>
              <a:rPr lang="en-US" dirty="0"/>
              <a:t>For many volcanoes, this is enough</a:t>
            </a:r>
          </a:p>
        </p:txBody>
      </p:sp>
      <p:sp>
        <p:nvSpPr>
          <p:cNvPr id="9" name="Content Placeholder 8"/>
          <p:cNvSpPr>
            <a:spLocks noGrp="1"/>
          </p:cNvSpPr>
          <p:nvPr>
            <p:ph sz="quarter" idx="4294967295"/>
          </p:nvPr>
        </p:nvSpPr>
        <p:spPr>
          <a:xfrm>
            <a:off x="6183312" y="915987"/>
            <a:ext cx="5843036" cy="4962299"/>
          </a:xfrm>
        </p:spPr>
        <p:txBody>
          <a:bodyPr>
            <a:normAutofit fontScale="85000" lnSpcReduction="10000"/>
          </a:bodyPr>
          <a:lstStyle/>
          <a:p>
            <a:r>
              <a:rPr lang="en-US" dirty="0"/>
              <a:t>Trying to find/predict the runout of PDCs of varying sizes</a:t>
            </a:r>
          </a:p>
          <a:p>
            <a:r>
              <a:rPr lang="en-US" dirty="0"/>
              <a:t>∆H/L value used has to do with the volume of the PDC</a:t>
            </a:r>
          </a:p>
          <a:p>
            <a:r>
              <a:rPr lang="en-US" dirty="0"/>
              <a:t>Lower values for larger PDCs (0.1-0.2) and higher values for smaller PDCs (0.2-0.5)</a:t>
            </a:r>
          </a:p>
          <a:p>
            <a:r>
              <a:rPr lang="en-US" dirty="0"/>
              <a:t>Important if you want to show energy cones for different size PDCs</a:t>
            </a:r>
          </a:p>
          <a:p>
            <a:r>
              <a:rPr lang="en-US" dirty="0"/>
              <a:t>For volcanoes with large PDCs, or populations that live very close to the volcano, it might be useful to have more than the 1 proximal hazard zone, and instead add another 1-2 energy cones representing larger (or smaller) volume PDCs</a:t>
            </a:r>
          </a:p>
        </p:txBody>
      </p:sp>
      <p:pic>
        <p:nvPicPr>
          <p:cNvPr id="10" name="Picture 17"/>
          <p:cNvPicPr>
            <a:picLocks noChangeAspect="1" noChangeArrowheads="1"/>
          </p:cNvPicPr>
          <p:nvPr/>
        </p:nvPicPr>
        <p:blipFill rotWithShape="1">
          <a:blip r:embed="rId2">
            <a:extLst>
              <a:ext uri="{28A0092B-C50C-407E-A947-70E740481C1C}">
                <a14:useLocalDpi xmlns:a14="http://schemas.microsoft.com/office/drawing/2010/main" val="0"/>
              </a:ext>
            </a:extLst>
          </a:blip>
          <a:srcRect l="3900" t="50779" r="2001"/>
          <a:stretch/>
        </p:blipFill>
        <p:spPr bwMode="auto">
          <a:xfrm>
            <a:off x="2056606" y="4751388"/>
            <a:ext cx="35941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9"/>
          <p:cNvSpPr txBox="1">
            <a:spLocks noChangeArrowheads="1"/>
          </p:cNvSpPr>
          <p:nvPr/>
        </p:nvSpPr>
        <p:spPr bwMode="auto">
          <a:xfrm rot="16200000">
            <a:off x="1365360" y="5443994"/>
            <a:ext cx="100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800" b="1" dirty="0">
                <a:latin typeface="Arial" panose="020B0604020202020204" pitchFamily="34" charset="0"/>
              </a:rPr>
              <a:t>Volume</a:t>
            </a:r>
          </a:p>
        </p:txBody>
      </p:sp>
      <p:sp>
        <p:nvSpPr>
          <p:cNvPr id="12" name="Text Box 24"/>
          <p:cNvSpPr txBox="1">
            <a:spLocks noChangeArrowheads="1"/>
          </p:cNvSpPr>
          <p:nvPr/>
        </p:nvSpPr>
        <p:spPr bwMode="auto">
          <a:xfrm>
            <a:off x="2921001" y="4477657"/>
            <a:ext cx="2497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dirty="0">
                <a:solidFill>
                  <a:srgbClr val="CC0000"/>
                </a:solidFill>
                <a:latin typeface="Arial" panose="020B0604020202020204" pitchFamily="34" charset="0"/>
              </a:rPr>
              <a:t>Volume peaks and declines</a:t>
            </a:r>
          </a:p>
        </p:txBody>
      </p:sp>
      <p:sp>
        <p:nvSpPr>
          <p:cNvPr id="13" name="Text Box 25"/>
          <p:cNvSpPr txBox="1">
            <a:spLocks noChangeArrowheads="1"/>
          </p:cNvSpPr>
          <p:nvPr/>
        </p:nvSpPr>
        <p:spPr bwMode="auto">
          <a:xfrm rot="-2324191">
            <a:off x="2442370" y="5346700"/>
            <a:ext cx="1138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a:solidFill>
                  <a:srgbClr val="CC0000"/>
                </a:solidFill>
                <a:latin typeface="Arial" panose="020B0604020202020204" pitchFamily="34" charset="0"/>
              </a:rPr>
              <a:t>net erosion</a:t>
            </a:r>
          </a:p>
        </p:txBody>
      </p:sp>
      <p:sp>
        <p:nvSpPr>
          <p:cNvPr id="14" name="Text Box 26"/>
          <p:cNvSpPr txBox="1">
            <a:spLocks noChangeArrowheads="1"/>
          </p:cNvSpPr>
          <p:nvPr/>
        </p:nvSpPr>
        <p:spPr bwMode="auto">
          <a:xfrm rot="2342754">
            <a:off x="4169570" y="5422900"/>
            <a:ext cx="1392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a:solidFill>
                  <a:srgbClr val="CC0000"/>
                </a:solidFill>
                <a:latin typeface="Arial" panose="020B0604020202020204" pitchFamily="34" charset="0"/>
              </a:rPr>
              <a:t>net deposition</a:t>
            </a:r>
          </a:p>
        </p:txBody>
      </p:sp>
      <p:sp>
        <p:nvSpPr>
          <p:cNvPr id="15" name="Rectangle 14"/>
          <p:cNvSpPr/>
          <p:nvPr/>
        </p:nvSpPr>
        <p:spPr>
          <a:xfrm>
            <a:off x="3885407" y="4737100"/>
            <a:ext cx="284163" cy="1600200"/>
          </a:xfrm>
          <a:prstGeom prst="rect">
            <a:avLst/>
          </a:prstGeom>
          <a:solidFill>
            <a:srgbClr val="FFC000">
              <a:alpha val="27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cxnSp>
        <p:nvCxnSpPr>
          <p:cNvPr id="3" name="Straight Connector 2"/>
          <p:cNvCxnSpPr/>
          <p:nvPr/>
        </p:nvCxnSpPr>
        <p:spPr>
          <a:xfrm>
            <a:off x="6096000" y="22338"/>
            <a:ext cx="0" cy="6800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57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oup 3"/>
          <p:cNvGrpSpPr/>
          <p:nvPr/>
        </p:nvGrpSpPr>
        <p:grpSpPr>
          <a:xfrm>
            <a:off x="1524000" y="554645"/>
            <a:ext cx="4060372" cy="3938429"/>
            <a:chOff x="43538" y="195415"/>
            <a:chExt cx="4060372" cy="3938429"/>
          </a:xfrm>
        </p:grpSpPr>
        <p:pic>
          <p:nvPicPr>
            <p:cNvPr id="5" name="Picture 5" descr="D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38" y="195415"/>
              <a:ext cx="4060372" cy="3938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5"/>
            <p:cNvSpPr/>
            <p:nvPr/>
          </p:nvSpPr>
          <p:spPr>
            <a:xfrm>
              <a:off x="2702196" y="1734490"/>
              <a:ext cx="1051765" cy="994358"/>
            </a:xfrm>
            <a:custGeom>
              <a:avLst/>
              <a:gdLst>
                <a:gd name="connsiteX0" fmla="*/ 553560 w 1051765"/>
                <a:gd name="connsiteY0" fmla="*/ 125063 h 994358"/>
                <a:gd name="connsiteX1" fmla="*/ 494104 w 1051765"/>
                <a:gd name="connsiteY1" fmla="*/ 84059 h 994358"/>
                <a:gd name="connsiteX2" fmla="*/ 422346 w 1051765"/>
                <a:gd name="connsiteY2" fmla="*/ 38954 h 994358"/>
                <a:gd name="connsiteX3" fmla="*/ 348538 w 1051765"/>
                <a:gd name="connsiteY3" fmla="*/ 6150 h 994358"/>
                <a:gd name="connsiteX4" fmla="*/ 319834 w 1051765"/>
                <a:gd name="connsiteY4" fmla="*/ 0 h 994358"/>
                <a:gd name="connsiteX5" fmla="*/ 340337 w 1051765"/>
                <a:gd name="connsiteY5" fmla="*/ 45105 h 994358"/>
                <a:gd name="connsiteX6" fmla="*/ 311634 w 1051765"/>
                <a:gd name="connsiteY6" fmla="*/ 86109 h 994358"/>
                <a:gd name="connsiteX7" fmla="*/ 287031 w 1051765"/>
                <a:gd name="connsiteY7" fmla="*/ 106611 h 994358"/>
                <a:gd name="connsiteX8" fmla="*/ 282930 w 1051765"/>
                <a:gd name="connsiteY8" fmla="*/ 123013 h 994358"/>
                <a:gd name="connsiteX9" fmla="*/ 317784 w 1051765"/>
                <a:gd name="connsiteY9" fmla="*/ 123013 h 994358"/>
                <a:gd name="connsiteX10" fmla="*/ 317784 w 1051765"/>
                <a:gd name="connsiteY10" fmla="*/ 164018 h 994358"/>
                <a:gd name="connsiteX11" fmla="*/ 313684 w 1051765"/>
                <a:gd name="connsiteY11" fmla="*/ 184520 h 994358"/>
                <a:gd name="connsiteX12" fmla="*/ 280880 w 1051765"/>
                <a:gd name="connsiteY12" fmla="*/ 161967 h 994358"/>
                <a:gd name="connsiteX13" fmla="*/ 252177 w 1051765"/>
                <a:gd name="connsiteY13" fmla="*/ 155817 h 994358"/>
                <a:gd name="connsiteX14" fmla="*/ 250127 w 1051765"/>
                <a:gd name="connsiteY14" fmla="*/ 198871 h 994358"/>
                <a:gd name="connsiteX15" fmla="*/ 209122 w 1051765"/>
                <a:gd name="connsiteY15" fmla="*/ 190671 h 994358"/>
                <a:gd name="connsiteX16" fmla="*/ 186570 w 1051765"/>
                <a:gd name="connsiteY16" fmla="*/ 176319 h 994358"/>
                <a:gd name="connsiteX17" fmla="*/ 147616 w 1051765"/>
                <a:gd name="connsiteY17" fmla="*/ 213223 h 994358"/>
                <a:gd name="connsiteX18" fmla="*/ 92260 w 1051765"/>
                <a:gd name="connsiteY18" fmla="*/ 221424 h 994358"/>
                <a:gd name="connsiteX19" fmla="*/ 43054 w 1051765"/>
                <a:gd name="connsiteY19" fmla="*/ 243976 h 994358"/>
                <a:gd name="connsiteX20" fmla="*/ 96360 w 1051765"/>
                <a:gd name="connsiteY20" fmla="*/ 276780 h 994358"/>
                <a:gd name="connsiteX21" fmla="*/ 131214 w 1051765"/>
                <a:gd name="connsiteY21" fmla="*/ 317784 h 994358"/>
                <a:gd name="connsiteX22" fmla="*/ 102511 w 1051765"/>
                <a:gd name="connsiteY22" fmla="*/ 321885 h 994358"/>
                <a:gd name="connsiteX23" fmla="*/ 59456 w 1051765"/>
                <a:gd name="connsiteY23" fmla="*/ 321885 h 994358"/>
                <a:gd name="connsiteX24" fmla="*/ 102511 w 1051765"/>
                <a:gd name="connsiteY24" fmla="*/ 369040 h 994358"/>
                <a:gd name="connsiteX25" fmla="*/ 125063 w 1051765"/>
                <a:gd name="connsiteY25" fmla="*/ 379291 h 994358"/>
                <a:gd name="connsiteX26" fmla="*/ 73808 w 1051765"/>
                <a:gd name="connsiteY26" fmla="*/ 397743 h 994358"/>
                <a:gd name="connsiteX27" fmla="*/ 49205 w 1051765"/>
                <a:gd name="connsiteY27" fmla="*/ 412095 h 994358"/>
                <a:gd name="connsiteX28" fmla="*/ 6150 w 1051765"/>
                <a:gd name="connsiteY28" fmla="*/ 397743 h 994358"/>
                <a:gd name="connsiteX29" fmla="*/ 0 w 1051765"/>
                <a:gd name="connsiteY29" fmla="*/ 442848 h 994358"/>
                <a:gd name="connsiteX30" fmla="*/ 77908 w 1051765"/>
                <a:gd name="connsiteY30" fmla="*/ 522807 h 994358"/>
                <a:gd name="connsiteX31" fmla="*/ 102511 w 1051765"/>
                <a:gd name="connsiteY31" fmla="*/ 567912 h 994358"/>
                <a:gd name="connsiteX32" fmla="*/ 102511 w 1051765"/>
                <a:gd name="connsiteY32" fmla="*/ 674523 h 994358"/>
                <a:gd name="connsiteX33" fmla="*/ 161967 w 1051765"/>
                <a:gd name="connsiteY33" fmla="*/ 692975 h 994358"/>
                <a:gd name="connsiteX34" fmla="*/ 176319 w 1051765"/>
                <a:gd name="connsiteY34" fmla="*/ 748332 h 994358"/>
                <a:gd name="connsiteX35" fmla="*/ 211173 w 1051765"/>
                <a:gd name="connsiteY35" fmla="*/ 748332 h 994358"/>
                <a:gd name="connsiteX36" fmla="*/ 213223 w 1051765"/>
                <a:gd name="connsiteY36" fmla="*/ 797537 h 994358"/>
                <a:gd name="connsiteX37" fmla="*/ 225524 w 1051765"/>
                <a:gd name="connsiteY37" fmla="*/ 818039 h 994358"/>
                <a:gd name="connsiteX38" fmla="*/ 200921 w 1051765"/>
                <a:gd name="connsiteY38" fmla="*/ 873395 h 994358"/>
                <a:gd name="connsiteX39" fmla="*/ 192721 w 1051765"/>
                <a:gd name="connsiteY39" fmla="*/ 914400 h 994358"/>
                <a:gd name="connsiteX40" fmla="*/ 293182 w 1051765"/>
                <a:gd name="connsiteY40" fmla="*/ 963605 h 994358"/>
                <a:gd name="connsiteX41" fmla="*/ 387492 w 1051765"/>
                <a:gd name="connsiteY41" fmla="*/ 994358 h 994358"/>
                <a:gd name="connsiteX42" fmla="*/ 432597 w 1051765"/>
                <a:gd name="connsiteY42" fmla="*/ 969756 h 994358"/>
                <a:gd name="connsiteX43" fmla="*/ 455149 w 1051765"/>
                <a:gd name="connsiteY43" fmla="*/ 930801 h 994358"/>
                <a:gd name="connsiteX44" fmla="*/ 504355 w 1051765"/>
                <a:gd name="connsiteY44" fmla="*/ 926701 h 994358"/>
                <a:gd name="connsiteX45" fmla="*/ 524857 w 1051765"/>
                <a:gd name="connsiteY45" fmla="*/ 943103 h 994358"/>
                <a:gd name="connsiteX46" fmla="*/ 526907 w 1051765"/>
                <a:gd name="connsiteY46" fmla="*/ 924651 h 994358"/>
                <a:gd name="connsiteX47" fmla="*/ 531008 w 1051765"/>
                <a:gd name="connsiteY47" fmla="*/ 910299 h 994358"/>
                <a:gd name="connsiteX48" fmla="*/ 531008 w 1051765"/>
                <a:gd name="connsiteY48" fmla="*/ 910299 h 994358"/>
                <a:gd name="connsiteX49" fmla="*/ 520756 w 1051765"/>
                <a:gd name="connsiteY49" fmla="*/ 895948 h 994358"/>
                <a:gd name="connsiteX50" fmla="*/ 518706 w 1051765"/>
                <a:gd name="connsiteY50" fmla="*/ 887747 h 994358"/>
                <a:gd name="connsiteX51" fmla="*/ 510505 w 1051765"/>
                <a:gd name="connsiteY51" fmla="*/ 879546 h 994358"/>
                <a:gd name="connsiteX52" fmla="*/ 506405 w 1051765"/>
                <a:gd name="connsiteY52" fmla="*/ 873395 h 994358"/>
                <a:gd name="connsiteX53" fmla="*/ 506405 w 1051765"/>
                <a:gd name="connsiteY53" fmla="*/ 873395 h 994358"/>
                <a:gd name="connsiteX54" fmla="*/ 547409 w 1051765"/>
                <a:gd name="connsiteY54" fmla="*/ 869295 h 994358"/>
                <a:gd name="connsiteX55" fmla="*/ 621217 w 1051765"/>
                <a:gd name="connsiteY55" fmla="*/ 930801 h 994358"/>
                <a:gd name="connsiteX56" fmla="*/ 654021 w 1051765"/>
                <a:gd name="connsiteY56" fmla="*/ 992308 h 994358"/>
                <a:gd name="connsiteX57" fmla="*/ 670423 w 1051765"/>
                <a:gd name="connsiteY57" fmla="*/ 951304 h 994358"/>
                <a:gd name="connsiteX58" fmla="*/ 649921 w 1051765"/>
                <a:gd name="connsiteY58" fmla="*/ 908249 h 994358"/>
                <a:gd name="connsiteX59" fmla="*/ 664272 w 1051765"/>
                <a:gd name="connsiteY59" fmla="*/ 830340 h 994358"/>
                <a:gd name="connsiteX60" fmla="*/ 699126 w 1051765"/>
                <a:gd name="connsiteY60" fmla="*/ 863144 h 994358"/>
                <a:gd name="connsiteX61" fmla="*/ 752432 w 1051765"/>
                <a:gd name="connsiteY61" fmla="*/ 861094 h 994358"/>
                <a:gd name="connsiteX62" fmla="*/ 820089 w 1051765"/>
                <a:gd name="connsiteY62" fmla="*/ 865194 h 994358"/>
                <a:gd name="connsiteX63" fmla="*/ 889797 w 1051765"/>
                <a:gd name="connsiteY63" fmla="*/ 906199 h 994358"/>
                <a:gd name="connsiteX64" fmla="*/ 908249 w 1051765"/>
                <a:gd name="connsiteY64" fmla="*/ 797537 h 994358"/>
                <a:gd name="connsiteX65" fmla="*/ 922600 w 1051765"/>
                <a:gd name="connsiteY65" fmla="*/ 707327 h 994358"/>
                <a:gd name="connsiteX66" fmla="*/ 904148 w 1051765"/>
                <a:gd name="connsiteY66" fmla="*/ 629419 h 994358"/>
                <a:gd name="connsiteX67" fmla="*/ 957454 w 1051765"/>
                <a:gd name="connsiteY67" fmla="*/ 666323 h 994358"/>
                <a:gd name="connsiteX68" fmla="*/ 1018961 w 1051765"/>
                <a:gd name="connsiteY68" fmla="*/ 660172 h 994358"/>
                <a:gd name="connsiteX69" fmla="*/ 1051765 w 1051765"/>
                <a:gd name="connsiteY69" fmla="*/ 660172 h 994358"/>
                <a:gd name="connsiteX70" fmla="*/ 980007 w 1051765"/>
                <a:gd name="connsiteY70" fmla="*/ 578163 h 994358"/>
                <a:gd name="connsiteX71" fmla="*/ 908249 w 1051765"/>
                <a:gd name="connsiteY71" fmla="*/ 526907 h 994358"/>
                <a:gd name="connsiteX72" fmla="*/ 873395 w 1051765"/>
                <a:gd name="connsiteY72" fmla="*/ 475652 h 994358"/>
                <a:gd name="connsiteX73" fmla="*/ 932852 w 1051765"/>
                <a:gd name="connsiteY73" fmla="*/ 459250 h 994358"/>
                <a:gd name="connsiteX74" fmla="*/ 945153 w 1051765"/>
                <a:gd name="connsiteY74" fmla="*/ 428497 h 994358"/>
                <a:gd name="connsiteX75" fmla="*/ 939002 w 1051765"/>
                <a:gd name="connsiteY75" fmla="*/ 369040 h 994358"/>
                <a:gd name="connsiteX76" fmla="*/ 988208 w 1051765"/>
                <a:gd name="connsiteY76" fmla="*/ 330086 h 994358"/>
                <a:gd name="connsiteX77" fmla="*/ 990258 w 1051765"/>
                <a:gd name="connsiteY77" fmla="*/ 309584 h 994358"/>
                <a:gd name="connsiteX78" fmla="*/ 861094 w 1051765"/>
                <a:gd name="connsiteY78" fmla="*/ 276780 h 994358"/>
                <a:gd name="connsiteX79" fmla="*/ 795487 w 1051765"/>
                <a:gd name="connsiteY79" fmla="*/ 248077 h 994358"/>
                <a:gd name="connsiteX80" fmla="*/ 740130 w 1051765"/>
                <a:gd name="connsiteY80" fmla="*/ 219374 h 994358"/>
                <a:gd name="connsiteX81" fmla="*/ 738080 w 1051765"/>
                <a:gd name="connsiteY81" fmla="*/ 155817 h 994358"/>
                <a:gd name="connsiteX82" fmla="*/ 740130 w 1051765"/>
                <a:gd name="connsiteY82" fmla="*/ 133264 h 994358"/>
                <a:gd name="connsiteX83" fmla="*/ 695026 w 1051765"/>
                <a:gd name="connsiteY83" fmla="*/ 84059 h 994358"/>
                <a:gd name="connsiteX84" fmla="*/ 672473 w 1051765"/>
                <a:gd name="connsiteY84" fmla="*/ 47155 h 994358"/>
                <a:gd name="connsiteX85" fmla="*/ 668373 w 1051765"/>
                <a:gd name="connsiteY85" fmla="*/ 2050 h 994358"/>
                <a:gd name="connsiteX86" fmla="*/ 623268 w 1051765"/>
                <a:gd name="connsiteY86" fmla="*/ 32803 h 994358"/>
                <a:gd name="connsiteX87" fmla="*/ 569962 w 1051765"/>
                <a:gd name="connsiteY87" fmla="*/ 65607 h 994358"/>
                <a:gd name="connsiteX88" fmla="*/ 553560 w 1051765"/>
                <a:gd name="connsiteY88" fmla="*/ 125063 h 99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051765" h="994358">
                  <a:moveTo>
                    <a:pt x="553560" y="125063"/>
                  </a:moveTo>
                  <a:lnTo>
                    <a:pt x="494104" y="84059"/>
                  </a:lnTo>
                  <a:lnTo>
                    <a:pt x="422346" y="38954"/>
                  </a:lnTo>
                  <a:lnTo>
                    <a:pt x="348538" y="6150"/>
                  </a:lnTo>
                  <a:lnTo>
                    <a:pt x="319834" y="0"/>
                  </a:lnTo>
                  <a:lnTo>
                    <a:pt x="340337" y="45105"/>
                  </a:lnTo>
                  <a:lnTo>
                    <a:pt x="311634" y="86109"/>
                  </a:lnTo>
                  <a:lnTo>
                    <a:pt x="287031" y="106611"/>
                  </a:lnTo>
                  <a:lnTo>
                    <a:pt x="282930" y="123013"/>
                  </a:lnTo>
                  <a:lnTo>
                    <a:pt x="317784" y="123013"/>
                  </a:lnTo>
                  <a:lnTo>
                    <a:pt x="317784" y="164018"/>
                  </a:lnTo>
                  <a:lnTo>
                    <a:pt x="313684" y="184520"/>
                  </a:lnTo>
                  <a:lnTo>
                    <a:pt x="280880" y="161967"/>
                  </a:lnTo>
                  <a:lnTo>
                    <a:pt x="252177" y="155817"/>
                  </a:lnTo>
                  <a:lnTo>
                    <a:pt x="250127" y="198871"/>
                  </a:lnTo>
                  <a:lnTo>
                    <a:pt x="209122" y="190671"/>
                  </a:lnTo>
                  <a:lnTo>
                    <a:pt x="186570" y="176319"/>
                  </a:lnTo>
                  <a:lnTo>
                    <a:pt x="147616" y="213223"/>
                  </a:lnTo>
                  <a:lnTo>
                    <a:pt x="92260" y="221424"/>
                  </a:lnTo>
                  <a:lnTo>
                    <a:pt x="43054" y="243976"/>
                  </a:lnTo>
                  <a:lnTo>
                    <a:pt x="96360" y="276780"/>
                  </a:lnTo>
                  <a:lnTo>
                    <a:pt x="131214" y="317784"/>
                  </a:lnTo>
                  <a:lnTo>
                    <a:pt x="102511" y="321885"/>
                  </a:lnTo>
                  <a:lnTo>
                    <a:pt x="59456" y="321885"/>
                  </a:lnTo>
                  <a:lnTo>
                    <a:pt x="102511" y="369040"/>
                  </a:lnTo>
                  <a:lnTo>
                    <a:pt x="125063" y="379291"/>
                  </a:lnTo>
                  <a:lnTo>
                    <a:pt x="73808" y="397743"/>
                  </a:lnTo>
                  <a:lnTo>
                    <a:pt x="49205" y="412095"/>
                  </a:lnTo>
                  <a:lnTo>
                    <a:pt x="6150" y="397743"/>
                  </a:lnTo>
                  <a:lnTo>
                    <a:pt x="0" y="442848"/>
                  </a:lnTo>
                  <a:lnTo>
                    <a:pt x="77908" y="522807"/>
                  </a:lnTo>
                  <a:lnTo>
                    <a:pt x="102511" y="567912"/>
                  </a:lnTo>
                  <a:lnTo>
                    <a:pt x="102511" y="674523"/>
                  </a:lnTo>
                  <a:lnTo>
                    <a:pt x="161967" y="692975"/>
                  </a:lnTo>
                  <a:lnTo>
                    <a:pt x="176319" y="748332"/>
                  </a:lnTo>
                  <a:lnTo>
                    <a:pt x="211173" y="748332"/>
                  </a:lnTo>
                  <a:cubicBezTo>
                    <a:pt x="211856" y="764734"/>
                    <a:pt x="212540" y="781135"/>
                    <a:pt x="213223" y="797537"/>
                  </a:cubicBezTo>
                  <a:lnTo>
                    <a:pt x="225524" y="818039"/>
                  </a:lnTo>
                  <a:lnTo>
                    <a:pt x="200921" y="873395"/>
                  </a:lnTo>
                  <a:lnTo>
                    <a:pt x="192721" y="914400"/>
                  </a:lnTo>
                  <a:lnTo>
                    <a:pt x="293182" y="963605"/>
                  </a:lnTo>
                  <a:lnTo>
                    <a:pt x="387492" y="994358"/>
                  </a:lnTo>
                  <a:lnTo>
                    <a:pt x="432597" y="969756"/>
                  </a:lnTo>
                  <a:lnTo>
                    <a:pt x="455149" y="930801"/>
                  </a:lnTo>
                  <a:lnTo>
                    <a:pt x="504355" y="926701"/>
                  </a:lnTo>
                  <a:lnTo>
                    <a:pt x="524857" y="943103"/>
                  </a:lnTo>
                  <a:cubicBezTo>
                    <a:pt x="525540" y="936952"/>
                    <a:pt x="525693" y="930719"/>
                    <a:pt x="526907" y="924651"/>
                  </a:cubicBezTo>
                  <a:cubicBezTo>
                    <a:pt x="531224" y="903066"/>
                    <a:pt x="531008" y="918037"/>
                    <a:pt x="531008" y="910299"/>
                  </a:cubicBezTo>
                  <a:lnTo>
                    <a:pt x="531008" y="910299"/>
                  </a:lnTo>
                  <a:cubicBezTo>
                    <a:pt x="527591" y="905515"/>
                    <a:pt x="523571" y="901109"/>
                    <a:pt x="520756" y="895948"/>
                  </a:cubicBezTo>
                  <a:cubicBezTo>
                    <a:pt x="519407" y="893474"/>
                    <a:pt x="520199" y="890136"/>
                    <a:pt x="518706" y="887747"/>
                  </a:cubicBezTo>
                  <a:cubicBezTo>
                    <a:pt x="516657" y="884469"/>
                    <a:pt x="512649" y="882763"/>
                    <a:pt x="510505" y="879546"/>
                  </a:cubicBezTo>
                  <a:lnTo>
                    <a:pt x="506405" y="873395"/>
                  </a:lnTo>
                  <a:lnTo>
                    <a:pt x="506405" y="873395"/>
                  </a:lnTo>
                  <a:lnTo>
                    <a:pt x="547409" y="869295"/>
                  </a:lnTo>
                  <a:lnTo>
                    <a:pt x="621217" y="930801"/>
                  </a:lnTo>
                  <a:lnTo>
                    <a:pt x="654021" y="992308"/>
                  </a:lnTo>
                  <a:lnTo>
                    <a:pt x="670423" y="951304"/>
                  </a:lnTo>
                  <a:lnTo>
                    <a:pt x="649921" y="908249"/>
                  </a:lnTo>
                  <a:lnTo>
                    <a:pt x="664272" y="830340"/>
                  </a:lnTo>
                  <a:lnTo>
                    <a:pt x="699126" y="863144"/>
                  </a:lnTo>
                  <a:lnTo>
                    <a:pt x="752432" y="861094"/>
                  </a:lnTo>
                  <a:lnTo>
                    <a:pt x="820089" y="865194"/>
                  </a:lnTo>
                  <a:lnTo>
                    <a:pt x="889797" y="906199"/>
                  </a:lnTo>
                  <a:lnTo>
                    <a:pt x="908249" y="797537"/>
                  </a:lnTo>
                  <a:lnTo>
                    <a:pt x="922600" y="707327"/>
                  </a:lnTo>
                  <a:lnTo>
                    <a:pt x="904148" y="629419"/>
                  </a:lnTo>
                  <a:lnTo>
                    <a:pt x="957454" y="666323"/>
                  </a:lnTo>
                  <a:lnTo>
                    <a:pt x="1018961" y="660172"/>
                  </a:lnTo>
                  <a:lnTo>
                    <a:pt x="1051765" y="660172"/>
                  </a:lnTo>
                  <a:lnTo>
                    <a:pt x="980007" y="578163"/>
                  </a:lnTo>
                  <a:lnTo>
                    <a:pt x="908249" y="526907"/>
                  </a:lnTo>
                  <a:lnTo>
                    <a:pt x="873395" y="475652"/>
                  </a:lnTo>
                  <a:lnTo>
                    <a:pt x="932852" y="459250"/>
                  </a:lnTo>
                  <a:lnTo>
                    <a:pt x="945153" y="428497"/>
                  </a:lnTo>
                  <a:lnTo>
                    <a:pt x="939002" y="369040"/>
                  </a:lnTo>
                  <a:lnTo>
                    <a:pt x="988208" y="330086"/>
                  </a:lnTo>
                  <a:lnTo>
                    <a:pt x="990258" y="309584"/>
                  </a:lnTo>
                  <a:lnTo>
                    <a:pt x="861094" y="276780"/>
                  </a:lnTo>
                  <a:lnTo>
                    <a:pt x="795487" y="248077"/>
                  </a:lnTo>
                  <a:lnTo>
                    <a:pt x="740130" y="219374"/>
                  </a:lnTo>
                  <a:cubicBezTo>
                    <a:pt x="739447" y="198188"/>
                    <a:pt x="738763" y="177003"/>
                    <a:pt x="738080" y="155817"/>
                  </a:cubicBezTo>
                  <a:lnTo>
                    <a:pt x="740130" y="133264"/>
                  </a:lnTo>
                  <a:lnTo>
                    <a:pt x="695026" y="84059"/>
                  </a:lnTo>
                  <a:lnTo>
                    <a:pt x="672473" y="47155"/>
                  </a:lnTo>
                  <a:lnTo>
                    <a:pt x="668373" y="2050"/>
                  </a:lnTo>
                  <a:lnTo>
                    <a:pt x="623268" y="32803"/>
                  </a:lnTo>
                  <a:lnTo>
                    <a:pt x="569962" y="65607"/>
                  </a:lnTo>
                  <a:lnTo>
                    <a:pt x="553560" y="125063"/>
                  </a:lnTo>
                  <a:close/>
                </a:path>
              </a:pathLst>
            </a:custGeom>
            <a:solidFill>
              <a:srgbClr val="7030A0"/>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Content Placeholder 4"/>
          <p:cNvPicPr>
            <a:picLocks noChangeAspect="1"/>
          </p:cNvPicPr>
          <p:nvPr/>
        </p:nvPicPr>
        <p:blipFill rotWithShape="1">
          <a:blip r:embed="rId3" cstate="print">
            <a:extLst>
              <a:ext uri="{28A0092B-C50C-407E-A947-70E740481C1C}">
                <a14:useLocalDpi xmlns:a14="http://schemas.microsoft.com/office/drawing/2010/main" val="0"/>
              </a:ext>
            </a:extLst>
          </a:blip>
          <a:srcRect l="1955" t="6340" r="49555" b="30559"/>
          <a:stretch/>
        </p:blipFill>
        <p:spPr>
          <a:xfrm>
            <a:off x="5736772" y="554645"/>
            <a:ext cx="4659086" cy="3962927"/>
          </a:xfrm>
          <a:prstGeom prst="rect">
            <a:avLst/>
          </a:prstGeom>
        </p:spPr>
      </p:pic>
      <p:pic>
        <p:nvPicPr>
          <p:cNvPr id="8" name="Picture 7"/>
          <p:cNvPicPr>
            <a:picLocks noChangeAspect="1"/>
          </p:cNvPicPr>
          <p:nvPr/>
        </p:nvPicPr>
        <p:blipFill rotWithShape="1">
          <a:blip r:embed="rId4"/>
          <a:srcRect b="26189"/>
          <a:stretch/>
        </p:blipFill>
        <p:spPr>
          <a:xfrm>
            <a:off x="1744436" y="4634572"/>
            <a:ext cx="3619500" cy="928028"/>
          </a:xfrm>
          <a:prstGeom prst="rect">
            <a:avLst/>
          </a:prstGeom>
        </p:spPr>
      </p:pic>
      <p:pic>
        <p:nvPicPr>
          <p:cNvPr id="10" name="Picture 9"/>
          <p:cNvPicPr>
            <a:picLocks noChangeAspect="1"/>
          </p:cNvPicPr>
          <p:nvPr/>
        </p:nvPicPr>
        <p:blipFill rotWithShape="1">
          <a:blip r:embed="rId5"/>
          <a:srcRect b="26651"/>
          <a:stretch/>
        </p:blipFill>
        <p:spPr>
          <a:xfrm>
            <a:off x="6328003" y="4615522"/>
            <a:ext cx="3476625" cy="936192"/>
          </a:xfrm>
          <a:prstGeom prst="rect">
            <a:avLst/>
          </a:prstGeom>
        </p:spPr>
      </p:pic>
      <p:grpSp>
        <p:nvGrpSpPr>
          <p:cNvPr id="2" name="Group 1">
            <a:extLst>
              <a:ext uri="{FF2B5EF4-FFF2-40B4-BE49-F238E27FC236}">
                <a16:creationId xmlns:a16="http://schemas.microsoft.com/office/drawing/2014/main" id="{81D17217-3A1A-7087-868D-700334A92F0B}"/>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B6E3F2E6-4664-881E-1997-8457EF716A69}"/>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25306FCC-5C66-4F95-41E6-B6960C76D471}"/>
                </a:ext>
              </a:extLst>
            </p:cNvPr>
            <p:cNvGrpSpPr/>
            <p:nvPr/>
          </p:nvGrpSpPr>
          <p:grpSpPr>
            <a:xfrm>
              <a:off x="2" y="6361501"/>
              <a:ext cx="12301842" cy="640080"/>
              <a:chOff x="2" y="6361501"/>
              <a:chExt cx="12301842" cy="640080"/>
            </a:xfrm>
          </p:grpSpPr>
          <p:pic>
            <p:nvPicPr>
              <p:cNvPr id="11" name="Picture 10" descr="USGS.png">
                <a:extLst>
                  <a:ext uri="{FF2B5EF4-FFF2-40B4-BE49-F238E27FC236}">
                    <a16:creationId xmlns:a16="http://schemas.microsoft.com/office/drawing/2014/main" id="{3B4A06C9-B040-CFB9-ED3A-FC1DADDECC37}"/>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2" name="Picture 11" descr="Horizontal_CMYK_600.tif">
                <a:extLst>
                  <a:ext uri="{FF2B5EF4-FFF2-40B4-BE49-F238E27FC236}">
                    <a16:creationId xmlns:a16="http://schemas.microsoft.com/office/drawing/2014/main" id="{314318BC-A719-945D-59AF-4FEB2AB6BBBB}"/>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3" name="Picture 12">
                <a:extLst>
                  <a:ext uri="{FF2B5EF4-FFF2-40B4-BE49-F238E27FC236}">
                    <a16:creationId xmlns:a16="http://schemas.microsoft.com/office/drawing/2014/main" id="{89A48BA8-A343-7F75-2386-A8BEE4B59E03}"/>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997836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p:cNvSpPr/>
          <p:nvPr/>
        </p:nvSpPr>
        <p:spPr>
          <a:xfrm>
            <a:off x="327990" y="1041213"/>
            <a:ext cx="11648661" cy="5016758"/>
          </a:xfrm>
          <a:prstGeom prst="rect">
            <a:avLst/>
          </a:prstGeom>
        </p:spPr>
        <p:txBody>
          <a:bodyPr wrap="square">
            <a:spAutoFit/>
          </a:bodyPr>
          <a:lstStyle/>
          <a:p>
            <a:r>
              <a:rPr lang="en-US" sz="2000" b="1" dirty="0">
                <a:solidFill>
                  <a:srgbClr val="222222"/>
                </a:solidFill>
                <a:latin typeface="Arial" panose="020B0604020202020204" pitchFamily="34" charset="0"/>
              </a:rPr>
              <a:t>For volcanoes with moderate PDCs/low population density:</a:t>
            </a:r>
          </a:p>
          <a:p>
            <a:r>
              <a:rPr lang="en-US" sz="2000" dirty="0">
                <a:solidFill>
                  <a:srgbClr val="222222"/>
                </a:solidFill>
                <a:latin typeface="Arial" panose="020B0604020202020204" pitchFamily="34" charset="0"/>
              </a:rPr>
              <a:t>1. Run LAHARZ using an H/L cone that identifies where lahars will switch from deposition to erosion. This is sort of like identifying where the break in slope is at your volcano. It is usually between 0.1-0.3 and will depend a bit on the size of the volcano. Use the starting points it finds to run LAHARZ for your desired range of lahar volumes (you can always edit the starting point list down to one point per stream, it usually identifies too many points). Display this H/L cone on the map and call it the 'proximal hazard zone' for PDCs and ballistics. Done!</a:t>
            </a:r>
          </a:p>
          <a:p>
            <a:br>
              <a:rPr lang="en-US" sz="2000" dirty="0">
                <a:solidFill>
                  <a:srgbClr val="222222"/>
                </a:solidFill>
                <a:latin typeface="Arial" panose="020B0604020202020204" pitchFamily="34" charset="0"/>
              </a:rPr>
            </a:br>
            <a:r>
              <a:rPr lang="en-US" sz="2000" b="1" dirty="0">
                <a:solidFill>
                  <a:srgbClr val="222222"/>
                </a:solidFill>
                <a:latin typeface="Arial" panose="020B0604020202020204" pitchFamily="34" charset="0"/>
              </a:rPr>
              <a:t>For volcanoes with large PDCs, or high population densities near the volcano:</a:t>
            </a:r>
          </a:p>
          <a:p>
            <a:r>
              <a:rPr lang="en-US" sz="2000" dirty="0">
                <a:solidFill>
                  <a:srgbClr val="222222"/>
                </a:solidFill>
                <a:latin typeface="Arial" panose="020B0604020202020204" pitchFamily="34" charset="0"/>
              </a:rPr>
              <a:t>2. Create more PDC hazard zones instead of just one proximal hazard zone. Use the H/L cone from step 1 to run LAHARZ. Choose some PDC volumes, maybe 0.001, 0.01, 0.1 km</a:t>
            </a:r>
            <a:r>
              <a:rPr lang="en-US" sz="2000" baseline="30000" dirty="0">
                <a:solidFill>
                  <a:srgbClr val="222222"/>
                </a:solidFill>
                <a:latin typeface="Arial" panose="020B0604020202020204" pitchFamily="34" charset="0"/>
              </a:rPr>
              <a:t>3</a:t>
            </a:r>
            <a:r>
              <a:rPr lang="en-US" sz="2000" dirty="0">
                <a:solidFill>
                  <a:srgbClr val="222222"/>
                </a:solidFill>
                <a:latin typeface="Arial" panose="020B0604020202020204" pitchFamily="34" charset="0"/>
              </a:rPr>
              <a:t> (depends on your volcano). Using these volumes, use the regression equations to find what an appropriate H/L value is for these PDC volumes. Use the LAHARZ proximal hazard zone tool to make H/L cones for these values (but don't run LAHARZ again from these points!). Display these different H/L cones on the map and label them something like 'High probability PDC zone' for the smallest volume/smallest H/L cone, etc. </a:t>
            </a:r>
          </a:p>
        </p:txBody>
      </p:sp>
      <p:sp>
        <p:nvSpPr>
          <p:cNvPr id="2" name="TextBox 1">
            <a:extLst>
              <a:ext uri="{FF2B5EF4-FFF2-40B4-BE49-F238E27FC236}">
                <a16:creationId xmlns:a16="http://schemas.microsoft.com/office/drawing/2014/main" id="{CB098E28-2437-F4E8-844E-03BE051926CC}"/>
              </a:ext>
            </a:extLst>
          </p:cNvPr>
          <p:cNvSpPr txBox="1"/>
          <p:nvPr/>
        </p:nvSpPr>
        <p:spPr>
          <a:xfrm>
            <a:off x="2840750" y="316870"/>
            <a:ext cx="6531340" cy="523220"/>
          </a:xfrm>
          <a:prstGeom prst="rect">
            <a:avLst/>
          </a:prstGeom>
          <a:noFill/>
        </p:spPr>
        <p:txBody>
          <a:bodyPr wrap="none" rtlCol="0">
            <a:spAutoFit/>
          </a:bodyPr>
          <a:lstStyle/>
          <a:p>
            <a:r>
              <a:rPr lang="en-US" sz="2800" dirty="0"/>
              <a:t>Possible Lahar and PDC Modeling Workflow</a:t>
            </a:r>
          </a:p>
        </p:txBody>
      </p:sp>
      <p:grpSp>
        <p:nvGrpSpPr>
          <p:cNvPr id="3" name="Group 2">
            <a:extLst>
              <a:ext uri="{FF2B5EF4-FFF2-40B4-BE49-F238E27FC236}">
                <a16:creationId xmlns:a16="http://schemas.microsoft.com/office/drawing/2014/main" id="{DE14265B-8399-A808-3EA9-6ADF7D5A16AF}"/>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9BA6FE3F-28B9-2264-5A00-B43B84F5B33D}"/>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B89215AF-367D-3C88-BB20-67DC4AF3A8D6}"/>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E2AF93BA-068F-3D5C-0160-1DB3AD6D65D2}"/>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D91DF09C-5E69-9E38-6385-3578F5F5FDDE}"/>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252E83ED-279D-07DA-AF12-D2307DA00D66}"/>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123005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478" y="257225"/>
            <a:ext cx="2362200" cy="990600"/>
          </a:xfrm>
        </p:spPr>
        <p:txBody>
          <a:bodyPr/>
          <a:lstStyle/>
          <a:p>
            <a:r>
              <a:rPr lang="en-US" dirty="0"/>
              <a:t>TITAN2D</a:t>
            </a:r>
          </a:p>
        </p:txBody>
      </p:sp>
      <p:sp>
        <p:nvSpPr>
          <p:cNvPr id="7" name="Text Placeholder 6"/>
          <p:cNvSpPr>
            <a:spLocks noGrp="1"/>
          </p:cNvSpPr>
          <p:nvPr>
            <p:ph type="body" idx="2"/>
          </p:nvPr>
        </p:nvSpPr>
        <p:spPr>
          <a:xfrm>
            <a:off x="248478" y="1295401"/>
            <a:ext cx="3458818" cy="4990421"/>
          </a:xfrm>
        </p:spPr>
        <p:txBody>
          <a:bodyPr>
            <a:normAutofit/>
          </a:bodyPr>
          <a:lstStyle/>
          <a:p>
            <a:pPr marL="285750" indent="-285750">
              <a:buFont typeface="Arial" pitchFamily="34" charset="0"/>
              <a:buChar char="•"/>
            </a:pPr>
            <a:r>
              <a:rPr lang="en-US" dirty="0"/>
              <a:t>TITAN2D is a computational model that simulates dry granular mass-flows over DEMs of natural terrain. </a:t>
            </a:r>
          </a:p>
          <a:p>
            <a:pPr marL="285750" indent="-285750">
              <a:buFont typeface="Arial" pitchFamily="34" charset="0"/>
              <a:buChar char="•"/>
            </a:pPr>
            <a:r>
              <a:rPr lang="en-US" dirty="0"/>
              <a:t>No ash-cloud surge!</a:t>
            </a:r>
          </a:p>
          <a:p>
            <a:pPr marL="285750" indent="-285750">
              <a:buFont typeface="Arial" pitchFamily="34" charset="0"/>
              <a:buChar char="•"/>
            </a:pPr>
            <a:r>
              <a:rPr lang="en-US" dirty="0"/>
              <a:t>Depth-averaged equations for the conservation of mass and momentum use Mohr-Coulomb friction terms.</a:t>
            </a:r>
          </a:p>
          <a:p>
            <a:pPr marL="285750" indent="-285750">
              <a:buFont typeface="Arial" pitchFamily="34" charset="0"/>
              <a:buChar char="•"/>
            </a:pPr>
            <a:r>
              <a:rPr lang="en-US" dirty="0"/>
              <a:t>Volume, basal and internal friction are model inputs</a:t>
            </a:r>
          </a:p>
          <a:p>
            <a:pPr marL="285750" indent="-285750">
              <a:buFont typeface="Arial" pitchFamily="34" charset="0"/>
              <a:buChar char="•"/>
            </a:pPr>
            <a:r>
              <a:rPr lang="en-US" dirty="0"/>
              <a:t>Comparisons of TITAN2D with both experimental and real pyroclastic flows have shown success in a wide variety of settings (Pitman et al. 2003; Patra et al. 2005; Rupp et al. 2006, etc.).</a:t>
            </a:r>
          </a:p>
          <a:p>
            <a:pPr marL="285750" indent="-285750">
              <a:buFont typeface="Arial" pitchFamily="34" charset="0"/>
              <a:buChar char="•"/>
            </a:pPr>
            <a:endParaRPr lang="en-US"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509" y="2553815"/>
            <a:ext cx="4200046" cy="343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0110813" y="5330289"/>
            <a:ext cx="1806742" cy="738664"/>
          </a:xfrm>
          <a:prstGeom prst="rect">
            <a:avLst/>
          </a:prstGeom>
          <a:solidFill>
            <a:schemeClr val="bg1"/>
          </a:solidFill>
        </p:spPr>
        <p:txBody>
          <a:bodyPr wrap="square" rtlCol="0">
            <a:spAutoFit/>
          </a:bodyPr>
          <a:lstStyle/>
          <a:p>
            <a:r>
              <a:rPr lang="en-US" sz="1400" dirty="0">
                <a:solidFill>
                  <a:prstClr val="black"/>
                </a:solidFill>
              </a:rPr>
              <a:t>Cerro Machin, Columbia (Murcia et al. 2010)</a:t>
            </a:r>
          </a:p>
        </p:txBody>
      </p:sp>
      <p:pic>
        <p:nvPicPr>
          <p:cNvPr id="11267"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0278" r="12690"/>
          <a:stretch/>
        </p:blipFill>
        <p:spPr bwMode="auto">
          <a:xfrm>
            <a:off x="4187617" y="2553815"/>
            <a:ext cx="3226973" cy="351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5759308" y="5526550"/>
            <a:ext cx="1806742" cy="523220"/>
          </a:xfrm>
          <a:prstGeom prst="rect">
            <a:avLst/>
          </a:prstGeom>
          <a:solidFill>
            <a:schemeClr val="bg1"/>
          </a:solidFill>
        </p:spPr>
        <p:txBody>
          <a:bodyPr wrap="square" rtlCol="0">
            <a:spAutoFit/>
          </a:bodyPr>
          <a:lstStyle/>
          <a:p>
            <a:r>
              <a:rPr lang="en-US" sz="1400" dirty="0">
                <a:solidFill>
                  <a:prstClr val="black"/>
                </a:solidFill>
              </a:rPr>
              <a:t>Mt. </a:t>
            </a:r>
            <a:r>
              <a:rPr lang="en-US" sz="1400" dirty="0" err="1">
                <a:solidFill>
                  <a:prstClr val="black"/>
                </a:solidFill>
              </a:rPr>
              <a:t>Taranaki</a:t>
            </a:r>
            <a:r>
              <a:rPr lang="en-US" sz="1400" dirty="0">
                <a:solidFill>
                  <a:prstClr val="black"/>
                </a:solidFill>
              </a:rPr>
              <a:t>, NZ (Proctor et al. 2010)</a:t>
            </a:r>
          </a:p>
        </p:txBody>
      </p:sp>
      <p:sp>
        <p:nvSpPr>
          <p:cNvPr id="12" name="Oval 11">
            <a:hlinkClick r:id="" action="ppaction://noaction"/>
          </p:cNvPr>
          <p:cNvSpPr/>
          <p:nvPr/>
        </p:nvSpPr>
        <p:spPr>
          <a:xfrm>
            <a:off x="3048000" y="381000"/>
            <a:ext cx="152400" cy="228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a:hlinkClick r:id="" action="ppaction://noaction"/>
          </p:cNvPr>
          <p:cNvSpPr/>
          <p:nvPr/>
        </p:nvSpPr>
        <p:spPr>
          <a:xfrm>
            <a:off x="2781300" y="190500"/>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15" name="Picture 14"/>
          <p:cNvPicPr>
            <a:picLocks noChangeAspect="1"/>
          </p:cNvPicPr>
          <p:nvPr/>
        </p:nvPicPr>
        <p:blipFill>
          <a:blip r:embed="rId5"/>
          <a:stretch>
            <a:fillRect/>
          </a:stretch>
        </p:blipFill>
        <p:spPr>
          <a:xfrm>
            <a:off x="4348245" y="536040"/>
            <a:ext cx="4397971" cy="1827591"/>
          </a:xfrm>
          <a:prstGeom prst="rect">
            <a:avLst/>
          </a:prstGeom>
        </p:spPr>
      </p:pic>
      <p:sp>
        <p:nvSpPr>
          <p:cNvPr id="17" name="TextBox 16"/>
          <p:cNvSpPr txBox="1"/>
          <p:nvPr/>
        </p:nvSpPr>
        <p:spPr>
          <a:xfrm>
            <a:off x="4348245" y="2074818"/>
            <a:ext cx="1687257" cy="276999"/>
          </a:xfrm>
          <a:prstGeom prst="rect">
            <a:avLst/>
          </a:prstGeom>
          <a:noFill/>
        </p:spPr>
        <p:txBody>
          <a:bodyPr wrap="none" rtlCol="0">
            <a:spAutoFit/>
          </a:bodyPr>
          <a:lstStyle/>
          <a:p>
            <a:r>
              <a:rPr lang="en-US" sz="1200" dirty="0"/>
              <a:t>Depth averaged velocity</a:t>
            </a:r>
          </a:p>
        </p:txBody>
      </p:sp>
      <p:grpSp>
        <p:nvGrpSpPr>
          <p:cNvPr id="4" name="Group 3">
            <a:extLst>
              <a:ext uri="{FF2B5EF4-FFF2-40B4-BE49-F238E27FC236}">
                <a16:creationId xmlns:a16="http://schemas.microsoft.com/office/drawing/2014/main" id="{2917834F-9665-858A-1FC8-DBB7486A0098}"/>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82A11D2E-D5E3-03DB-7EAF-56F0DD9E344B}"/>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A9E5E399-2AE1-739A-6D49-348B13F31360}"/>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455DE2D4-6067-7601-0F63-E7797C60E3F8}"/>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EA0ABF1F-541F-4A54-7367-6A7D7989686F}"/>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1A77C182-2A06-577D-4D3B-B65E0FB7EB2A}"/>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896566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606287" y="796940"/>
            <a:ext cx="11360426" cy="3965253"/>
          </a:xfrm>
          <a:prstGeom prst="rect">
            <a:avLst/>
          </a:prstGeom>
        </p:spPr>
        <p:txBody>
          <a:bodyPr wrap="square">
            <a:spAutoFit/>
          </a:bodyPr>
          <a:lstStyle/>
          <a:p>
            <a:pPr>
              <a:lnSpc>
                <a:spcPct val="107000"/>
              </a:lnSpc>
              <a:spcAft>
                <a:spcPts val="800"/>
              </a:spcAft>
            </a:pPr>
            <a:r>
              <a:rPr lang="en-US" sz="2800" dirty="0">
                <a:latin typeface="Calibri" panose="020F0502020204030204" pitchFamily="34" charset="0"/>
                <a:ea typeface="Calibri" panose="020F0502020204030204" pitchFamily="34" charset="0"/>
                <a:cs typeface="Times New Roman" panose="02020603050405020304" pitchFamily="18" charset="0"/>
              </a:rPr>
              <a:t>TITAN2D is very sensitive to a number of input parameters:</a:t>
            </a:r>
          </a:p>
          <a:p>
            <a:pPr marL="342900" indent="-342900">
              <a:lnSpc>
                <a:spcPct val="107000"/>
              </a:lnSpc>
              <a:buFont typeface="Symbol" panose="05050102010706020507" pitchFamily="18" charset="2"/>
              <a:buChar char=""/>
            </a:pPr>
            <a:r>
              <a:rPr lang="en-US" sz="2800" dirty="0">
                <a:latin typeface="Calibri" panose="020F0502020204030204" pitchFamily="34" charset="0"/>
                <a:ea typeface="Calibri" panose="020F0502020204030204" pitchFamily="34" charset="0"/>
                <a:cs typeface="Times New Roman" panose="02020603050405020304" pitchFamily="18" charset="0"/>
              </a:rPr>
              <a:t>Volume (volume of the total collapse)</a:t>
            </a:r>
          </a:p>
          <a:p>
            <a:pPr marL="342900" indent="-342900">
              <a:lnSpc>
                <a:spcPct val="107000"/>
              </a:lnSpc>
              <a:buFont typeface="Symbol" panose="05050102010706020507" pitchFamily="18" charset="2"/>
              <a:buChar char=""/>
            </a:pPr>
            <a:r>
              <a:rPr lang="en-US" sz="2800" dirty="0">
                <a:latin typeface="Calibri" panose="020F0502020204030204" pitchFamily="34" charset="0"/>
                <a:ea typeface="Calibri" panose="020F0502020204030204" pitchFamily="34" charset="0"/>
                <a:cs typeface="Times New Roman" panose="02020603050405020304" pitchFamily="18" charset="0"/>
              </a:rPr>
              <a:t>Basal friction angle</a:t>
            </a:r>
          </a:p>
          <a:p>
            <a:pPr marL="342900" indent="-342900">
              <a:lnSpc>
                <a:spcPct val="107000"/>
              </a:lnSpc>
              <a:buFont typeface="Symbol" panose="05050102010706020507" pitchFamily="18" charset="2"/>
              <a:buChar char=""/>
            </a:pPr>
            <a:r>
              <a:rPr lang="en-US" sz="2800" dirty="0">
                <a:latin typeface="Calibri" panose="020F0502020204030204" pitchFamily="34" charset="0"/>
                <a:ea typeface="Calibri" panose="020F0502020204030204" pitchFamily="34" charset="0"/>
                <a:cs typeface="Times New Roman" panose="02020603050405020304" pitchFamily="18" charset="0"/>
              </a:rPr>
              <a:t>Initial starting coordinates</a:t>
            </a:r>
          </a:p>
          <a:p>
            <a:pPr marL="342900" indent="-342900">
              <a:lnSpc>
                <a:spcPct val="107000"/>
              </a:lnSpc>
              <a:buFont typeface="Symbol" panose="05050102010706020507" pitchFamily="18" charset="2"/>
              <a:buChar char=""/>
            </a:pPr>
            <a:r>
              <a:rPr lang="en-US" sz="2800" dirty="0">
                <a:latin typeface="Calibri" panose="020F0502020204030204" pitchFamily="34" charset="0"/>
                <a:ea typeface="Calibri" panose="020F0502020204030204" pitchFamily="34" charset="0"/>
                <a:cs typeface="Times New Roman" panose="02020603050405020304" pitchFamily="18" charset="0"/>
              </a:rPr>
              <a:t>Initial direction</a:t>
            </a:r>
          </a:p>
          <a:p>
            <a:pPr marL="342900" indent="-342900">
              <a:lnSpc>
                <a:spcPct val="107000"/>
              </a:lnSpc>
              <a:spcAft>
                <a:spcPts val="800"/>
              </a:spcAft>
              <a:buFont typeface="Symbol" panose="05050102010706020507" pitchFamily="18" charset="2"/>
              <a:buChar char=""/>
            </a:pPr>
            <a:r>
              <a:rPr lang="en-US" sz="2800" dirty="0">
                <a:latin typeface="Calibri" panose="020F0502020204030204" pitchFamily="34" charset="0"/>
                <a:ea typeface="Calibri" panose="020F0502020204030204" pitchFamily="34" charset="0"/>
                <a:cs typeface="Times New Roman" panose="02020603050405020304" pitchFamily="18" charset="0"/>
              </a:rPr>
              <a:t>Initial pile geometry</a:t>
            </a:r>
          </a:p>
          <a:p>
            <a:pPr>
              <a:lnSpc>
                <a:spcPct val="107000"/>
              </a:lnSpc>
              <a:spcAft>
                <a:spcPts val="800"/>
              </a:spcAft>
            </a:pPr>
            <a:r>
              <a:rPr lang="en-US" sz="2800" dirty="0">
                <a:latin typeface="Calibri" panose="020F0502020204030204" pitchFamily="34" charset="0"/>
                <a:ea typeface="Calibri" panose="020F0502020204030204" pitchFamily="34" charset="0"/>
                <a:cs typeface="Times New Roman" panose="02020603050405020304" pitchFamily="18" charset="0"/>
              </a:rPr>
              <a:t>Because of this, it is </a:t>
            </a:r>
            <a:r>
              <a:rPr lang="en-US" sz="28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extremely important to vary these parameters for different model runs. </a:t>
            </a:r>
            <a:endParaRPr lang="en-US" sz="28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2" name="Group 1">
            <a:extLst>
              <a:ext uri="{FF2B5EF4-FFF2-40B4-BE49-F238E27FC236}">
                <a16:creationId xmlns:a16="http://schemas.microsoft.com/office/drawing/2014/main" id="{2B8B7822-58BE-2645-CA9C-A9C956B90CDE}"/>
              </a:ext>
            </a:extLst>
          </p:cNvPr>
          <p:cNvGrpSpPr/>
          <p:nvPr/>
        </p:nvGrpSpPr>
        <p:grpSpPr>
          <a:xfrm>
            <a:off x="0" y="6212534"/>
            <a:ext cx="12301844" cy="789912"/>
            <a:chOff x="0" y="6211669"/>
            <a:chExt cx="12301844" cy="789912"/>
          </a:xfrm>
        </p:grpSpPr>
        <p:sp>
          <p:nvSpPr>
            <p:cNvPr id="3" name="Rectangle 2">
              <a:extLst>
                <a:ext uri="{FF2B5EF4-FFF2-40B4-BE49-F238E27FC236}">
                  <a16:creationId xmlns:a16="http://schemas.microsoft.com/office/drawing/2014/main" id="{DDF00753-8FC3-2788-E939-2D330548522E}"/>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6228FEB0-BEA6-5175-DF7B-D236971FD7E2}"/>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F0F20A97-2E23-C65C-6A0F-1589821C04B1}"/>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3F0436CE-4FE3-CDFE-6C61-811F689CB2FF}"/>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6D7FB717-FC68-FAD8-43A3-91C108E8106D}"/>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487472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Basal friction</a:t>
            </a:r>
          </a:p>
        </p:txBody>
      </p:sp>
      <p:sp>
        <p:nvSpPr>
          <p:cNvPr id="3" name="Text Placeholder 2"/>
          <p:cNvSpPr>
            <a:spLocks noGrp="1"/>
          </p:cNvSpPr>
          <p:nvPr>
            <p:ph type="body" idx="2"/>
          </p:nvPr>
        </p:nvSpPr>
        <p:spPr/>
        <p:txBody>
          <a:bodyPr>
            <a:normAutofit/>
          </a:bodyPr>
          <a:lstStyle/>
          <a:p>
            <a:r>
              <a:rPr lang="en-US" sz="2000" dirty="0"/>
              <a:t>The ∆H/L values for PDCs of different volumes work well for TITAN2D basal friction parameters</a:t>
            </a:r>
          </a:p>
          <a:p>
            <a:r>
              <a:rPr lang="en-US" sz="2000" dirty="0"/>
              <a:t>Convert ∆H/L values to degrees by:</a:t>
            </a:r>
          </a:p>
          <a:p>
            <a:r>
              <a:rPr lang="en-US" sz="2000" dirty="0"/>
              <a:t>Degrees(</a:t>
            </a:r>
            <a:r>
              <a:rPr lang="en-US" sz="2000" dirty="0" err="1"/>
              <a:t>atan</a:t>
            </a:r>
            <a:r>
              <a:rPr lang="en-US" sz="2000" dirty="0"/>
              <a:t>(∆H/L value))</a:t>
            </a:r>
          </a:p>
        </p:txBody>
      </p:sp>
      <p:grpSp>
        <p:nvGrpSpPr>
          <p:cNvPr id="4" name="Group 3">
            <a:extLst>
              <a:ext uri="{FF2B5EF4-FFF2-40B4-BE49-F238E27FC236}">
                <a16:creationId xmlns:a16="http://schemas.microsoft.com/office/drawing/2014/main" id="{7C6685E4-F712-7CEB-3731-29BF3619E4C7}"/>
              </a:ext>
            </a:extLst>
          </p:cNvPr>
          <p:cNvGrpSpPr/>
          <p:nvPr/>
        </p:nvGrpSpPr>
        <p:grpSpPr>
          <a:xfrm>
            <a:off x="0" y="6212534"/>
            <a:ext cx="12301844" cy="789912"/>
            <a:chOff x="0" y="6211669"/>
            <a:chExt cx="12301844" cy="789912"/>
          </a:xfrm>
        </p:grpSpPr>
        <p:sp>
          <p:nvSpPr>
            <p:cNvPr id="9" name="Rectangle 8">
              <a:extLst>
                <a:ext uri="{FF2B5EF4-FFF2-40B4-BE49-F238E27FC236}">
                  <a16:creationId xmlns:a16="http://schemas.microsoft.com/office/drawing/2014/main" id="{D021D0CA-F9D9-F732-A55B-F85D88A96E7B}"/>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CAF9829-96F1-911B-D2C9-72908D2486AF}"/>
                </a:ext>
              </a:extLst>
            </p:cNvPr>
            <p:cNvGrpSpPr/>
            <p:nvPr/>
          </p:nvGrpSpPr>
          <p:grpSpPr>
            <a:xfrm>
              <a:off x="2" y="6361501"/>
              <a:ext cx="12301842" cy="640080"/>
              <a:chOff x="2" y="6361501"/>
              <a:chExt cx="12301842" cy="640080"/>
            </a:xfrm>
          </p:grpSpPr>
          <p:pic>
            <p:nvPicPr>
              <p:cNvPr id="11" name="Picture 10" descr="USGS.png">
                <a:extLst>
                  <a:ext uri="{FF2B5EF4-FFF2-40B4-BE49-F238E27FC236}">
                    <a16:creationId xmlns:a16="http://schemas.microsoft.com/office/drawing/2014/main" id="{5E4FCC32-7E91-505A-0F7F-DC6C6BF6D9BF}"/>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2" name="Picture 11" descr="Horizontal_CMYK_600.tif">
                <a:extLst>
                  <a:ext uri="{FF2B5EF4-FFF2-40B4-BE49-F238E27FC236}">
                    <a16:creationId xmlns:a16="http://schemas.microsoft.com/office/drawing/2014/main" id="{CA333C6D-9DDC-D124-2596-34C074EECE0D}"/>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3" name="Picture 12">
                <a:extLst>
                  <a:ext uri="{FF2B5EF4-FFF2-40B4-BE49-F238E27FC236}">
                    <a16:creationId xmlns:a16="http://schemas.microsoft.com/office/drawing/2014/main" id="{4E2076E6-68B2-C0A7-2547-A282E47888A4}"/>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graphicFrame>
        <p:nvGraphicFramePr>
          <p:cNvPr id="19" name="Chart 18">
            <a:extLst>
              <a:ext uri="{FF2B5EF4-FFF2-40B4-BE49-F238E27FC236}">
                <a16:creationId xmlns:a16="http://schemas.microsoft.com/office/drawing/2014/main" id="{3845DE9D-E16F-5C92-1EDB-327022287896}"/>
              </a:ext>
            </a:extLst>
          </p:cNvPr>
          <p:cNvGraphicFramePr>
            <a:graphicFrameLocks/>
          </p:cNvGraphicFramePr>
          <p:nvPr>
            <p:extLst>
              <p:ext uri="{D42A27DB-BD31-4B8C-83A1-F6EECF244321}">
                <p14:modId xmlns:p14="http://schemas.microsoft.com/office/powerpoint/2010/main" val="13745084"/>
              </p:ext>
            </p:extLst>
          </p:nvPr>
        </p:nvGraphicFramePr>
        <p:xfrm>
          <a:off x="4075044" y="1013791"/>
          <a:ext cx="7673008" cy="4531508"/>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7BA5F25F-07F1-9D59-0A47-DCB6FAF6DB2C}"/>
              </a:ext>
            </a:extLst>
          </p:cNvPr>
          <p:cNvSpPr txBox="1"/>
          <p:nvPr/>
        </p:nvSpPr>
        <p:spPr>
          <a:xfrm>
            <a:off x="6989886" y="601274"/>
            <a:ext cx="2100768" cy="369332"/>
          </a:xfrm>
          <a:prstGeom prst="rect">
            <a:avLst/>
          </a:prstGeom>
          <a:noFill/>
        </p:spPr>
        <p:txBody>
          <a:bodyPr wrap="none" rtlCol="0">
            <a:spAutoFit/>
          </a:bodyPr>
          <a:lstStyle/>
          <a:p>
            <a:r>
              <a:rPr lang="en-US" dirty="0"/>
              <a:t>∆H/L vs PDC Volume</a:t>
            </a:r>
          </a:p>
        </p:txBody>
      </p:sp>
      <p:sp>
        <p:nvSpPr>
          <p:cNvPr id="21" name="Down Arrow 3">
            <a:extLst>
              <a:ext uri="{FF2B5EF4-FFF2-40B4-BE49-F238E27FC236}">
                <a16:creationId xmlns:a16="http://schemas.microsoft.com/office/drawing/2014/main" id="{D69BF8B8-E1E2-B911-B316-D78C5A19D43B}"/>
              </a:ext>
            </a:extLst>
          </p:cNvPr>
          <p:cNvSpPr/>
          <p:nvPr/>
        </p:nvSpPr>
        <p:spPr>
          <a:xfrm>
            <a:off x="5407632" y="3719245"/>
            <a:ext cx="400693" cy="780836"/>
          </a:xfrm>
          <a:prstGeom prst="downArrow">
            <a:avLst/>
          </a:prstGeom>
          <a:solidFill>
            <a:srgbClr val="FF000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7CFE2D3-6B33-8876-F5DC-B65093ABB1E7}"/>
              </a:ext>
            </a:extLst>
          </p:cNvPr>
          <p:cNvSpPr txBox="1"/>
          <p:nvPr/>
        </p:nvSpPr>
        <p:spPr>
          <a:xfrm>
            <a:off x="5705582" y="3832260"/>
            <a:ext cx="1398332" cy="369332"/>
          </a:xfrm>
          <a:prstGeom prst="rect">
            <a:avLst/>
          </a:prstGeom>
          <a:noFill/>
        </p:spPr>
        <p:txBody>
          <a:bodyPr wrap="none" rtlCol="0">
            <a:spAutoFit/>
          </a:bodyPr>
          <a:lstStyle/>
          <a:p>
            <a:r>
              <a:rPr lang="en-US" dirty="0"/>
              <a:t>More mobile</a:t>
            </a:r>
          </a:p>
        </p:txBody>
      </p:sp>
      <p:sp>
        <p:nvSpPr>
          <p:cNvPr id="23" name="TextBox 22">
            <a:extLst>
              <a:ext uri="{FF2B5EF4-FFF2-40B4-BE49-F238E27FC236}">
                <a16:creationId xmlns:a16="http://schemas.microsoft.com/office/drawing/2014/main" id="{DA1CFCD6-4435-FE5B-1468-432B12929E5D}"/>
              </a:ext>
            </a:extLst>
          </p:cNvPr>
          <p:cNvSpPr txBox="1"/>
          <p:nvPr/>
        </p:nvSpPr>
        <p:spPr>
          <a:xfrm>
            <a:off x="5861308" y="5592875"/>
            <a:ext cx="3229346" cy="646331"/>
          </a:xfrm>
          <a:prstGeom prst="rect">
            <a:avLst/>
          </a:prstGeom>
          <a:noFill/>
        </p:spPr>
        <p:txBody>
          <a:bodyPr wrap="none" rtlCol="0">
            <a:spAutoFit/>
          </a:bodyPr>
          <a:lstStyle/>
          <a:p>
            <a:r>
              <a:rPr lang="en-US" dirty="0"/>
              <a:t>Best fit: ∆H/L = 0.10(Volume</a:t>
            </a:r>
            <a:r>
              <a:rPr lang="en-US" baseline="30000" dirty="0"/>
              <a:t>-0.15</a:t>
            </a:r>
            <a:r>
              <a:rPr lang="en-US" dirty="0"/>
              <a:t>)</a:t>
            </a:r>
          </a:p>
          <a:p>
            <a:endParaRPr lang="en-US" dirty="0"/>
          </a:p>
        </p:txBody>
      </p:sp>
    </p:spTree>
    <p:extLst>
      <p:ext uri="{BB962C8B-B14F-4D97-AF65-F5344CB8AC3E}">
        <p14:creationId xmlns:p14="http://schemas.microsoft.com/office/powerpoint/2010/main" val="15872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nvPr>
        </p:nvGraphicFramePr>
        <p:xfrm>
          <a:off x="2720009" y="1658679"/>
          <a:ext cx="6745884" cy="2928257"/>
        </p:xfrm>
        <a:graphic>
          <a:graphicData uri="http://schemas.openxmlformats.org/drawingml/2006/table">
            <a:tbl>
              <a:tblPr firstRow="1" firstCol="1" bandRow="1">
                <a:tableStyleId>{5C22544A-7EE6-4342-B048-85BDC9FD1C3A}</a:tableStyleId>
              </a:tblPr>
              <a:tblGrid>
                <a:gridCol w="1578566">
                  <a:extLst>
                    <a:ext uri="{9D8B030D-6E8A-4147-A177-3AD203B41FA5}">
                      <a16:colId xmlns:a16="http://schemas.microsoft.com/office/drawing/2014/main" val="20000"/>
                    </a:ext>
                  </a:extLst>
                </a:gridCol>
                <a:gridCol w="1578566">
                  <a:extLst>
                    <a:ext uri="{9D8B030D-6E8A-4147-A177-3AD203B41FA5}">
                      <a16:colId xmlns:a16="http://schemas.microsoft.com/office/drawing/2014/main" val="20001"/>
                    </a:ext>
                  </a:extLst>
                </a:gridCol>
                <a:gridCol w="1578566">
                  <a:extLst>
                    <a:ext uri="{9D8B030D-6E8A-4147-A177-3AD203B41FA5}">
                      <a16:colId xmlns:a16="http://schemas.microsoft.com/office/drawing/2014/main" val="20002"/>
                    </a:ext>
                  </a:extLst>
                </a:gridCol>
                <a:gridCol w="2010186">
                  <a:extLst>
                    <a:ext uri="{9D8B030D-6E8A-4147-A177-3AD203B41FA5}">
                      <a16:colId xmlns:a16="http://schemas.microsoft.com/office/drawing/2014/main" val="20003"/>
                    </a:ext>
                  </a:extLst>
                </a:gridCol>
              </a:tblGrid>
              <a:tr h="1119037">
                <a:tc>
                  <a:txBody>
                    <a:bodyPr/>
                    <a:lstStyle/>
                    <a:p>
                      <a:pPr marL="0" marR="0">
                        <a:lnSpc>
                          <a:spcPct val="107000"/>
                        </a:lnSpc>
                        <a:spcBef>
                          <a:spcPts val="0"/>
                        </a:spcBef>
                        <a:spcAft>
                          <a:spcPts val="0"/>
                        </a:spcAft>
                      </a:pPr>
                      <a:r>
                        <a:rPr lang="en-US" sz="2000" dirty="0">
                          <a:solidFill>
                            <a:schemeClr val="tx1"/>
                          </a:solidFill>
                          <a:effectLst/>
                        </a:rPr>
                        <a:t>Volume </a:t>
                      </a:r>
                    </a:p>
                    <a:p>
                      <a:pPr marL="0" marR="0">
                        <a:lnSpc>
                          <a:spcPct val="107000"/>
                        </a:lnSpc>
                        <a:spcBef>
                          <a:spcPts val="0"/>
                        </a:spcBef>
                        <a:spcAft>
                          <a:spcPts val="0"/>
                        </a:spcAft>
                      </a:pPr>
                      <a:r>
                        <a:rPr lang="en-US" sz="2000" dirty="0">
                          <a:solidFill>
                            <a:schemeClr val="tx1"/>
                          </a:solidFill>
                          <a:effectLst/>
                        </a:rPr>
                        <a:t>(km</a:t>
                      </a:r>
                      <a:r>
                        <a:rPr lang="en-US" sz="2000" baseline="30000" dirty="0">
                          <a:solidFill>
                            <a:schemeClr val="tx1"/>
                          </a:solidFill>
                          <a:effectLst/>
                        </a:rPr>
                        <a:t>3</a:t>
                      </a:r>
                      <a:r>
                        <a:rPr lang="en-US" sz="2000" dirty="0">
                          <a:solidFill>
                            <a:schemeClr val="tx1"/>
                          </a:solidFill>
                          <a:effectLst/>
                        </a:rPr>
                        <a:t>)</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Volume </a:t>
                      </a:r>
                    </a:p>
                    <a:p>
                      <a:pPr marL="0" marR="0">
                        <a:lnSpc>
                          <a:spcPct val="107000"/>
                        </a:lnSpc>
                        <a:spcBef>
                          <a:spcPts val="0"/>
                        </a:spcBef>
                        <a:spcAft>
                          <a:spcPts val="0"/>
                        </a:spcAft>
                      </a:pPr>
                      <a:r>
                        <a:rPr lang="en-US" sz="2000">
                          <a:solidFill>
                            <a:schemeClr val="tx1"/>
                          </a:solidFill>
                          <a:effectLst/>
                        </a:rPr>
                        <a:t>(10</a:t>
                      </a:r>
                      <a:r>
                        <a:rPr lang="en-US" sz="2000" baseline="30000">
                          <a:solidFill>
                            <a:schemeClr val="tx1"/>
                          </a:solidFill>
                          <a:effectLst/>
                        </a:rPr>
                        <a:t>6</a:t>
                      </a:r>
                      <a:r>
                        <a:rPr lang="en-US" sz="2000">
                          <a:solidFill>
                            <a:schemeClr val="tx1"/>
                          </a:solidFill>
                          <a:effectLst/>
                        </a:rPr>
                        <a:t> x m</a:t>
                      </a:r>
                      <a:r>
                        <a:rPr lang="en-US" sz="2000" baseline="30000">
                          <a:solidFill>
                            <a:schemeClr val="tx1"/>
                          </a:solidFill>
                          <a:effectLst/>
                        </a:rPr>
                        <a:t>3</a:t>
                      </a:r>
                      <a:r>
                        <a:rPr lang="en-US" sz="2000">
                          <a:solidFill>
                            <a:schemeClr val="tx1"/>
                          </a:solidFill>
                          <a:effectLst/>
                        </a:rPr>
                        <a:t>)</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Dome-collapse friction (deg)</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Collumn-collapse friction (deg)</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extLst>
                  <a:ext uri="{0D108BD9-81ED-4DB2-BD59-A6C34878D82A}">
                    <a16:rowId xmlns:a16="http://schemas.microsoft.com/office/drawing/2014/main" val="10000"/>
                  </a:ext>
                </a:extLst>
              </a:tr>
              <a:tr h="361844">
                <a:tc>
                  <a:txBody>
                    <a:bodyPr/>
                    <a:lstStyle/>
                    <a:p>
                      <a:pPr marL="0" marR="0">
                        <a:lnSpc>
                          <a:spcPct val="107000"/>
                        </a:lnSpc>
                        <a:spcBef>
                          <a:spcPts val="0"/>
                        </a:spcBef>
                        <a:spcAft>
                          <a:spcPts val="0"/>
                        </a:spcAft>
                      </a:pPr>
                      <a:r>
                        <a:rPr lang="en-US" sz="2000">
                          <a:solidFill>
                            <a:schemeClr val="tx1"/>
                          </a:solidFill>
                          <a:effectLst/>
                        </a:rPr>
                        <a:t>0.00001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0.01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28 (27-31)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34 (27-42)</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extLst>
                  <a:ext uri="{0D108BD9-81ED-4DB2-BD59-A6C34878D82A}">
                    <a16:rowId xmlns:a16="http://schemas.microsoft.com/office/drawing/2014/main" val="10001"/>
                  </a:ext>
                </a:extLst>
              </a:tr>
              <a:tr h="361844">
                <a:tc>
                  <a:txBody>
                    <a:bodyPr/>
                    <a:lstStyle/>
                    <a:p>
                      <a:pPr marL="0" marR="0">
                        <a:lnSpc>
                          <a:spcPct val="107000"/>
                        </a:lnSpc>
                        <a:spcBef>
                          <a:spcPts val="0"/>
                        </a:spcBef>
                        <a:spcAft>
                          <a:spcPts val="0"/>
                        </a:spcAft>
                      </a:pPr>
                      <a:r>
                        <a:rPr lang="en-US" sz="2000">
                          <a:solidFill>
                            <a:schemeClr val="tx1"/>
                          </a:solidFill>
                          <a:effectLst/>
                        </a:rPr>
                        <a:t>0.0001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21 (20-22)</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25 (21-29)</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extLst>
                  <a:ext uri="{0D108BD9-81ED-4DB2-BD59-A6C34878D82A}">
                    <a16:rowId xmlns:a16="http://schemas.microsoft.com/office/drawing/2014/main" val="10002"/>
                  </a:ext>
                </a:extLst>
              </a:tr>
              <a:tr h="361844">
                <a:tc>
                  <a:txBody>
                    <a:bodyPr/>
                    <a:lstStyle/>
                    <a:p>
                      <a:pPr marL="0" marR="0">
                        <a:lnSpc>
                          <a:spcPct val="107000"/>
                        </a:lnSpc>
                        <a:spcBef>
                          <a:spcPts val="0"/>
                        </a:spcBef>
                        <a:spcAft>
                          <a:spcPts val="0"/>
                        </a:spcAft>
                      </a:pPr>
                      <a:r>
                        <a:rPr lang="en-US" sz="2000">
                          <a:solidFill>
                            <a:schemeClr val="tx1"/>
                          </a:solidFill>
                          <a:effectLst/>
                        </a:rPr>
                        <a:t>0.001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16 (15-16)</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dirty="0">
                          <a:solidFill>
                            <a:schemeClr val="tx1"/>
                          </a:solidFill>
                          <a:effectLst/>
                        </a:rPr>
                        <a:t>23 (17-31)</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extLst>
                  <a:ext uri="{0D108BD9-81ED-4DB2-BD59-A6C34878D82A}">
                    <a16:rowId xmlns:a16="http://schemas.microsoft.com/office/drawing/2014/main" val="10003"/>
                  </a:ext>
                </a:extLst>
              </a:tr>
              <a:tr h="361844">
                <a:tc>
                  <a:txBody>
                    <a:bodyPr/>
                    <a:lstStyle/>
                    <a:p>
                      <a:pPr marL="0" marR="0">
                        <a:lnSpc>
                          <a:spcPct val="107000"/>
                        </a:lnSpc>
                        <a:spcBef>
                          <a:spcPts val="0"/>
                        </a:spcBef>
                        <a:spcAft>
                          <a:spcPts val="0"/>
                        </a:spcAft>
                      </a:pPr>
                      <a:r>
                        <a:rPr lang="en-US" sz="2000">
                          <a:solidFill>
                            <a:schemeClr val="tx1"/>
                          </a:solidFill>
                          <a:effectLst/>
                        </a:rPr>
                        <a:t>0.01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10</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12 (11-12)</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dirty="0">
                          <a:solidFill>
                            <a:schemeClr val="tx1"/>
                          </a:solidFill>
                          <a:effectLst/>
                        </a:rPr>
                        <a:t>15 (12-19)</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extLst>
                  <a:ext uri="{0D108BD9-81ED-4DB2-BD59-A6C34878D82A}">
                    <a16:rowId xmlns:a16="http://schemas.microsoft.com/office/drawing/2014/main" val="10004"/>
                  </a:ext>
                </a:extLst>
              </a:tr>
              <a:tr h="361844">
                <a:tc>
                  <a:txBody>
                    <a:bodyPr/>
                    <a:lstStyle/>
                    <a:p>
                      <a:pPr marL="0" marR="0">
                        <a:lnSpc>
                          <a:spcPct val="107000"/>
                        </a:lnSpc>
                        <a:spcBef>
                          <a:spcPts val="0"/>
                        </a:spcBef>
                        <a:spcAft>
                          <a:spcPts val="0"/>
                        </a:spcAft>
                      </a:pPr>
                      <a:r>
                        <a:rPr lang="en-US" sz="2000">
                          <a:solidFill>
                            <a:schemeClr val="tx1"/>
                          </a:solidFill>
                          <a:effectLst/>
                        </a:rPr>
                        <a:t>0.1</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100</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a:solidFill>
                            <a:schemeClr val="tx1"/>
                          </a:solidFill>
                          <a:effectLst/>
                        </a:rPr>
                        <a:t>8 (7-9)</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tc>
                  <a:txBody>
                    <a:bodyPr/>
                    <a:lstStyle/>
                    <a:p>
                      <a:pPr marL="0" marR="0">
                        <a:lnSpc>
                          <a:spcPct val="107000"/>
                        </a:lnSpc>
                        <a:spcBef>
                          <a:spcPts val="0"/>
                        </a:spcBef>
                        <a:spcAft>
                          <a:spcPts val="0"/>
                        </a:spcAft>
                      </a:pPr>
                      <a:r>
                        <a:rPr lang="en-US" sz="2000" dirty="0">
                          <a:solidFill>
                            <a:schemeClr val="tx1"/>
                          </a:solidFill>
                          <a:effectLst/>
                        </a:rPr>
                        <a:t>10 (8-12)</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160" marR="68160" marT="0" marB="0"/>
                </a:tc>
                <a:extLst>
                  <a:ext uri="{0D108BD9-81ED-4DB2-BD59-A6C34878D82A}">
                    <a16:rowId xmlns:a16="http://schemas.microsoft.com/office/drawing/2014/main" val="10005"/>
                  </a:ext>
                </a:extLst>
              </a:tr>
            </a:tbl>
          </a:graphicData>
        </a:graphic>
      </p:graphicFrame>
      <p:sp>
        <p:nvSpPr>
          <p:cNvPr id="6" name="Rectangle 1"/>
          <p:cNvSpPr>
            <a:spLocks noChangeArrowheads="1"/>
          </p:cNvSpPr>
          <p:nvPr/>
        </p:nvSpPr>
        <p:spPr bwMode="auto">
          <a:xfrm>
            <a:off x="4802189" y="2806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TextBox 7"/>
          <p:cNvSpPr txBox="1"/>
          <p:nvPr/>
        </p:nvSpPr>
        <p:spPr>
          <a:xfrm>
            <a:off x="2243982" y="433171"/>
            <a:ext cx="7697941" cy="830997"/>
          </a:xfrm>
          <a:prstGeom prst="rect">
            <a:avLst/>
          </a:prstGeom>
          <a:noFill/>
        </p:spPr>
        <p:txBody>
          <a:bodyPr wrap="none" rtlCol="0">
            <a:spAutoFit/>
          </a:bodyPr>
          <a:lstStyle/>
          <a:p>
            <a:r>
              <a:rPr lang="en-US" sz="2400" dirty="0"/>
              <a:t>TITAN2D basal friction parameters from FlowDat regressions</a:t>
            </a:r>
          </a:p>
          <a:p>
            <a:endParaRPr lang="en-US" sz="2400" dirty="0"/>
          </a:p>
        </p:txBody>
      </p:sp>
      <p:sp>
        <p:nvSpPr>
          <p:cNvPr id="9" name="TextBox 8"/>
          <p:cNvSpPr txBox="1"/>
          <p:nvPr/>
        </p:nvSpPr>
        <p:spPr>
          <a:xfrm>
            <a:off x="2416464" y="4884690"/>
            <a:ext cx="7525458" cy="1200329"/>
          </a:xfrm>
          <a:prstGeom prst="rect">
            <a:avLst/>
          </a:prstGeom>
          <a:noFill/>
        </p:spPr>
        <p:txBody>
          <a:bodyPr wrap="none" rtlCol="0">
            <a:spAutoFit/>
          </a:bodyPr>
          <a:lstStyle/>
          <a:p>
            <a:r>
              <a:rPr lang="en-US" sz="2400" dirty="0"/>
              <a:t>Ranges in parentheses reflect the uncertainty</a:t>
            </a:r>
          </a:p>
          <a:p>
            <a:r>
              <a:rPr lang="en-US" sz="2400" dirty="0"/>
              <a:t>For TITAN2D runs, I usually use the lower end of the range!</a:t>
            </a:r>
          </a:p>
          <a:p>
            <a:endParaRPr lang="en-US" sz="2400" dirty="0"/>
          </a:p>
        </p:txBody>
      </p:sp>
      <p:grpSp>
        <p:nvGrpSpPr>
          <p:cNvPr id="2" name="Group 1">
            <a:extLst>
              <a:ext uri="{FF2B5EF4-FFF2-40B4-BE49-F238E27FC236}">
                <a16:creationId xmlns:a16="http://schemas.microsoft.com/office/drawing/2014/main" id="{AB55E542-6682-C4C4-2E7C-1155226CDC5E}"/>
              </a:ext>
            </a:extLst>
          </p:cNvPr>
          <p:cNvGrpSpPr/>
          <p:nvPr/>
        </p:nvGrpSpPr>
        <p:grpSpPr>
          <a:xfrm>
            <a:off x="0" y="6212534"/>
            <a:ext cx="12301844" cy="789912"/>
            <a:chOff x="0" y="6211669"/>
            <a:chExt cx="12301844" cy="789912"/>
          </a:xfrm>
        </p:grpSpPr>
        <p:sp>
          <p:nvSpPr>
            <p:cNvPr id="3" name="Rectangle 2">
              <a:extLst>
                <a:ext uri="{FF2B5EF4-FFF2-40B4-BE49-F238E27FC236}">
                  <a16:creationId xmlns:a16="http://schemas.microsoft.com/office/drawing/2014/main" id="{16FC7A2A-D47C-1F33-62B9-3A93B5C96C8A}"/>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E097D823-1432-9AEC-2883-28D1A02B2EDE}"/>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186F708D-A5FD-00B8-44B2-3542AEB67A85}"/>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0" name="Picture 9" descr="Horizontal_CMYK_600.tif">
                <a:extLst>
                  <a:ext uri="{FF2B5EF4-FFF2-40B4-BE49-F238E27FC236}">
                    <a16:creationId xmlns:a16="http://schemas.microsoft.com/office/drawing/2014/main" id="{537D8377-C583-8972-1FDE-C59B604856D6}"/>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1" name="Picture 10">
                <a:extLst>
                  <a:ext uri="{FF2B5EF4-FFF2-40B4-BE49-F238E27FC236}">
                    <a16:creationId xmlns:a16="http://schemas.microsoft.com/office/drawing/2014/main" id="{F89F4C01-72FD-E7A8-6C64-7BAF1AE440CA}"/>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19866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65229"/>
            <a:ext cx="2362200" cy="990600"/>
          </a:xfrm>
        </p:spPr>
        <p:txBody>
          <a:bodyPr/>
          <a:lstStyle/>
          <a:p>
            <a:r>
              <a:rPr lang="en-US" dirty="0" err="1"/>
              <a:t>VolcFlow</a:t>
            </a:r>
            <a:endParaRPr lang="en-US" dirty="0"/>
          </a:p>
        </p:txBody>
      </p:sp>
      <p:sp>
        <p:nvSpPr>
          <p:cNvPr id="7" name="Text Placeholder 6"/>
          <p:cNvSpPr>
            <a:spLocks noGrp="1"/>
          </p:cNvSpPr>
          <p:nvPr>
            <p:ph type="body" idx="2"/>
          </p:nvPr>
        </p:nvSpPr>
        <p:spPr>
          <a:xfrm>
            <a:off x="237983" y="1102284"/>
            <a:ext cx="3588582" cy="5478463"/>
          </a:xfrm>
        </p:spPr>
        <p:txBody>
          <a:bodyPr>
            <a:noAutofit/>
          </a:bodyPr>
          <a:lstStyle/>
          <a:p>
            <a:pPr marL="285750" indent="-285750">
              <a:buFont typeface="Arial" pitchFamily="34" charset="0"/>
              <a:buChar char="•"/>
            </a:pPr>
            <a:r>
              <a:rPr lang="en-US" dirty="0" err="1"/>
              <a:t>VolcFlow</a:t>
            </a:r>
            <a:r>
              <a:rPr lang="en-US" dirty="0"/>
              <a:t> solves depth-averaged equations of mass and momentum using a DEM.</a:t>
            </a:r>
          </a:p>
          <a:p>
            <a:pPr marL="285750" indent="-285750">
              <a:buFont typeface="Arial" pitchFamily="34" charset="0"/>
              <a:buChar char="•"/>
            </a:pPr>
            <a:r>
              <a:rPr lang="en-US" dirty="0"/>
              <a:t>No ash-cloud surge in basic version!</a:t>
            </a:r>
          </a:p>
          <a:p>
            <a:pPr marL="285750" indent="-285750">
              <a:buFont typeface="Arial" pitchFamily="34" charset="0"/>
              <a:buChar char="•"/>
            </a:pPr>
            <a:r>
              <a:rPr lang="en-US" dirty="0"/>
              <a:t>One stress parameter accounts for all retarding stresses </a:t>
            </a:r>
          </a:p>
          <a:p>
            <a:pPr marL="285750" indent="-285750">
              <a:buFont typeface="Arial" pitchFamily="34" charset="0"/>
              <a:buChar char="•"/>
            </a:pPr>
            <a:r>
              <a:rPr lang="en-US" dirty="0"/>
              <a:t>This stress parameter can be held constant for the constant retarding stress condition, so that the ratio of driving to retarding stress decreases as thickness increases</a:t>
            </a:r>
          </a:p>
          <a:p>
            <a:pPr marL="285750" indent="-285750">
              <a:buFont typeface="Arial" pitchFamily="34" charset="0"/>
              <a:buChar char="•"/>
            </a:pPr>
            <a:r>
              <a:rPr lang="en-US" dirty="0"/>
              <a:t>Takes volume, CRS, and bulk flow density</a:t>
            </a:r>
          </a:p>
          <a:p>
            <a:pPr marL="285750" indent="-285750">
              <a:buFont typeface="Arial" pitchFamily="34" charset="0"/>
              <a:buChar char="•"/>
            </a:pPr>
            <a:r>
              <a:rPr lang="en-US" dirty="0" err="1"/>
              <a:t>Volcflow</a:t>
            </a:r>
            <a:r>
              <a:rPr lang="en-US" dirty="0"/>
              <a:t> has shown success in replicating pyroclastic flows at Tungurahua (Kelfoun 2009) and Merapi volcano (Charbonnier 2009).</a:t>
            </a:r>
          </a:p>
        </p:txBody>
      </p:sp>
      <p:pic>
        <p:nvPicPr>
          <p:cNvPr id="4" name="Picture 3"/>
          <p:cNvPicPr/>
          <p:nvPr/>
        </p:nvPicPr>
        <p:blipFill>
          <a:blip r:embed="rId3" cstate="print"/>
          <a:srcRect/>
          <a:stretch>
            <a:fillRect/>
          </a:stretch>
        </p:blipFill>
        <p:spPr bwMode="auto">
          <a:xfrm>
            <a:off x="5161246" y="600374"/>
            <a:ext cx="2279371" cy="2565811"/>
          </a:xfrm>
          <a:prstGeom prst="rect">
            <a:avLst/>
          </a:prstGeom>
          <a:noFill/>
          <a:ln w="9525">
            <a:solidFill>
              <a:schemeClr val="tx1"/>
            </a:solidFill>
            <a:miter lim="800000"/>
            <a:headEnd/>
            <a:tailEnd/>
          </a:ln>
        </p:spPr>
      </p:pic>
      <p:pic>
        <p:nvPicPr>
          <p:cNvPr id="5" name="Picture 4"/>
          <p:cNvPicPr/>
          <p:nvPr/>
        </p:nvPicPr>
        <p:blipFill>
          <a:blip r:embed="rId4" cstate="print"/>
          <a:srcRect/>
          <a:stretch>
            <a:fillRect/>
          </a:stretch>
        </p:blipFill>
        <p:spPr bwMode="auto">
          <a:xfrm>
            <a:off x="7440616" y="600373"/>
            <a:ext cx="2168804" cy="2550070"/>
          </a:xfrm>
          <a:prstGeom prst="rect">
            <a:avLst/>
          </a:prstGeom>
          <a:noFill/>
          <a:ln w="9525">
            <a:solidFill>
              <a:schemeClr val="tx1"/>
            </a:solidFill>
            <a:miter lim="800000"/>
            <a:headEnd/>
            <a:tailEnd/>
          </a:ln>
        </p:spPr>
      </p:pic>
      <p:sp>
        <p:nvSpPr>
          <p:cNvPr id="6" name="Rectangle 5"/>
          <p:cNvSpPr/>
          <p:nvPr/>
        </p:nvSpPr>
        <p:spPr>
          <a:xfrm>
            <a:off x="5161246" y="3118960"/>
            <a:ext cx="4448175" cy="461665"/>
          </a:xfrm>
          <a:prstGeom prst="rect">
            <a:avLst/>
          </a:prstGeom>
        </p:spPr>
        <p:txBody>
          <a:bodyPr wrap="square">
            <a:spAutoFit/>
          </a:bodyPr>
          <a:lstStyle/>
          <a:p>
            <a:r>
              <a:rPr lang="en-US" sz="1200" dirty="0">
                <a:solidFill>
                  <a:prstClr val="black"/>
                </a:solidFill>
              </a:rPr>
              <a:t>Comparison of </a:t>
            </a:r>
            <a:r>
              <a:rPr lang="en-US" sz="1200" dirty="0" err="1">
                <a:solidFill>
                  <a:prstClr val="black"/>
                </a:solidFill>
              </a:rPr>
              <a:t>VolcFlow</a:t>
            </a:r>
            <a:r>
              <a:rPr lang="en-US" sz="1200" dirty="0">
                <a:solidFill>
                  <a:prstClr val="black"/>
                </a:solidFill>
              </a:rPr>
              <a:t> (left) and actual </a:t>
            </a:r>
            <a:r>
              <a:rPr lang="en-US" sz="1200" dirty="0" err="1">
                <a:solidFill>
                  <a:prstClr val="black"/>
                </a:solidFill>
              </a:rPr>
              <a:t>pyroclastic</a:t>
            </a:r>
            <a:r>
              <a:rPr lang="en-US" sz="1200" dirty="0">
                <a:solidFill>
                  <a:prstClr val="black"/>
                </a:solidFill>
              </a:rPr>
              <a:t> flow deposits (right) at Tungurahua Volcano, Ecuador. From (</a:t>
            </a:r>
            <a:r>
              <a:rPr lang="en-US" sz="1200" dirty="0" err="1">
                <a:solidFill>
                  <a:prstClr val="black"/>
                </a:solidFill>
              </a:rPr>
              <a:t>Kelfoun</a:t>
            </a:r>
            <a:r>
              <a:rPr lang="en-US" sz="1200" dirty="0">
                <a:solidFill>
                  <a:prstClr val="black"/>
                </a:solidFill>
              </a:rPr>
              <a:t> et al. 2009)</a:t>
            </a:r>
          </a:p>
        </p:txBody>
      </p:sp>
      <p:pic>
        <p:nvPicPr>
          <p:cNvPr id="102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642957"/>
            <a:ext cx="4191000" cy="262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161246" y="600374"/>
            <a:ext cx="4448175" cy="2949473"/>
          </a:xfrm>
          <a:prstGeom prst="rect">
            <a:avLst/>
          </a:prstGeom>
          <a:no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Oval 12">
            <a:hlinkClick r:id="" action="ppaction://noaction"/>
          </p:cNvPr>
          <p:cNvSpPr/>
          <p:nvPr/>
        </p:nvSpPr>
        <p:spPr>
          <a:xfrm>
            <a:off x="3048000" y="381000"/>
            <a:ext cx="152400" cy="228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Oval 13">
            <a:hlinkClick r:id="" action="ppaction://noaction"/>
          </p:cNvPr>
          <p:cNvSpPr/>
          <p:nvPr/>
        </p:nvSpPr>
        <p:spPr>
          <a:xfrm>
            <a:off x="2781300" y="190500"/>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8" name="Group 7">
            <a:extLst>
              <a:ext uri="{FF2B5EF4-FFF2-40B4-BE49-F238E27FC236}">
                <a16:creationId xmlns:a16="http://schemas.microsoft.com/office/drawing/2014/main" id="{A5151B64-8D22-82DE-E19A-5C999ACC3F6E}"/>
              </a:ext>
            </a:extLst>
          </p:cNvPr>
          <p:cNvGrpSpPr/>
          <p:nvPr/>
        </p:nvGrpSpPr>
        <p:grpSpPr>
          <a:xfrm>
            <a:off x="0" y="6212534"/>
            <a:ext cx="12301844" cy="789912"/>
            <a:chOff x="0" y="6211669"/>
            <a:chExt cx="12301844" cy="789912"/>
          </a:xfrm>
        </p:grpSpPr>
        <p:sp>
          <p:nvSpPr>
            <p:cNvPr id="9" name="Rectangle 8">
              <a:extLst>
                <a:ext uri="{FF2B5EF4-FFF2-40B4-BE49-F238E27FC236}">
                  <a16:creationId xmlns:a16="http://schemas.microsoft.com/office/drawing/2014/main" id="{8C65C6CF-003C-8E55-8A94-69DAC02FC597}"/>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9DCC5B-C340-E31F-3F0C-1D9728B14314}"/>
                </a:ext>
              </a:extLst>
            </p:cNvPr>
            <p:cNvGrpSpPr/>
            <p:nvPr/>
          </p:nvGrpSpPr>
          <p:grpSpPr>
            <a:xfrm>
              <a:off x="2" y="6361501"/>
              <a:ext cx="12301842" cy="640080"/>
              <a:chOff x="2" y="6361501"/>
              <a:chExt cx="12301842" cy="640080"/>
            </a:xfrm>
          </p:grpSpPr>
          <p:pic>
            <p:nvPicPr>
              <p:cNvPr id="15" name="Picture 14" descr="USGS.png">
                <a:extLst>
                  <a:ext uri="{FF2B5EF4-FFF2-40B4-BE49-F238E27FC236}">
                    <a16:creationId xmlns:a16="http://schemas.microsoft.com/office/drawing/2014/main" id="{C544F901-8068-7741-3ECF-A76F1BF16C6A}"/>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6" name="Picture 15" descr="Horizontal_CMYK_600.tif">
                <a:extLst>
                  <a:ext uri="{FF2B5EF4-FFF2-40B4-BE49-F238E27FC236}">
                    <a16:creationId xmlns:a16="http://schemas.microsoft.com/office/drawing/2014/main" id="{6E475057-2C3C-3F6C-1D8B-0C1B5CD45E6D}"/>
                  </a:ext>
                </a:extLst>
              </p:cNvPr>
              <p:cNvPicPr>
                <a:picLocks noChangeAspect="1"/>
              </p:cNvPicPr>
              <p:nvPr/>
            </p:nvPicPr>
            <p:blipFill rotWithShape="1">
              <a:blip r:embed="rId7"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7" name="Picture 16">
                <a:extLst>
                  <a:ext uri="{FF2B5EF4-FFF2-40B4-BE49-F238E27FC236}">
                    <a16:creationId xmlns:a16="http://schemas.microsoft.com/office/drawing/2014/main" id="{70B62701-BE0A-679F-47DB-8BF7163BF9CC}"/>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0" name="Rectangle 9"/>
          <p:cNvSpPr/>
          <p:nvPr/>
        </p:nvSpPr>
        <p:spPr>
          <a:xfrm>
            <a:off x="8525018" y="4431620"/>
            <a:ext cx="1828800" cy="1015663"/>
          </a:xfrm>
          <a:prstGeom prst="rect">
            <a:avLst/>
          </a:prstGeom>
        </p:spPr>
        <p:txBody>
          <a:bodyPr wrap="square">
            <a:spAutoFit/>
          </a:bodyPr>
          <a:lstStyle/>
          <a:p>
            <a:r>
              <a:rPr lang="en-US" sz="1200" dirty="0">
                <a:solidFill>
                  <a:prstClr val="black"/>
                </a:solidFill>
              </a:rPr>
              <a:t>Comparison of </a:t>
            </a:r>
            <a:r>
              <a:rPr lang="en-US" sz="1200" dirty="0" err="1">
                <a:solidFill>
                  <a:prstClr val="black"/>
                </a:solidFill>
              </a:rPr>
              <a:t>VolcFlow</a:t>
            </a:r>
            <a:r>
              <a:rPr lang="en-US" sz="1200" dirty="0">
                <a:solidFill>
                  <a:prstClr val="black"/>
                </a:solidFill>
              </a:rPr>
              <a:t> and actual pyroclastic flow deposits (red) at Merapi Volcano, Indonesia. From (Charbonnier 2009)</a:t>
            </a:r>
          </a:p>
        </p:txBody>
      </p:sp>
      <p:sp>
        <p:nvSpPr>
          <p:cNvPr id="11" name="Rectangle 10"/>
          <p:cNvSpPr/>
          <p:nvPr/>
        </p:nvSpPr>
        <p:spPr>
          <a:xfrm>
            <a:off x="4486275" y="3612179"/>
            <a:ext cx="5953125" cy="2654544"/>
          </a:xfrm>
          <a:prstGeom prst="rect">
            <a:avLst/>
          </a:prstGeom>
          <a:no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49363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0C1BAE9-89F9-0D15-0A18-6627EF60696C}"/>
              </a:ext>
            </a:extLst>
          </p:cNvPr>
          <p:cNvGrpSpPr/>
          <p:nvPr/>
        </p:nvGrpSpPr>
        <p:grpSpPr>
          <a:xfrm>
            <a:off x="0" y="6212534"/>
            <a:ext cx="12301844" cy="789912"/>
            <a:chOff x="0" y="6211669"/>
            <a:chExt cx="12301844" cy="789912"/>
          </a:xfrm>
        </p:grpSpPr>
        <p:sp>
          <p:nvSpPr>
            <p:cNvPr id="4" name="Rectangle 3">
              <a:extLst>
                <a:ext uri="{FF2B5EF4-FFF2-40B4-BE49-F238E27FC236}">
                  <a16:creationId xmlns:a16="http://schemas.microsoft.com/office/drawing/2014/main" id="{A13AD7BA-8037-26C0-1967-D75827D0CF94}"/>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25B743-211E-1047-BBB6-88C224FC8E41}"/>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7B186519-F81A-1A3E-F38D-ACC0153D099A}"/>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25ACC721-864E-211D-41B6-B5AB10320F56}"/>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1B6D68BC-7442-752B-2BFC-F821C3BA6BDA}"/>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3" name="Rectangle 2"/>
          <p:cNvSpPr/>
          <p:nvPr/>
        </p:nvSpPr>
        <p:spPr>
          <a:xfrm>
            <a:off x="184133" y="83396"/>
            <a:ext cx="12062788" cy="6365845"/>
          </a:xfrm>
          <a:prstGeom prst="rect">
            <a:avLst/>
          </a:prstGeom>
        </p:spPr>
        <p:txBody>
          <a:bodyPr wrap="square">
            <a:spAutoFit/>
          </a:bodyPr>
          <a:lstStyle/>
          <a:p>
            <a:pPr algn="just">
              <a:spcBef>
                <a:spcPct val="20000"/>
              </a:spcBef>
              <a:spcAft>
                <a:spcPts val="1000"/>
              </a:spcAft>
              <a:buClr>
                <a:srgbClr val="808080">
                  <a:lumMod val="50000"/>
                </a:srgbClr>
              </a:buClr>
              <a:buSzPct val="85000"/>
            </a:pPr>
            <a:r>
              <a:rPr lang="en-US" sz="2000" dirty="0">
                <a:solidFill>
                  <a:schemeClr val="accent2">
                    <a:lumMod val="50000"/>
                  </a:schemeClr>
                </a:solidFill>
                <a:ea typeface="Times New Roman" panose="02020603050405020304" pitchFamily="18" charset="0"/>
              </a:rPr>
              <a:t>All these models are averaging a number of variables that are actually highly unsteady and non-uniform in nature, especially in sustained, larger-volume flows with significant ash-cloud surge components. </a:t>
            </a:r>
            <a:endParaRPr lang="en-US" sz="2000" dirty="0">
              <a:solidFill>
                <a:schemeClr val="accent2">
                  <a:lumMod val="50000"/>
                </a:schemeClr>
              </a:solidFill>
            </a:endParaRPr>
          </a:p>
          <a:p>
            <a:pPr algn="just">
              <a:spcBef>
                <a:spcPct val="20000"/>
              </a:spcBef>
              <a:spcAft>
                <a:spcPts val="1000"/>
              </a:spcAft>
              <a:buClr>
                <a:srgbClr val="808080">
                  <a:lumMod val="50000"/>
                </a:srgbClr>
              </a:buClr>
              <a:buSzPct val="85000"/>
              <a:defRPr/>
            </a:pPr>
            <a:r>
              <a:rPr lang="en-US" sz="2000" kern="0" dirty="0">
                <a:solidFill>
                  <a:srgbClr val="B2B2B2">
                    <a:lumMod val="50000"/>
                  </a:srgbClr>
                </a:solidFill>
              </a:rPr>
              <a:t>Models cannot capture the effects of: </a:t>
            </a: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kern="0" dirty="0">
                <a:solidFill>
                  <a:srgbClr val="B2B2B2">
                    <a:lumMod val="50000"/>
                  </a:srgbClr>
                </a:solidFill>
              </a:rPr>
              <a:t>increasing excavation of pressurized dome material</a:t>
            </a:r>
            <a:endParaRPr lang="en-US" sz="1400" kern="0" dirty="0">
              <a:solidFill>
                <a:srgbClr val="B2B2B2">
                  <a:lumMod val="50000"/>
                </a:srgbClr>
              </a:solidFill>
            </a:endParaRP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kern="0" dirty="0">
                <a:solidFill>
                  <a:srgbClr val="B2B2B2">
                    <a:lumMod val="50000"/>
                  </a:srgbClr>
                </a:solidFill>
              </a:rPr>
              <a:t>interactions between subsequent flow pulses</a:t>
            </a:r>
            <a:endParaRPr lang="en-US" sz="1400" kern="0" dirty="0">
              <a:solidFill>
                <a:srgbClr val="B2B2B2">
                  <a:lumMod val="50000"/>
                </a:srgbClr>
              </a:solidFill>
            </a:endParaRP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kern="0" dirty="0">
                <a:solidFill>
                  <a:srgbClr val="B2B2B2">
                    <a:lumMod val="50000"/>
                  </a:srgbClr>
                </a:solidFill>
              </a:rPr>
              <a:t>evolving pore-fluid pressures and granular temperatures</a:t>
            </a:r>
            <a:endParaRPr lang="en-US" sz="1400" kern="0" dirty="0">
              <a:solidFill>
                <a:srgbClr val="B2B2B2">
                  <a:lumMod val="50000"/>
                </a:srgbClr>
              </a:solidFill>
            </a:endParaRP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kern="0" dirty="0">
                <a:solidFill>
                  <a:srgbClr val="B2B2B2">
                    <a:lumMod val="50000"/>
                  </a:srgbClr>
                </a:solidFill>
              </a:rPr>
              <a:t>variations in frictional vs. collisional regimes</a:t>
            </a:r>
            <a:endParaRPr lang="en-US" sz="1400" kern="0" dirty="0">
              <a:solidFill>
                <a:srgbClr val="B2B2B2">
                  <a:lumMod val="50000"/>
                </a:srgbClr>
              </a:solidFill>
            </a:endParaRP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kern="0" dirty="0">
                <a:solidFill>
                  <a:srgbClr val="B2B2B2">
                    <a:lumMod val="50000"/>
                  </a:srgbClr>
                </a:solidFill>
              </a:rPr>
              <a:t>sedimentation, erosion, or deposition</a:t>
            </a: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kern="0" dirty="0">
                <a:solidFill>
                  <a:srgbClr val="B2B2B2">
                    <a:lumMod val="50000"/>
                  </a:srgbClr>
                </a:solidFill>
              </a:rPr>
              <a:t>polydispersity of grain sizes, shapes, and densities</a:t>
            </a:r>
          </a:p>
          <a:p>
            <a:pPr marL="285750" indent="-285750" algn="just">
              <a:spcBef>
                <a:spcPct val="20000"/>
              </a:spcBef>
              <a:spcAft>
                <a:spcPts val="1000"/>
              </a:spcAft>
              <a:buClr>
                <a:srgbClr val="808080">
                  <a:lumMod val="50000"/>
                </a:srgbClr>
              </a:buClr>
              <a:buSzPct val="85000"/>
              <a:buFont typeface="Courier New" panose="02070309020205020404" pitchFamily="49" charset="0"/>
              <a:buChar char="o"/>
              <a:defRPr/>
            </a:pPr>
            <a:r>
              <a:rPr lang="en-US" b="1" kern="0" dirty="0">
                <a:solidFill>
                  <a:srgbClr val="FF0000"/>
                </a:solidFill>
              </a:rPr>
              <a:t>interplay between dense-basal undercurrent and ash-cloud surge</a:t>
            </a:r>
            <a:endParaRPr lang="en-US" kern="0" dirty="0">
              <a:solidFill>
                <a:srgbClr val="B2B2B2">
                  <a:lumMod val="50000"/>
                </a:srgbClr>
              </a:solidFill>
            </a:endParaRPr>
          </a:p>
          <a:p>
            <a:pPr algn="just">
              <a:spcBef>
                <a:spcPct val="20000"/>
              </a:spcBef>
              <a:spcAft>
                <a:spcPts val="1000"/>
              </a:spcAft>
              <a:buClr>
                <a:srgbClr val="808080">
                  <a:lumMod val="50000"/>
                </a:srgbClr>
              </a:buClr>
              <a:buSzPct val="85000"/>
              <a:defRPr/>
            </a:pPr>
            <a:r>
              <a:rPr lang="en-US" kern="0" dirty="0">
                <a:solidFill>
                  <a:srgbClr val="B2B2B2">
                    <a:lumMod val="50000"/>
                  </a:srgbClr>
                </a:solidFill>
              </a:rPr>
              <a:t>PDCs probably do not exhibit a fixed rheology, but evolve as fluid-pressure, grain concentration, and granular temperature change through time and space</a:t>
            </a:r>
          </a:p>
          <a:p>
            <a:pPr algn="just">
              <a:spcBef>
                <a:spcPct val="20000"/>
              </a:spcBef>
              <a:spcAft>
                <a:spcPts val="1000"/>
              </a:spcAft>
              <a:buClr>
                <a:srgbClr val="808080">
                  <a:lumMod val="50000"/>
                </a:srgbClr>
              </a:buClr>
              <a:buSzPct val="85000"/>
              <a:defRPr/>
            </a:pPr>
            <a:r>
              <a:rPr lang="en-US" kern="0" dirty="0">
                <a:solidFill>
                  <a:srgbClr val="B2B2B2">
                    <a:lumMod val="50000"/>
                  </a:srgbClr>
                </a:solidFill>
              </a:rPr>
              <a:t>These effects are probably most pronounced in large-volume PDCs, especially for column-collapse flows</a:t>
            </a:r>
          </a:p>
          <a:p>
            <a:pPr algn="just">
              <a:spcBef>
                <a:spcPct val="20000"/>
              </a:spcBef>
              <a:spcAft>
                <a:spcPts val="1000"/>
              </a:spcAft>
              <a:buClr>
                <a:srgbClr val="808080">
                  <a:lumMod val="50000"/>
                </a:srgbClr>
              </a:buClr>
              <a:buSzPct val="85000"/>
              <a:defRPr/>
            </a:pPr>
            <a:r>
              <a:rPr lang="en-US" kern="0" dirty="0">
                <a:solidFill>
                  <a:srgbClr val="B2B2B2">
                    <a:lumMod val="50000"/>
                  </a:srgbClr>
                </a:solidFill>
              </a:rPr>
              <a:t>Some multiphase models can model these things, but they are research tools, not hazard simulation tools because they take so long!</a:t>
            </a:r>
          </a:p>
        </p:txBody>
      </p:sp>
    </p:spTree>
    <p:extLst>
      <p:ext uri="{BB962C8B-B14F-4D97-AF65-F5344CB8AC3E}">
        <p14:creationId xmlns:p14="http://schemas.microsoft.com/office/powerpoint/2010/main" val="568408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339" y="337930"/>
            <a:ext cx="3149600" cy="990600"/>
          </a:xfrm>
        </p:spPr>
        <p:txBody>
          <a:bodyPr/>
          <a:lstStyle/>
          <a:p>
            <a:r>
              <a:rPr lang="en-US" dirty="0"/>
              <a:t>Ash-cloud surge	</a:t>
            </a:r>
          </a:p>
        </p:txBody>
      </p:sp>
      <p:sp>
        <p:nvSpPr>
          <p:cNvPr id="4" name="Text Placeholder 3"/>
          <p:cNvSpPr>
            <a:spLocks noGrp="1"/>
          </p:cNvSpPr>
          <p:nvPr>
            <p:ph type="body" idx="2"/>
          </p:nvPr>
        </p:nvSpPr>
        <p:spPr>
          <a:xfrm>
            <a:off x="326292" y="1716874"/>
            <a:ext cx="3400881" cy="4429168"/>
          </a:xfrm>
        </p:spPr>
        <p:txBody>
          <a:bodyPr>
            <a:normAutofit/>
          </a:bodyPr>
          <a:lstStyle/>
          <a:p>
            <a:pPr marL="285750" indent="-285750">
              <a:buFont typeface="Arial" panose="020B0604020202020204" pitchFamily="34" charset="0"/>
              <a:buChar char="•"/>
            </a:pPr>
            <a:r>
              <a:rPr lang="en-US" sz="2000" dirty="0"/>
              <a:t>Can detach from the dense basal avalanche at constrictions in channels or valley bends and travel long distances over relatively flat ground</a:t>
            </a:r>
          </a:p>
          <a:p>
            <a:pPr marL="285750" indent="-285750">
              <a:buFont typeface="Arial" panose="020B0604020202020204" pitchFamily="34" charset="0"/>
              <a:buChar char="•"/>
            </a:pPr>
            <a:r>
              <a:rPr lang="en-US" sz="2000" dirty="0"/>
              <a:t>Decoupled surges often responsible for deaths (</a:t>
            </a:r>
            <a:r>
              <a:rPr lang="en-US" sz="2000" dirty="0" err="1"/>
              <a:t>Soufrière</a:t>
            </a:r>
            <a:r>
              <a:rPr lang="en-US" sz="2000" dirty="0"/>
              <a:t> Hills Volcano, </a:t>
            </a:r>
            <a:r>
              <a:rPr lang="en-US" sz="2000" dirty="0" err="1"/>
              <a:t>Merapi</a:t>
            </a:r>
            <a:r>
              <a:rPr lang="en-US" sz="2000" dirty="0"/>
              <a:t>, </a:t>
            </a:r>
            <a:r>
              <a:rPr lang="en-US" sz="2000" dirty="0" err="1"/>
              <a:t>Unzen</a:t>
            </a:r>
            <a:r>
              <a:rPr lang="en-US" sz="2000" dirty="0"/>
              <a:t>, </a:t>
            </a:r>
            <a:r>
              <a:rPr lang="en-US" sz="2000" dirty="0" err="1"/>
              <a:t>Sinabung</a:t>
            </a:r>
            <a:r>
              <a:rPr lang="en-US" sz="2000" dirty="0"/>
              <a:t>, </a:t>
            </a:r>
            <a:r>
              <a:rPr lang="en-US" sz="2000" dirty="0" err="1"/>
              <a:t>Pelée</a:t>
            </a:r>
            <a:r>
              <a:rPr lang="en-US" sz="2000" dirty="0"/>
              <a:t>) </a:t>
            </a:r>
          </a:p>
          <a:p>
            <a:pPr marL="285750" indent="-285750">
              <a:buFont typeface="Arial" panose="020B0604020202020204" pitchFamily="34" charset="0"/>
              <a:buChar char="•"/>
            </a:pPr>
            <a:endParaRPr lang="en-US" sz="2000" dirty="0"/>
          </a:p>
        </p:txBody>
      </p:sp>
      <p:grpSp>
        <p:nvGrpSpPr>
          <p:cNvPr id="3" name="Group 2"/>
          <p:cNvGrpSpPr/>
          <p:nvPr/>
        </p:nvGrpSpPr>
        <p:grpSpPr>
          <a:xfrm>
            <a:off x="4069403" y="674184"/>
            <a:ext cx="7579258" cy="4792337"/>
            <a:chOff x="3211337" y="667263"/>
            <a:chExt cx="5515501" cy="3529916"/>
          </a:xfrm>
        </p:grpSpPr>
        <p:pic>
          <p:nvPicPr>
            <p:cNvPr id="6" name="Picture 5"/>
            <p:cNvPicPr>
              <a:picLocks noChangeAspect="1"/>
            </p:cNvPicPr>
            <p:nvPr/>
          </p:nvPicPr>
          <p:blipFill rotWithShape="1">
            <a:blip r:embed="rId2"/>
            <a:srcRect t="28099" b="29333"/>
            <a:stretch/>
          </p:blipFill>
          <p:spPr>
            <a:xfrm>
              <a:off x="3211337" y="667263"/>
              <a:ext cx="5515501" cy="3113905"/>
            </a:xfrm>
            <a:prstGeom prst="rect">
              <a:avLst/>
            </a:prstGeom>
          </p:spPr>
        </p:pic>
        <p:pic>
          <p:nvPicPr>
            <p:cNvPr id="7" name="Picture 6"/>
            <p:cNvPicPr>
              <a:picLocks noChangeAspect="1"/>
            </p:cNvPicPr>
            <p:nvPr/>
          </p:nvPicPr>
          <p:blipFill rotWithShape="1">
            <a:blip r:embed="rId2"/>
            <a:srcRect l="150" t="95162" r="-150" b="-173"/>
            <a:stretch/>
          </p:blipFill>
          <p:spPr>
            <a:xfrm>
              <a:off x="3211337" y="3830595"/>
              <a:ext cx="5515501" cy="366584"/>
            </a:xfrm>
            <a:prstGeom prst="rect">
              <a:avLst/>
            </a:prstGeom>
          </p:spPr>
        </p:pic>
      </p:grpSp>
      <p:sp>
        <p:nvSpPr>
          <p:cNvPr id="8" name="TextBox 7"/>
          <p:cNvSpPr txBox="1"/>
          <p:nvPr/>
        </p:nvSpPr>
        <p:spPr>
          <a:xfrm>
            <a:off x="9131498" y="5660596"/>
            <a:ext cx="2734210" cy="523220"/>
          </a:xfrm>
          <a:prstGeom prst="rect">
            <a:avLst/>
          </a:prstGeom>
          <a:noFill/>
        </p:spPr>
        <p:txBody>
          <a:bodyPr wrap="none" rtlCol="0">
            <a:spAutoFit/>
          </a:bodyPr>
          <a:lstStyle/>
          <a:p>
            <a:r>
              <a:rPr lang="en-US" sz="1400" dirty="0" err="1"/>
              <a:t>Soufrière</a:t>
            </a:r>
            <a:r>
              <a:rPr lang="en-US" sz="1400" dirty="0"/>
              <a:t> Hills Volcano, Montserrat</a:t>
            </a:r>
          </a:p>
          <a:p>
            <a:r>
              <a:rPr lang="en-US" sz="1400" dirty="0" err="1"/>
              <a:t>Ogburn</a:t>
            </a:r>
            <a:r>
              <a:rPr lang="en-US" sz="1400" dirty="0"/>
              <a:t> et al. 2014</a:t>
            </a:r>
          </a:p>
        </p:txBody>
      </p:sp>
      <p:grpSp>
        <p:nvGrpSpPr>
          <p:cNvPr id="5" name="Group 4">
            <a:extLst>
              <a:ext uri="{FF2B5EF4-FFF2-40B4-BE49-F238E27FC236}">
                <a16:creationId xmlns:a16="http://schemas.microsoft.com/office/drawing/2014/main" id="{BEEE4FED-BE81-8734-0020-EBF04D3A9310}"/>
              </a:ext>
            </a:extLst>
          </p:cNvPr>
          <p:cNvGrpSpPr/>
          <p:nvPr/>
        </p:nvGrpSpPr>
        <p:grpSpPr>
          <a:xfrm>
            <a:off x="0" y="6212534"/>
            <a:ext cx="12301844" cy="789912"/>
            <a:chOff x="0" y="6211669"/>
            <a:chExt cx="12301844" cy="789912"/>
          </a:xfrm>
        </p:grpSpPr>
        <p:sp>
          <p:nvSpPr>
            <p:cNvPr id="9" name="Rectangle 8">
              <a:extLst>
                <a:ext uri="{FF2B5EF4-FFF2-40B4-BE49-F238E27FC236}">
                  <a16:creationId xmlns:a16="http://schemas.microsoft.com/office/drawing/2014/main" id="{6D0302E5-4CFD-0C8B-3644-7A24E03B5C83}"/>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08772FF-8BA2-8097-EC62-5074F6018276}"/>
                </a:ext>
              </a:extLst>
            </p:cNvPr>
            <p:cNvGrpSpPr/>
            <p:nvPr/>
          </p:nvGrpSpPr>
          <p:grpSpPr>
            <a:xfrm>
              <a:off x="2" y="6361501"/>
              <a:ext cx="12301842" cy="640080"/>
              <a:chOff x="2" y="6361501"/>
              <a:chExt cx="12301842" cy="640080"/>
            </a:xfrm>
          </p:grpSpPr>
          <p:pic>
            <p:nvPicPr>
              <p:cNvPr id="11" name="Picture 10" descr="USGS.png">
                <a:extLst>
                  <a:ext uri="{FF2B5EF4-FFF2-40B4-BE49-F238E27FC236}">
                    <a16:creationId xmlns:a16="http://schemas.microsoft.com/office/drawing/2014/main" id="{8AF5BA63-74F6-F3FA-ECB3-C1D0934CCD14}"/>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2" name="Picture 11" descr="Horizontal_CMYK_600.tif">
                <a:extLst>
                  <a:ext uri="{FF2B5EF4-FFF2-40B4-BE49-F238E27FC236}">
                    <a16:creationId xmlns:a16="http://schemas.microsoft.com/office/drawing/2014/main" id="{DF68BD9C-5065-3ADF-EE7E-8C45408A7742}"/>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3" name="Picture 12">
                <a:extLst>
                  <a:ext uri="{FF2B5EF4-FFF2-40B4-BE49-F238E27FC236}">
                    <a16:creationId xmlns:a16="http://schemas.microsoft.com/office/drawing/2014/main" id="{6B1371A2-CF16-B997-015A-B6A0A2B2D7B1}"/>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856223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639331" y="0"/>
            <a:ext cx="8940675" cy="6293708"/>
          </a:xfrm>
          <a:prstGeom prst="rect">
            <a:avLst/>
          </a:prstGeom>
        </p:spPr>
      </p:pic>
      <p:sp>
        <p:nvSpPr>
          <p:cNvPr id="11" name="TextBox 10"/>
          <p:cNvSpPr txBox="1"/>
          <p:nvPr/>
        </p:nvSpPr>
        <p:spPr>
          <a:xfrm>
            <a:off x="8559113" y="5560541"/>
            <a:ext cx="1903470" cy="646331"/>
          </a:xfrm>
          <a:prstGeom prst="rect">
            <a:avLst/>
          </a:prstGeom>
          <a:noFill/>
        </p:spPr>
        <p:txBody>
          <a:bodyPr wrap="none" rtlCol="0">
            <a:spAutoFit/>
          </a:bodyPr>
          <a:lstStyle/>
          <a:p>
            <a:r>
              <a:rPr lang="en-US" dirty="0" err="1"/>
              <a:t>Merapi</a:t>
            </a:r>
            <a:r>
              <a:rPr lang="en-US" dirty="0"/>
              <a:t>, Indonesia</a:t>
            </a:r>
          </a:p>
          <a:p>
            <a:r>
              <a:rPr lang="en-US" dirty="0"/>
              <a:t>Jenkins et al. 2013</a:t>
            </a:r>
          </a:p>
        </p:txBody>
      </p:sp>
      <p:grpSp>
        <p:nvGrpSpPr>
          <p:cNvPr id="2" name="Group 1">
            <a:extLst>
              <a:ext uri="{FF2B5EF4-FFF2-40B4-BE49-F238E27FC236}">
                <a16:creationId xmlns:a16="http://schemas.microsoft.com/office/drawing/2014/main" id="{DC99F28A-DFA1-D0B7-7F2B-A7646834669E}"/>
              </a:ext>
            </a:extLst>
          </p:cNvPr>
          <p:cNvGrpSpPr/>
          <p:nvPr/>
        </p:nvGrpSpPr>
        <p:grpSpPr>
          <a:xfrm>
            <a:off x="0" y="6212534"/>
            <a:ext cx="12301844" cy="789912"/>
            <a:chOff x="0" y="6211669"/>
            <a:chExt cx="12301844" cy="789912"/>
          </a:xfrm>
        </p:grpSpPr>
        <p:sp>
          <p:nvSpPr>
            <p:cNvPr id="3" name="Rectangle 2">
              <a:extLst>
                <a:ext uri="{FF2B5EF4-FFF2-40B4-BE49-F238E27FC236}">
                  <a16:creationId xmlns:a16="http://schemas.microsoft.com/office/drawing/2014/main" id="{7533D44E-CC78-E4BD-0293-4C8BA8CBE02A}"/>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2EB1E7F6-20CF-1CDD-BB00-A4B2210BE0BE}"/>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AB62DEED-86F1-D5DB-9CCD-5C6DF85F6E6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D8DF39C0-D4B1-B9B1-A8BD-264B53299323}"/>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A74C63DF-8D81-E881-E602-2C2C2616561A}"/>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245291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6700" y="0"/>
            <a:ext cx="8875059" cy="6858000"/>
          </a:xfrm>
          <a:prstGeom prst="rect">
            <a:avLst/>
          </a:prstGeom>
        </p:spPr>
      </p:pic>
    </p:spTree>
    <p:extLst>
      <p:ext uri="{BB962C8B-B14F-4D97-AF65-F5344CB8AC3E}">
        <p14:creationId xmlns:p14="http://schemas.microsoft.com/office/powerpoint/2010/main" val="3826880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624" y="387626"/>
            <a:ext cx="3149600" cy="990600"/>
          </a:xfrm>
        </p:spPr>
        <p:txBody>
          <a:bodyPr/>
          <a:lstStyle/>
          <a:p>
            <a:r>
              <a:rPr lang="en-US" dirty="0"/>
              <a:t>Ash-cloud surge	</a:t>
            </a:r>
          </a:p>
        </p:txBody>
      </p:sp>
      <p:sp>
        <p:nvSpPr>
          <p:cNvPr id="4" name="Text Placeholder 3"/>
          <p:cNvSpPr>
            <a:spLocks noGrp="1"/>
          </p:cNvSpPr>
          <p:nvPr>
            <p:ph type="body" idx="2"/>
          </p:nvPr>
        </p:nvSpPr>
        <p:spPr>
          <a:xfrm>
            <a:off x="293625" y="1696996"/>
            <a:ext cx="3334158" cy="4429168"/>
          </a:xfrm>
        </p:spPr>
        <p:txBody>
          <a:bodyPr>
            <a:normAutofit/>
          </a:bodyPr>
          <a:lstStyle/>
          <a:p>
            <a:pPr marL="285750" indent="-285750">
              <a:buFont typeface="Arial" panose="020B0604020202020204" pitchFamily="34" charset="0"/>
              <a:buChar char="•"/>
            </a:pPr>
            <a:r>
              <a:rPr lang="en-US" sz="2000" dirty="0"/>
              <a:t>TITAN2D DOES NOT model the overriding, dilute, ash cloud surge component</a:t>
            </a:r>
          </a:p>
          <a:p>
            <a:pPr marL="285750" indent="-285750">
              <a:buFont typeface="Arial" panose="020B0604020202020204" pitchFamily="34" charset="0"/>
              <a:buChar char="•"/>
            </a:pPr>
            <a:r>
              <a:rPr lang="en-US" sz="2000" dirty="0"/>
              <a:t>∆H/L cones don’t explicitly model the surge, but they </a:t>
            </a:r>
            <a:r>
              <a:rPr lang="en-US" sz="2000" i="1" dirty="0"/>
              <a:t>*may* </a:t>
            </a:r>
            <a:r>
              <a:rPr lang="en-US" sz="2000" dirty="0"/>
              <a:t>encompass surge hazards because they don’t simulate a channelized flow</a:t>
            </a:r>
          </a:p>
        </p:txBody>
      </p:sp>
      <p:pic>
        <p:nvPicPr>
          <p:cNvPr id="27" name="Picture 26"/>
          <p:cNvPicPr>
            <a:picLocks noChangeAspect="1"/>
          </p:cNvPicPr>
          <p:nvPr/>
        </p:nvPicPr>
        <p:blipFill rotWithShape="1">
          <a:blip r:embed="rId2" cstate="print">
            <a:extLst>
              <a:ext uri="{28A0092B-C50C-407E-A947-70E740481C1C}">
                <a14:useLocalDpi xmlns:a14="http://schemas.microsoft.com/office/drawing/2010/main" val="0"/>
              </a:ext>
            </a:extLst>
          </a:blip>
          <a:srcRect l="48611" b="58886"/>
          <a:stretch/>
        </p:blipFill>
        <p:spPr>
          <a:xfrm>
            <a:off x="5640420" y="621981"/>
            <a:ext cx="3457452" cy="2566038"/>
          </a:xfrm>
          <a:prstGeom prst="rect">
            <a:avLst/>
          </a:prstGeom>
        </p:spPr>
      </p:pic>
      <p:pic>
        <p:nvPicPr>
          <p:cNvPr id="31" name="Picture 30"/>
          <p:cNvPicPr>
            <a:picLocks noChangeAspect="1"/>
          </p:cNvPicPr>
          <p:nvPr/>
        </p:nvPicPr>
        <p:blipFill>
          <a:blip r:embed="rId3"/>
          <a:stretch>
            <a:fillRect/>
          </a:stretch>
        </p:blipFill>
        <p:spPr>
          <a:xfrm>
            <a:off x="5544169" y="3211514"/>
            <a:ext cx="3914775" cy="2914650"/>
          </a:xfrm>
          <a:prstGeom prst="rect">
            <a:avLst/>
          </a:prstGeom>
        </p:spPr>
      </p:pic>
      <p:grpSp>
        <p:nvGrpSpPr>
          <p:cNvPr id="3" name="Group 2">
            <a:extLst>
              <a:ext uri="{FF2B5EF4-FFF2-40B4-BE49-F238E27FC236}">
                <a16:creationId xmlns:a16="http://schemas.microsoft.com/office/drawing/2014/main" id="{807982E5-D254-E534-46EC-424F4F43A5F1}"/>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04383101-A991-3737-CCDC-B9FCD663634E}"/>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2F71403-6E1D-1322-663F-190BE800BAFE}"/>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A1D7BC74-173C-0D8F-ADF3-A747F311F7FF}"/>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68D9EFED-2959-141B-F23A-C6857D04F32D}"/>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717B83CD-3932-AC42-A4D3-ED03754E1D48}"/>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081564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2268493875"/>
              </p:ext>
            </p:extLst>
          </p:nvPr>
        </p:nvGraphicFramePr>
        <p:xfrm>
          <a:off x="0" y="2"/>
          <a:ext cx="12192001" cy="6857998"/>
        </p:xfrm>
        <a:graphic>
          <a:graphicData uri="http://schemas.openxmlformats.org/drawingml/2006/table">
            <a:tbl>
              <a:tblPr firstRow="1" bandRow="1">
                <a:tableStyleId>{5C22544A-7EE6-4342-B048-85BDC9FD1C3A}</a:tableStyleId>
              </a:tblPr>
              <a:tblGrid>
                <a:gridCol w="1048036">
                  <a:extLst>
                    <a:ext uri="{9D8B030D-6E8A-4147-A177-3AD203B41FA5}">
                      <a16:colId xmlns:a16="http://schemas.microsoft.com/office/drawing/2014/main" val="20000"/>
                    </a:ext>
                  </a:extLst>
                </a:gridCol>
                <a:gridCol w="5860767">
                  <a:extLst>
                    <a:ext uri="{9D8B030D-6E8A-4147-A177-3AD203B41FA5}">
                      <a16:colId xmlns:a16="http://schemas.microsoft.com/office/drawing/2014/main" val="20001"/>
                    </a:ext>
                  </a:extLst>
                </a:gridCol>
                <a:gridCol w="5283198">
                  <a:extLst>
                    <a:ext uri="{9D8B030D-6E8A-4147-A177-3AD203B41FA5}">
                      <a16:colId xmlns:a16="http://schemas.microsoft.com/office/drawing/2014/main" val="20002"/>
                    </a:ext>
                  </a:extLst>
                </a:gridCol>
              </a:tblGrid>
              <a:tr h="453549">
                <a:tc>
                  <a:txBody>
                    <a:bodyPr/>
                    <a:lstStyle/>
                    <a:p>
                      <a:pPr marL="0" marR="0">
                        <a:lnSpc>
                          <a:spcPct val="115000"/>
                        </a:lnSpc>
                        <a:spcBef>
                          <a:spcPts val="0"/>
                        </a:spcBef>
                        <a:spcAft>
                          <a:spcPts val="0"/>
                        </a:spcAft>
                      </a:pPr>
                      <a:r>
                        <a:rPr lang="en-US" sz="2000" dirty="0">
                          <a:solidFill>
                            <a:schemeClr val="tx1"/>
                          </a:solidFill>
                          <a:effectLst/>
                        </a:rPr>
                        <a:t>Model</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0" marR="0">
                        <a:lnSpc>
                          <a:spcPct val="115000"/>
                        </a:lnSpc>
                        <a:spcBef>
                          <a:spcPts val="0"/>
                        </a:spcBef>
                        <a:spcAft>
                          <a:spcPts val="0"/>
                        </a:spcAft>
                      </a:pPr>
                      <a:r>
                        <a:rPr lang="en-US" sz="2000" dirty="0">
                          <a:solidFill>
                            <a:schemeClr val="tx1"/>
                          </a:solidFill>
                          <a:effectLst/>
                        </a:rPr>
                        <a:t>      Pros</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0" marR="0">
                        <a:lnSpc>
                          <a:spcPct val="115000"/>
                        </a:lnSpc>
                        <a:spcBef>
                          <a:spcPts val="0"/>
                        </a:spcBef>
                        <a:spcAft>
                          <a:spcPts val="0"/>
                        </a:spcAft>
                      </a:pPr>
                      <a:r>
                        <a:rPr lang="en-US" sz="2000" dirty="0">
                          <a:solidFill>
                            <a:schemeClr val="tx1"/>
                          </a:solidFill>
                          <a:effectLst/>
                        </a:rPr>
                        <a:t>      Cons</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extLst>
                  <a:ext uri="{0D108BD9-81ED-4DB2-BD59-A6C34878D82A}">
                    <a16:rowId xmlns:a16="http://schemas.microsoft.com/office/drawing/2014/main" val="10000"/>
                  </a:ext>
                </a:extLst>
              </a:tr>
              <a:tr h="2463249">
                <a:tc>
                  <a:txBody>
                    <a:bodyPr/>
                    <a:lstStyle/>
                    <a:p>
                      <a:pPr marL="0" marR="0">
                        <a:lnSpc>
                          <a:spcPct val="115000"/>
                        </a:lnSpc>
                        <a:spcBef>
                          <a:spcPts val="600"/>
                        </a:spcBef>
                        <a:spcAft>
                          <a:spcPts val="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Energy </a:t>
                      </a:r>
                      <a:r>
                        <a:rPr lang="en-US" sz="1600" b="1" baseline="0" dirty="0">
                          <a:effectLst/>
                          <a:latin typeface="Calibri" panose="020F0502020204030204" pitchFamily="34" charset="0"/>
                          <a:ea typeface="Calibri" panose="020F0502020204030204" pitchFamily="34" charset="0"/>
                          <a:cs typeface="Times New Roman" panose="02020603050405020304" pitchFamily="18" charset="0"/>
                        </a:rPr>
                        <a:t>cone</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r>
                        <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With</a:t>
                      </a:r>
                      <a:r>
                        <a:rPr lang="en-US" sz="1600"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local ∆H/L vs. volume data, does a decent job reproducing flow runout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r>
                        <a:rPr lang="en-US" sz="1600"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Often captures ash-cloud surge hazard area too, because it’s not modeling channelization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r>
                        <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Extremely fast (&lt;</a:t>
                      </a:r>
                      <a:r>
                        <a:rPr lang="en-US" sz="1600" baseline="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1 minute)</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Very small output file sizes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r>
                        <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Very well-documented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r>
                        <a:rPr lang="en-US" sz="1600" baseline="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Only need to run Energy Cones for a range of volumes to produce a hazard map</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endParaRPr lang="en-US" sz="1600"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Reliant on ∆H/L</a:t>
                      </a:r>
                      <a:r>
                        <a:rPr lang="en-US" sz="1600"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vs. volume data, if data is sparse for a particular volcano, relies on widely scattered global data which results in large spread in runout distances</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Might be overly-conservative because there’s no channelization</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baseline="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Requires ArcGIS to run LAHARZ version</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extLst>
                  <a:ext uri="{0D108BD9-81ED-4DB2-BD59-A6C34878D82A}">
                    <a16:rowId xmlns:a16="http://schemas.microsoft.com/office/drawing/2014/main" val="10001"/>
                  </a:ext>
                </a:extLst>
              </a:tr>
              <a:tr h="1970600">
                <a:tc>
                  <a:txBody>
                    <a:bodyPr/>
                    <a:lstStyle/>
                    <a:p>
                      <a:pPr marL="0" marR="0">
                        <a:lnSpc>
                          <a:spcPct val="115000"/>
                        </a:lnSpc>
                        <a:spcBef>
                          <a:spcPts val="0"/>
                        </a:spcBef>
                        <a:spcAft>
                          <a:spcPts val="0"/>
                        </a:spcAft>
                      </a:pPr>
                      <a:r>
                        <a:rPr lang="en-US" sz="1600" b="1" dirty="0">
                          <a:effectLst/>
                        </a:rPr>
                        <a:t>TITAN2D </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effectLst/>
                        </a:rPr>
                        <a:t>Input parameters obtainable from deposits, observations</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effectLst/>
                        </a:rPr>
                        <a:t>Reasonable reproduction of inundation and velocity</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effectLst/>
                        </a:rPr>
                        <a:t>Reproduces gradually thinning and spreading margins of large volume deposits</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Small file size</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Can be run using only open-source software, either online</a:t>
                      </a:r>
                      <a:r>
                        <a:rPr lang="en-US" sz="1600" baseline="0" dirty="0">
                          <a:solidFill>
                            <a:srgbClr val="FF0000"/>
                          </a:solidFill>
                          <a:effectLst/>
                        </a:rPr>
                        <a:t> at Vhub.org or on a </a:t>
                      </a:r>
                      <a:r>
                        <a:rPr lang="en-US" sz="1600" baseline="0" dirty="0" err="1">
                          <a:solidFill>
                            <a:srgbClr val="FF0000"/>
                          </a:solidFill>
                          <a:effectLst/>
                        </a:rPr>
                        <a:t>linux</a:t>
                      </a:r>
                      <a:r>
                        <a:rPr lang="en-US" sz="1600" baseline="0" dirty="0">
                          <a:solidFill>
                            <a:srgbClr val="FF0000"/>
                          </a:solidFill>
                          <a:effectLst/>
                        </a:rPr>
                        <a:t> machine </a:t>
                      </a:r>
                      <a:endParaRPr lang="en-US" sz="1600" dirty="0">
                        <a:solidFill>
                          <a:srgbClr val="FF0000"/>
                        </a:solidFill>
                        <a:effectLst/>
                      </a:endParaRPr>
                    </a:p>
                    <a:p>
                      <a:pPr marL="342900" marR="0" lvl="0" indent="-342900" algn="l">
                        <a:lnSpc>
                          <a:spcPct val="100000"/>
                        </a:lnSpc>
                        <a:spcBef>
                          <a:spcPts val="0"/>
                        </a:spcBef>
                        <a:spcAft>
                          <a:spcPts val="600"/>
                        </a:spcAft>
                        <a:buFont typeface="Arial" panose="020B0604020202020204" pitchFamily="34" charset="0"/>
                        <a:buChar char="•"/>
                        <a:tabLst>
                          <a:tab pos="457200" algn="l"/>
                        </a:tabLst>
                      </a:pPr>
                      <a:r>
                        <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Very well-documented</a:t>
                      </a:r>
                    </a:p>
                  </a:txBody>
                  <a:tcPr marL="59444" marR="59444" marT="0" marB="0"/>
                </a:tc>
                <a:tc>
                  <a:txBody>
                    <a:bodyPr/>
                    <a:lstStyle/>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Requires accurate summit/dome DEM</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Sensitive to pile shape, geometry</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High velocities make things leave valleys when they shouldn’t</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No ash-cloud surge modeling</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Slow (4-8 hours)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7200" algn="l"/>
                        </a:tabLst>
                        <a:defRPr/>
                      </a:pPr>
                      <a:r>
                        <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Requires many model runs to produce hazard map</a:t>
                      </a:r>
                    </a:p>
                    <a:p>
                      <a:pPr marL="342900" marR="0" lvl="0" indent="-342900">
                        <a:lnSpc>
                          <a:spcPct val="100000"/>
                        </a:lnSpc>
                        <a:spcBef>
                          <a:spcPts val="0"/>
                        </a:spcBef>
                        <a:spcAft>
                          <a:spcPts val="0"/>
                        </a:spcAft>
                        <a:buFont typeface="Arial" panose="020B0604020202020204" pitchFamily="34" charset="0"/>
                        <a:buChar char="•"/>
                        <a:tabLst>
                          <a:tab pos="457200" algn="l"/>
                        </a:tabLst>
                      </a:pP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extLst>
                  <a:ext uri="{0D108BD9-81ED-4DB2-BD59-A6C34878D82A}">
                    <a16:rowId xmlns:a16="http://schemas.microsoft.com/office/drawing/2014/main" val="10002"/>
                  </a:ext>
                </a:extLst>
              </a:tr>
              <a:tr h="1970600">
                <a:tc>
                  <a:txBody>
                    <a:bodyPr/>
                    <a:lstStyle/>
                    <a:p>
                      <a:pPr marL="0" marR="0">
                        <a:lnSpc>
                          <a:spcPct val="115000"/>
                        </a:lnSpc>
                        <a:spcBef>
                          <a:spcPts val="1200"/>
                        </a:spcBef>
                        <a:spcAft>
                          <a:spcPts val="0"/>
                        </a:spcAft>
                      </a:pPr>
                      <a:r>
                        <a:rPr lang="en-US" sz="1600" b="1" dirty="0">
                          <a:effectLst/>
                        </a:rPr>
                        <a:t>VolcFlow</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effectLst/>
                        </a:rPr>
                        <a:t>Reproduces inundation, thickness, and velocity very well</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effectLst/>
                        </a:rPr>
                        <a:t>Reproduces well-defined margins of small volume flows </a:t>
                      </a:r>
                    </a:p>
                    <a:p>
                      <a:pPr marL="342900" marR="0" lvl="0" indent="-342900" algn="l">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Faster than TITAN2D (1-2 hours)</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9444" marR="59444" marT="0" marB="0"/>
                </a:tc>
                <a:tc>
                  <a:txBody>
                    <a:bodyPr/>
                    <a:lstStyle/>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CRS related to thickness, but poorly understood</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Doesn’t reproduce gradually thinning and spreading margins of large volume deposits very well</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effectLst/>
                        </a:rPr>
                        <a:t>No ash-cloud surge modeling</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Poorly documented </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Extremely large total file size (up to 100GB)</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rPr>
                        <a:t>Requires MATLAB, Surfer</a:t>
                      </a:r>
                    </a:p>
                    <a:p>
                      <a:pPr marL="342900" marR="0" lvl="0" indent="-342900">
                        <a:lnSpc>
                          <a:spcPct val="100000"/>
                        </a:lnSpc>
                        <a:spcBef>
                          <a:spcPts val="0"/>
                        </a:spcBef>
                        <a:spcAft>
                          <a:spcPts val="0"/>
                        </a:spcAft>
                        <a:buFont typeface="Arial" panose="020B0604020202020204" pitchFamily="34" charset="0"/>
                        <a:buChar char="•"/>
                        <a:tabLst>
                          <a:tab pos="457200" algn="l"/>
                        </a:tabLst>
                      </a:pPr>
                      <a:r>
                        <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Requires many model runs to produce hazard map</a:t>
                      </a:r>
                    </a:p>
                  </a:txBody>
                  <a:tcPr marL="59444" marR="59444" marT="0" marB="0"/>
                </a:tc>
                <a:extLst>
                  <a:ext uri="{0D108BD9-81ED-4DB2-BD59-A6C34878D82A}">
                    <a16:rowId xmlns:a16="http://schemas.microsoft.com/office/drawing/2014/main" val="10003"/>
                  </a:ext>
                </a:extLst>
              </a:tr>
            </a:tbl>
          </a:graphicData>
        </a:graphic>
      </p:graphicFrame>
      <p:sp>
        <p:nvSpPr>
          <p:cNvPr id="5" name="Oval 4">
            <a:hlinkClick r:id="" action="ppaction://noaction"/>
          </p:cNvPr>
          <p:cNvSpPr/>
          <p:nvPr/>
        </p:nvSpPr>
        <p:spPr>
          <a:xfrm>
            <a:off x="10515600" y="6619733"/>
            <a:ext cx="152400" cy="228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a:hlinkClick r:id="" action="ppaction://noaction"/>
          </p:cNvPr>
          <p:cNvSpPr/>
          <p:nvPr/>
        </p:nvSpPr>
        <p:spPr>
          <a:xfrm>
            <a:off x="10055352" y="6248400"/>
            <a:ext cx="609600"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1819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models for hazard mapping</a:t>
            </a:r>
          </a:p>
        </p:txBody>
      </p:sp>
      <p:sp>
        <p:nvSpPr>
          <p:cNvPr id="3" name="Content Placeholder 2"/>
          <p:cNvSpPr>
            <a:spLocks noGrp="1"/>
          </p:cNvSpPr>
          <p:nvPr>
            <p:ph sz="quarter" idx="1"/>
          </p:nvPr>
        </p:nvSpPr>
        <p:spPr/>
        <p:txBody>
          <a:bodyPr>
            <a:normAutofit fontScale="92500" lnSpcReduction="20000"/>
          </a:bodyPr>
          <a:lstStyle/>
          <a:p>
            <a:pPr marL="0" indent="0" algn="ctr">
              <a:spcAft>
                <a:spcPts val="600"/>
              </a:spcAft>
              <a:buNone/>
            </a:pPr>
            <a:r>
              <a:rPr lang="en-US" sz="3900" b="1" dirty="0"/>
              <a:t>ONE MODEL RUN ≠ HAZARD MAP</a:t>
            </a:r>
          </a:p>
          <a:p>
            <a:pPr>
              <a:spcAft>
                <a:spcPts val="600"/>
              </a:spcAft>
            </a:pPr>
            <a:r>
              <a:rPr lang="en-US" dirty="0"/>
              <a:t>For hazard mapping, the input parameters </a:t>
            </a:r>
            <a:r>
              <a:rPr lang="en-US" b="1" i="1" dirty="0"/>
              <a:t>must</a:t>
            </a:r>
            <a:r>
              <a:rPr lang="en-US" dirty="0"/>
              <a:t> be varied</a:t>
            </a:r>
          </a:p>
          <a:p>
            <a:pPr>
              <a:spcAft>
                <a:spcPts val="600"/>
              </a:spcAft>
            </a:pPr>
            <a:r>
              <a:rPr lang="en-US" b="1" dirty="0"/>
              <a:t>For LAHARZ: </a:t>
            </a:r>
            <a:r>
              <a:rPr lang="en-US" dirty="0"/>
              <a:t>use a variety of volumes down different valleys</a:t>
            </a:r>
          </a:p>
          <a:p>
            <a:pPr>
              <a:spcAft>
                <a:spcPts val="600"/>
              </a:spcAft>
            </a:pPr>
            <a:r>
              <a:rPr lang="en-US" b="1" dirty="0"/>
              <a:t>For energy cone: </a:t>
            </a:r>
            <a:r>
              <a:rPr lang="en-US" dirty="0"/>
              <a:t>use a variety of ∆H/L values to show hazard from different PDC volumes</a:t>
            </a:r>
          </a:p>
          <a:p>
            <a:pPr>
              <a:spcAft>
                <a:spcPts val="600"/>
              </a:spcAft>
            </a:pPr>
            <a:r>
              <a:rPr lang="en-US" b="1" dirty="0"/>
              <a:t>For TITAN2D/</a:t>
            </a:r>
            <a:r>
              <a:rPr lang="en-US" b="1" dirty="0" err="1"/>
              <a:t>VolcFlow</a:t>
            </a:r>
            <a:r>
              <a:rPr lang="en-US" b="1" dirty="0"/>
              <a:t>/other physical models: </a:t>
            </a:r>
            <a:r>
              <a:rPr lang="en-US" dirty="0"/>
              <a:t>use a variety of volumes, basal frictions angles, starting locations, and directions (fully probabilistic hazard maps require 1000’s of runs using a sampling of input parameter distributions)</a:t>
            </a:r>
          </a:p>
          <a:p>
            <a:pPr>
              <a:spcAft>
                <a:spcPts val="600"/>
              </a:spcAft>
            </a:pPr>
            <a:r>
              <a:rPr lang="en-US" dirty="0"/>
              <a:t>Compare multiple models and consider geologic evidence of past flows</a:t>
            </a:r>
          </a:p>
          <a:p>
            <a:pPr>
              <a:spcAft>
                <a:spcPts val="600"/>
              </a:spcAft>
            </a:pPr>
            <a:r>
              <a:rPr lang="en-US" sz="2800" dirty="0"/>
              <a:t>There’s lots of uncertainty in modeling PDCs, especially column-collapse flows!</a:t>
            </a:r>
          </a:p>
          <a:p>
            <a:pPr>
              <a:spcAft>
                <a:spcPts val="600"/>
              </a:spcAft>
            </a:pPr>
            <a:endParaRPr lang="en-US" dirty="0"/>
          </a:p>
          <a:p>
            <a:pPr>
              <a:spcAft>
                <a:spcPts val="600"/>
              </a:spcAft>
            </a:pPr>
            <a:endParaRPr lang="en-US" dirty="0"/>
          </a:p>
        </p:txBody>
      </p:sp>
      <p:grpSp>
        <p:nvGrpSpPr>
          <p:cNvPr id="4" name="Group 3">
            <a:extLst>
              <a:ext uri="{FF2B5EF4-FFF2-40B4-BE49-F238E27FC236}">
                <a16:creationId xmlns:a16="http://schemas.microsoft.com/office/drawing/2014/main" id="{F773F06C-259B-4155-07ED-5E04CFC4ECD0}"/>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502F8596-0060-172D-1DEA-386EFEB39E5F}"/>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5AD73EF-3DEC-82EF-C297-CE5F86082EB0}"/>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648BF706-648B-7C9A-3EA1-80D1956DDAC4}"/>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68202E9F-2D49-8965-B119-180AEF0200D2}"/>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EC505AB0-9B67-0B67-8556-A95CFAD3C72F}"/>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052948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Group 10"/>
          <p:cNvGrpSpPr/>
          <p:nvPr/>
        </p:nvGrpSpPr>
        <p:grpSpPr>
          <a:xfrm>
            <a:off x="6549040" y="559474"/>
            <a:ext cx="3811112" cy="5030762"/>
            <a:chOff x="301752" y="1675051"/>
            <a:chExt cx="3811112" cy="5030762"/>
          </a:xfrm>
        </p:grpSpPr>
        <p:pic>
          <p:nvPicPr>
            <p:cNvPr id="5" name="Picture 4"/>
            <p:cNvPicPr>
              <a:picLocks noChangeAspect="1"/>
            </p:cNvPicPr>
            <p:nvPr/>
          </p:nvPicPr>
          <p:blipFill>
            <a:blip r:embed="rId2"/>
            <a:stretch>
              <a:fillRect/>
            </a:stretch>
          </p:blipFill>
          <p:spPr>
            <a:xfrm>
              <a:off x="301752" y="1675051"/>
              <a:ext cx="3811112" cy="4195720"/>
            </a:xfrm>
            <a:prstGeom prst="rect">
              <a:avLst/>
            </a:prstGeom>
            <a:ln>
              <a:solidFill>
                <a:schemeClr val="tx1"/>
              </a:solidFill>
            </a:ln>
          </p:spPr>
        </p:pic>
        <p:sp>
          <p:nvSpPr>
            <p:cNvPr id="6" name="TextBox 5"/>
            <p:cNvSpPr txBox="1"/>
            <p:nvPr/>
          </p:nvSpPr>
          <p:spPr>
            <a:xfrm>
              <a:off x="766432" y="5874816"/>
              <a:ext cx="2881751" cy="830997"/>
            </a:xfrm>
            <a:prstGeom prst="rect">
              <a:avLst/>
            </a:prstGeom>
            <a:noFill/>
          </p:spPr>
          <p:txBody>
            <a:bodyPr wrap="none" rtlCol="0">
              <a:spAutoFit/>
            </a:bodyPr>
            <a:lstStyle/>
            <a:p>
              <a:pPr algn="ctr"/>
              <a:r>
                <a:rPr lang="en-US" sz="1600" dirty="0"/>
                <a:t>100,000 TITAN2D model runs </a:t>
              </a:r>
            </a:p>
            <a:p>
              <a:pPr algn="ctr"/>
              <a:r>
                <a:rPr lang="en-US" sz="1600" dirty="0"/>
                <a:t>(for 0.0001 to 0.1 km</a:t>
              </a:r>
              <a:r>
                <a:rPr lang="en-US" sz="1600" baseline="30000" dirty="0"/>
                <a:t>3</a:t>
              </a:r>
              <a:r>
                <a:rPr lang="en-US" sz="1600" dirty="0"/>
                <a:t>)</a:t>
              </a:r>
            </a:p>
            <a:p>
              <a:pPr algn="ctr"/>
              <a:r>
                <a:rPr lang="en-US" sz="1600" dirty="0"/>
                <a:t>~1000 hours on 1024 processers</a:t>
              </a:r>
            </a:p>
          </p:txBody>
        </p:sp>
      </p:grpSp>
      <p:grpSp>
        <p:nvGrpSpPr>
          <p:cNvPr id="10" name="Group 9"/>
          <p:cNvGrpSpPr/>
          <p:nvPr/>
        </p:nvGrpSpPr>
        <p:grpSpPr>
          <a:xfrm>
            <a:off x="2363657" y="559474"/>
            <a:ext cx="3074973" cy="5022670"/>
            <a:chOff x="5146535" y="1675051"/>
            <a:chExt cx="3074973" cy="5022670"/>
          </a:xfrm>
        </p:grpSpPr>
        <p:sp>
          <p:nvSpPr>
            <p:cNvPr id="8" name="Rectangle 7"/>
            <p:cNvSpPr/>
            <p:nvPr/>
          </p:nvSpPr>
          <p:spPr>
            <a:xfrm>
              <a:off x="5146535" y="1675051"/>
              <a:ext cx="3074973" cy="4191673"/>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406644" y="5866724"/>
              <a:ext cx="2474652" cy="830997"/>
            </a:xfrm>
            <a:prstGeom prst="rect">
              <a:avLst/>
            </a:prstGeom>
            <a:noFill/>
          </p:spPr>
          <p:txBody>
            <a:bodyPr wrap="none" rtlCol="0">
              <a:spAutoFit/>
            </a:bodyPr>
            <a:lstStyle/>
            <a:p>
              <a:pPr algn="ctr"/>
              <a:r>
                <a:rPr lang="en-US" sz="1600" dirty="0"/>
                <a:t>4 ∆H/L energy cones </a:t>
              </a:r>
            </a:p>
            <a:p>
              <a:pPr algn="ctr"/>
              <a:r>
                <a:rPr lang="en-US" sz="1600" dirty="0"/>
                <a:t>(for 0.0001 to 0.1 km</a:t>
              </a:r>
              <a:r>
                <a:rPr lang="en-US" sz="1600" baseline="30000" dirty="0"/>
                <a:t>3</a:t>
              </a:r>
              <a:r>
                <a:rPr lang="en-US" sz="1600" dirty="0"/>
                <a:t>)</a:t>
              </a:r>
            </a:p>
            <a:p>
              <a:pPr algn="ctr"/>
              <a:r>
                <a:rPr lang="en-US" sz="1600" dirty="0"/>
                <a:t>&lt; 5 minutes on 1 processer </a:t>
              </a:r>
            </a:p>
          </p:txBody>
        </p:sp>
      </p:grpSp>
      <p:pic>
        <p:nvPicPr>
          <p:cNvPr id="12" name="Picture 11"/>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3352" t="11092" r="13047" b="10679"/>
          <a:stretch/>
        </p:blipFill>
        <p:spPr>
          <a:xfrm>
            <a:off x="2690481" y="1076241"/>
            <a:ext cx="2539285" cy="3492835"/>
          </a:xfrm>
          <a:prstGeom prst="rect">
            <a:avLst/>
          </a:prstGeom>
        </p:spPr>
      </p:pic>
      <p:sp>
        <p:nvSpPr>
          <p:cNvPr id="13" name="TextBox 12"/>
          <p:cNvSpPr txBox="1"/>
          <p:nvPr/>
        </p:nvSpPr>
        <p:spPr>
          <a:xfrm>
            <a:off x="3181226" y="190142"/>
            <a:ext cx="1359731" cy="369332"/>
          </a:xfrm>
          <a:prstGeom prst="rect">
            <a:avLst/>
          </a:prstGeom>
          <a:noFill/>
        </p:spPr>
        <p:txBody>
          <a:bodyPr wrap="none" rtlCol="0">
            <a:spAutoFit/>
          </a:bodyPr>
          <a:lstStyle/>
          <a:p>
            <a:r>
              <a:rPr lang="en-US" b="1" dirty="0"/>
              <a:t>Energy Cone</a:t>
            </a:r>
          </a:p>
        </p:txBody>
      </p:sp>
      <p:sp>
        <p:nvSpPr>
          <p:cNvPr id="14" name="TextBox 13"/>
          <p:cNvSpPr txBox="1"/>
          <p:nvPr/>
        </p:nvSpPr>
        <p:spPr>
          <a:xfrm>
            <a:off x="7774729" y="186097"/>
            <a:ext cx="1009700" cy="369332"/>
          </a:xfrm>
          <a:prstGeom prst="rect">
            <a:avLst/>
          </a:prstGeom>
          <a:noFill/>
        </p:spPr>
        <p:txBody>
          <a:bodyPr wrap="none" rtlCol="0">
            <a:spAutoFit/>
          </a:bodyPr>
          <a:lstStyle/>
          <a:p>
            <a:r>
              <a:rPr lang="en-US" b="1" dirty="0"/>
              <a:t>TITAN2D</a:t>
            </a:r>
          </a:p>
        </p:txBody>
      </p:sp>
      <p:grpSp>
        <p:nvGrpSpPr>
          <p:cNvPr id="2" name="Group 1">
            <a:extLst>
              <a:ext uri="{FF2B5EF4-FFF2-40B4-BE49-F238E27FC236}">
                <a16:creationId xmlns:a16="http://schemas.microsoft.com/office/drawing/2014/main" id="{7C57605F-DA57-8DE8-E5A0-61B922684B23}"/>
              </a:ext>
            </a:extLst>
          </p:cNvPr>
          <p:cNvGrpSpPr/>
          <p:nvPr/>
        </p:nvGrpSpPr>
        <p:grpSpPr>
          <a:xfrm>
            <a:off x="0" y="6212534"/>
            <a:ext cx="12301844" cy="789912"/>
            <a:chOff x="0" y="6211669"/>
            <a:chExt cx="12301844" cy="789912"/>
          </a:xfrm>
        </p:grpSpPr>
        <p:sp>
          <p:nvSpPr>
            <p:cNvPr id="3" name="Rectangle 2">
              <a:extLst>
                <a:ext uri="{FF2B5EF4-FFF2-40B4-BE49-F238E27FC236}">
                  <a16:creationId xmlns:a16="http://schemas.microsoft.com/office/drawing/2014/main" id="{6D1A0C97-8472-E4E3-2E4A-886978A21B73}"/>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A1EEF08-1851-CA7D-CA67-F74C378B5478}"/>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B4E8DE1B-8714-16FF-5F2B-D4248ECE60FB}"/>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5" name="Picture 14" descr="Horizontal_CMYK_600.tif">
                <a:extLst>
                  <a:ext uri="{FF2B5EF4-FFF2-40B4-BE49-F238E27FC236}">
                    <a16:creationId xmlns:a16="http://schemas.microsoft.com/office/drawing/2014/main" id="{BD721F98-BB7C-4594-70CE-1B7BA529E4C2}"/>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6" name="Picture 15">
                <a:extLst>
                  <a:ext uri="{FF2B5EF4-FFF2-40B4-BE49-F238E27FC236}">
                    <a16:creationId xmlns:a16="http://schemas.microsoft.com/office/drawing/2014/main" id="{A07D375F-C6EE-F4B5-C5FC-D5CE7B2AAAF7}"/>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086256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Models are just one tool!</a:t>
            </a:r>
          </a:p>
        </p:txBody>
      </p:sp>
      <p:sp>
        <p:nvSpPr>
          <p:cNvPr id="3" name="Rectangle 2"/>
          <p:cNvSpPr/>
          <p:nvPr/>
        </p:nvSpPr>
        <p:spPr>
          <a:xfrm>
            <a:off x="1239717" y="2179983"/>
            <a:ext cx="10200222" cy="2323713"/>
          </a:xfrm>
          <a:prstGeom prst="rect">
            <a:avLst/>
          </a:prstGeom>
        </p:spPr>
        <p:txBody>
          <a:bodyPr wrap="square">
            <a:spAutoFit/>
          </a:bodyPr>
          <a:lstStyle/>
          <a:p>
            <a:pPr marL="285750" indent="-285750">
              <a:spcAft>
                <a:spcPts val="600"/>
              </a:spcAft>
              <a:buFont typeface="Arial" panose="020B0604020202020204" pitchFamily="34" charset="0"/>
              <a:buChar char="•"/>
            </a:pPr>
            <a:r>
              <a:rPr lang="en-US" sz="2800" dirty="0"/>
              <a:t>Geophysical models are just one tool to help you make a hazard map</a:t>
            </a:r>
          </a:p>
          <a:p>
            <a:pPr marL="285750" indent="-285750">
              <a:spcAft>
                <a:spcPts val="600"/>
              </a:spcAft>
              <a:buFont typeface="Arial" panose="020B0604020202020204" pitchFamily="34" charset="0"/>
              <a:buChar char="•"/>
            </a:pPr>
            <a:r>
              <a:rPr lang="en-US" sz="2800" dirty="0"/>
              <a:t>The model outputs can be modified using your geological knowledge about the volcano and about the hazards, what is known about past events, and any other additional knowledge</a:t>
            </a:r>
          </a:p>
        </p:txBody>
      </p:sp>
      <p:grpSp>
        <p:nvGrpSpPr>
          <p:cNvPr id="4" name="Group 3">
            <a:extLst>
              <a:ext uri="{FF2B5EF4-FFF2-40B4-BE49-F238E27FC236}">
                <a16:creationId xmlns:a16="http://schemas.microsoft.com/office/drawing/2014/main" id="{783091B3-5D1E-750C-8E30-345DA189243F}"/>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C232CFE6-125A-0F6F-4484-E74987953EBA}"/>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E83628A6-B6BC-3240-59F6-9FE2BB19FBDB}"/>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F7D7CDFA-C3B7-7E89-3501-2D279B99CE2D}"/>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B59E9548-CF24-B860-D83A-85919EC7FE85}"/>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3ACFF59D-839D-3A06-CADB-ABC9DC54A4A3}"/>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083217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n 2">
            <a:extLst>
              <a:ext uri="{FF2B5EF4-FFF2-40B4-BE49-F238E27FC236}">
                <a16:creationId xmlns:a16="http://schemas.microsoft.com/office/drawing/2014/main" id="{3452A107-AE85-4D3D-AD9B-AF11456ADC7E}"/>
              </a:ext>
            </a:extLst>
          </p:cNvPr>
          <p:cNvPicPr/>
          <p:nvPr/>
        </p:nvPicPr>
        <p:blipFill>
          <a:blip r:embed="rId2" cstate="print"/>
          <a:stretch>
            <a:fillRect/>
          </a:stretch>
        </p:blipFill>
        <p:spPr>
          <a:xfrm>
            <a:off x="1765978" y="170160"/>
            <a:ext cx="8553679" cy="4717526"/>
          </a:xfrm>
          <a:prstGeom prst="rect">
            <a:avLst/>
          </a:prstGeom>
          <a:ln>
            <a:noFill/>
          </a:ln>
        </p:spPr>
      </p:pic>
      <p:sp>
        <p:nvSpPr>
          <p:cNvPr id="3" name="CustomShape 2">
            <a:extLst>
              <a:ext uri="{FF2B5EF4-FFF2-40B4-BE49-F238E27FC236}">
                <a16:creationId xmlns:a16="http://schemas.microsoft.com/office/drawing/2014/main" id="{ED6248AC-49F1-4B0E-8389-2609003D11A1}"/>
              </a:ext>
            </a:extLst>
          </p:cNvPr>
          <p:cNvSpPr/>
          <p:nvPr/>
        </p:nvSpPr>
        <p:spPr>
          <a:xfrm>
            <a:off x="7014440" y="5094951"/>
            <a:ext cx="3411583" cy="2722455"/>
          </a:xfrm>
          <a:prstGeom prst="rect">
            <a:avLst/>
          </a:prstGeom>
          <a:noFill/>
          <a:ln>
            <a:noFill/>
          </a:ln>
        </p:spPr>
        <p:txBody>
          <a:bodyPr wrap="none" lIns="90000" tIns="45000" rIns="90000" bIns="45000"/>
          <a:lstStyle/>
          <a:p>
            <a:pPr>
              <a:lnSpc>
                <a:spcPct val="100000"/>
              </a:lnSpc>
            </a:pPr>
            <a:r>
              <a:rPr lang="en-US" sz="1600" dirty="0">
                <a:latin typeface="Calibri"/>
              </a:rPr>
              <a:t>Software </a:t>
            </a:r>
            <a:r>
              <a:rPr lang="en-US" sz="1600" dirty="0" err="1">
                <a:latin typeface="Calibri"/>
              </a:rPr>
              <a:t>LaharZ</a:t>
            </a:r>
            <a:r>
              <a:rPr lang="en-US" sz="1600" dirty="0">
                <a:latin typeface="Calibri"/>
              </a:rPr>
              <a:t>. Casos de </a:t>
            </a:r>
            <a:r>
              <a:rPr lang="en-US" sz="1600" dirty="0" err="1">
                <a:latin typeface="Calibri"/>
              </a:rPr>
              <a:t>erupción</a:t>
            </a:r>
            <a:r>
              <a:rPr lang="en-US" sz="1600" dirty="0">
                <a:latin typeface="Calibri"/>
              </a:rPr>
              <a:t> del </a:t>
            </a:r>
          </a:p>
          <a:p>
            <a:pPr>
              <a:lnSpc>
                <a:spcPct val="100000"/>
              </a:lnSpc>
            </a:pPr>
            <a:r>
              <a:rPr lang="en-US" sz="1600" dirty="0">
                <a:latin typeface="Calibri"/>
              </a:rPr>
              <a:t>Cerro Negro o Chiles.</a:t>
            </a:r>
            <a:endParaRPr sz="1600" dirty="0"/>
          </a:p>
          <a:p>
            <a:pPr>
              <a:lnSpc>
                <a:spcPct val="100000"/>
              </a:lnSpc>
            </a:pPr>
            <a:r>
              <a:rPr lang="en-US" sz="1600" dirty="0">
                <a:latin typeface="Calibri"/>
              </a:rPr>
              <a:t>P. </a:t>
            </a:r>
            <a:r>
              <a:rPr lang="en-US" sz="1600" dirty="0" err="1">
                <a:latin typeface="Calibri"/>
              </a:rPr>
              <a:t>Espin</a:t>
            </a:r>
            <a:r>
              <a:rPr lang="en-US" sz="1600" dirty="0">
                <a:latin typeface="Calibri"/>
              </a:rPr>
              <a:t> y F. </a:t>
            </a:r>
            <a:r>
              <a:rPr lang="en-US" sz="1600" dirty="0" err="1">
                <a:latin typeface="Calibri"/>
              </a:rPr>
              <a:t>Vasconez</a:t>
            </a:r>
            <a:r>
              <a:rPr lang="en-US" sz="1600" dirty="0">
                <a:latin typeface="Calibri"/>
              </a:rPr>
              <a:t>.  IGEPN</a:t>
            </a:r>
            <a:endParaRPr sz="1600" dirty="0"/>
          </a:p>
        </p:txBody>
      </p:sp>
      <p:sp>
        <p:nvSpPr>
          <p:cNvPr id="4" name="TextBox 3"/>
          <p:cNvSpPr txBox="1"/>
          <p:nvPr/>
        </p:nvSpPr>
        <p:spPr>
          <a:xfrm>
            <a:off x="1765979" y="5686728"/>
            <a:ext cx="4474045" cy="369332"/>
          </a:xfrm>
          <a:prstGeom prst="rect">
            <a:avLst/>
          </a:prstGeom>
          <a:noFill/>
        </p:spPr>
        <p:txBody>
          <a:bodyPr wrap="none" rtlCol="0">
            <a:spAutoFit/>
          </a:bodyPr>
          <a:lstStyle/>
          <a:p>
            <a:r>
              <a:rPr lang="en-US" dirty="0"/>
              <a:t>Chiles-Cerro Negro, Colombia-Ecuador border</a:t>
            </a:r>
          </a:p>
        </p:txBody>
      </p:sp>
      <p:grpSp>
        <p:nvGrpSpPr>
          <p:cNvPr id="5" name="Group 4">
            <a:extLst>
              <a:ext uri="{FF2B5EF4-FFF2-40B4-BE49-F238E27FC236}">
                <a16:creationId xmlns:a16="http://schemas.microsoft.com/office/drawing/2014/main" id="{C7C75A2B-4557-0C7E-0267-DFBBF60E6750}"/>
              </a:ext>
            </a:extLst>
          </p:cNvPr>
          <p:cNvGrpSpPr/>
          <p:nvPr/>
        </p:nvGrpSpPr>
        <p:grpSpPr>
          <a:xfrm>
            <a:off x="0" y="6212534"/>
            <a:ext cx="12301844" cy="789912"/>
            <a:chOff x="0" y="6211669"/>
            <a:chExt cx="12301844" cy="789912"/>
          </a:xfrm>
        </p:grpSpPr>
        <p:sp>
          <p:nvSpPr>
            <p:cNvPr id="6" name="Rectangle 5">
              <a:extLst>
                <a:ext uri="{FF2B5EF4-FFF2-40B4-BE49-F238E27FC236}">
                  <a16:creationId xmlns:a16="http://schemas.microsoft.com/office/drawing/2014/main" id="{5D6850A0-6B88-4BEA-4D60-33FE75AA02C7}"/>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7918F684-9A0A-0B09-4D7E-3CCBC050018A}"/>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AF6D9D52-192C-27C8-8A3E-31A17B95225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5B7108B2-FF0A-6963-9173-E0736043BEA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E36043EC-16C9-570B-3294-03F78C2442CC}"/>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039818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1507562" y="5115463"/>
            <a:ext cx="4474045" cy="369332"/>
          </a:xfrm>
          <a:prstGeom prst="rect">
            <a:avLst/>
          </a:prstGeom>
          <a:noFill/>
        </p:spPr>
        <p:txBody>
          <a:bodyPr wrap="none" rtlCol="0">
            <a:spAutoFit/>
          </a:bodyPr>
          <a:lstStyle/>
          <a:p>
            <a:r>
              <a:rPr lang="en-US" dirty="0"/>
              <a:t>Chiles-Cerro Negro, Colombia-Ecuador border</a:t>
            </a:r>
          </a:p>
        </p:txBody>
      </p:sp>
      <p:sp>
        <p:nvSpPr>
          <p:cNvPr id="4" name="Rectangle 3"/>
          <p:cNvSpPr/>
          <p:nvPr/>
        </p:nvSpPr>
        <p:spPr>
          <a:xfrm>
            <a:off x="979715" y="-330587"/>
            <a:ext cx="9339945" cy="508764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6D393A0B-E572-B9C0-7930-DFB16442B019}"/>
              </a:ext>
            </a:extLst>
          </p:cNvPr>
          <p:cNvGrpSpPr/>
          <p:nvPr/>
        </p:nvGrpSpPr>
        <p:grpSpPr>
          <a:xfrm>
            <a:off x="0" y="6212534"/>
            <a:ext cx="12301844" cy="789912"/>
            <a:chOff x="0" y="6211669"/>
            <a:chExt cx="12301844" cy="789912"/>
          </a:xfrm>
        </p:grpSpPr>
        <p:sp>
          <p:nvSpPr>
            <p:cNvPr id="5" name="Rectangle 4">
              <a:extLst>
                <a:ext uri="{FF2B5EF4-FFF2-40B4-BE49-F238E27FC236}">
                  <a16:creationId xmlns:a16="http://schemas.microsoft.com/office/drawing/2014/main" id="{5A88E69A-807A-E6B2-069E-2590FDE24956}"/>
                </a:ext>
              </a:extLst>
            </p:cNvPr>
            <p:cNvSpPr/>
            <p:nvPr/>
          </p:nvSpPr>
          <p:spPr>
            <a:xfrm>
              <a:off x="0" y="6211669"/>
              <a:ext cx="12191998"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2D6CBD52-5D78-04A3-649A-E8C72A0F430E}"/>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0EC57AC5-A3AA-0EE0-E356-1649D4830AC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9D0649DF-8791-C91A-2424-3AD084B8D40B}"/>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62C64207-B90D-7380-E98D-AA1F96CE12DA}"/>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684106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4159778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0" y="468084"/>
          <a:ext cx="9144000" cy="5474577"/>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61143">
                <a:tc>
                  <a:txBody>
                    <a:bodyPr/>
                    <a:lstStyle/>
                    <a:p>
                      <a:endParaRPr lang="en-US" sz="2000" dirty="0">
                        <a:solidFill>
                          <a:schemeClr val="tx1"/>
                        </a:solidFill>
                      </a:endParaRPr>
                    </a:p>
                  </a:txBody>
                  <a:tcPr/>
                </a:tc>
                <a:tc>
                  <a:txBody>
                    <a:bodyPr/>
                    <a:lstStyle/>
                    <a:p>
                      <a:r>
                        <a:rPr lang="en-US" sz="2000" dirty="0">
                          <a:solidFill>
                            <a:schemeClr val="tx1"/>
                          </a:solidFill>
                        </a:rPr>
                        <a:t>Energy</a:t>
                      </a:r>
                      <a:r>
                        <a:rPr lang="en-US" sz="2000" baseline="0" dirty="0">
                          <a:solidFill>
                            <a:schemeClr val="tx1"/>
                          </a:solidFill>
                        </a:rPr>
                        <a:t> Cone</a:t>
                      </a:r>
                      <a:endParaRPr lang="en-US" sz="2000" dirty="0">
                        <a:solidFill>
                          <a:schemeClr val="tx1"/>
                        </a:solidFill>
                      </a:endParaRPr>
                    </a:p>
                  </a:txBody>
                  <a:tcPr/>
                </a:tc>
                <a:tc>
                  <a:txBody>
                    <a:bodyPr/>
                    <a:lstStyle/>
                    <a:p>
                      <a:r>
                        <a:rPr lang="en-US" sz="2000" dirty="0">
                          <a:solidFill>
                            <a:schemeClr val="tx1"/>
                          </a:solidFill>
                        </a:rPr>
                        <a:t>TITAN2D/</a:t>
                      </a:r>
                      <a:r>
                        <a:rPr lang="en-US" sz="2000" dirty="0" err="1">
                          <a:solidFill>
                            <a:schemeClr val="tx1"/>
                          </a:solidFill>
                        </a:rPr>
                        <a:t>VolcFlow</a:t>
                      </a:r>
                      <a:endParaRPr lang="en-US" sz="2000" dirty="0">
                        <a:solidFill>
                          <a:schemeClr val="tx1"/>
                        </a:solidFill>
                      </a:endParaRPr>
                    </a:p>
                  </a:txBody>
                  <a:tcPr/>
                </a:tc>
                <a:extLst>
                  <a:ext uri="{0D108BD9-81ED-4DB2-BD59-A6C34878D82A}">
                    <a16:rowId xmlns:a16="http://schemas.microsoft.com/office/drawing/2014/main" val="10000"/>
                  </a:ext>
                </a:extLst>
              </a:tr>
              <a:tr h="431581">
                <a:tc>
                  <a:txBody>
                    <a:bodyPr/>
                    <a:lstStyle/>
                    <a:p>
                      <a:r>
                        <a:rPr lang="en-US" dirty="0"/>
                        <a:t>DEM quality</a:t>
                      </a:r>
                    </a:p>
                  </a:txBody>
                  <a:tcPr/>
                </a:tc>
                <a:tc>
                  <a:txBody>
                    <a:bodyPr/>
                    <a:lstStyle/>
                    <a:p>
                      <a:r>
                        <a:rPr lang="en-US" dirty="0"/>
                        <a:t>DEM</a:t>
                      </a:r>
                      <a:r>
                        <a:rPr lang="en-US" baseline="0" dirty="0"/>
                        <a:t> is old or poor resolution</a:t>
                      </a:r>
                      <a:endParaRPr lang="en-US" dirty="0"/>
                    </a:p>
                  </a:txBody>
                  <a:tcPr/>
                </a:tc>
                <a:tc>
                  <a:txBody>
                    <a:bodyPr/>
                    <a:lstStyle/>
                    <a:p>
                      <a:r>
                        <a:rPr lang="en-US" dirty="0"/>
                        <a:t>DEM is new</a:t>
                      </a:r>
                      <a:r>
                        <a:rPr lang="en-US" baseline="0" dirty="0"/>
                        <a:t> &amp; good resolution</a:t>
                      </a:r>
                      <a:endParaRPr lang="en-US" dirty="0"/>
                    </a:p>
                  </a:txBody>
                  <a:tcPr/>
                </a:tc>
                <a:extLst>
                  <a:ext uri="{0D108BD9-81ED-4DB2-BD59-A6C34878D82A}">
                    <a16:rowId xmlns:a16="http://schemas.microsoft.com/office/drawing/2014/main" val="10001"/>
                  </a:ext>
                </a:extLst>
              </a:tr>
              <a:tr h="431581">
                <a:tc>
                  <a:txBody>
                    <a:bodyPr/>
                    <a:lstStyle/>
                    <a:p>
                      <a:r>
                        <a:rPr lang="en-US" dirty="0"/>
                        <a:t>How</a:t>
                      </a:r>
                      <a:r>
                        <a:rPr lang="en-US" baseline="0" dirty="0"/>
                        <a:t> much time do you have?</a:t>
                      </a:r>
                      <a:endParaRPr lang="en-US" dirty="0"/>
                    </a:p>
                  </a:txBody>
                  <a:tcPr/>
                </a:tc>
                <a:tc>
                  <a:txBody>
                    <a:bodyPr/>
                    <a:lstStyle/>
                    <a:p>
                      <a:r>
                        <a:rPr lang="en-US" dirty="0"/>
                        <a:t>Limited time</a:t>
                      </a:r>
                    </a:p>
                  </a:txBody>
                  <a:tcPr/>
                </a:tc>
                <a:tc>
                  <a:txBody>
                    <a:bodyPr/>
                    <a:lstStyle/>
                    <a:p>
                      <a:r>
                        <a:rPr lang="en-US" dirty="0"/>
                        <a:t>Lots of time</a:t>
                      </a:r>
                    </a:p>
                  </a:txBody>
                  <a:tcPr/>
                </a:tc>
                <a:extLst>
                  <a:ext uri="{0D108BD9-81ED-4DB2-BD59-A6C34878D82A}">
                    <a16:rowId xmlns:a16="http://schemas.microsoft.com/office/drawing/2014/main" val="10002"/>
                  </a:ext>
                </a:extLst>
              </a:tr>
              <a:tr h="2341179">
                <a:tc>
                  <a:txBody>
                    <a:bodyPr/>
                    <a:lstStyle/>
                    <a:p>
                      <a:r>
                        <a:rPr lang="en-US" dirty="0"/>
                        <a:t>What is your primary goal?</a:t>
                      </a:r>
                    </a:p>
                  </a:txBody>
                  <a:tcPr/>
                </a:tc>
                <a:tc>
                  <a:txBody>
                    <a:bodyPr/>
                    <a:lstStyle/>
                    <a:p>
                      <a:r>
                        <a:rPr lang="en-US" dirty="0"/>
                        <a:t>Hazard mapping </a:t>
                      </a:r>
                    </a:p>
                  </a:txBody>
                  <a:tcPr/>
                </a:tc>
                <a:tc>
                  <a:txBody>
                    <a:bodyPr/>
                    <a:lstStyle/>
                    <a:p>
                      <a:r>
                        <a:rPr lang="en-US" dirty="0"/>
                        <a:t>Understanding physics,</a:t>
                      </a:r>
                      <a:r>
                        <a:rPr lang="en-US" baseline="0" dirty="0"/>
                        <a:t> answering a science question, exploring PDC behavior in particular valleys, or probabilistic hazard mapping (with lots of time for many runs)</a:t>
                      </a:r>
                      <a:endParaRPr lang="en-US" dirty="0"/>
                    </a:p>
                  </a:txBody>
                  <a:tcPr/>
                </a:tc>
                <a:extLst>
                  <a:ext uri="{0D108BD9-81ED-4DB2-BD59-A6C34878D82A}">
                    <a16:rowId xmlns:a16="http://schemas.microsoft.com/office/drawing/2014/main" val="10003"/>
                  </a:ext>
                </a:extLst>
              </a:tr>
              <a:tr h="1064172">
                <a:tc>
                  <a:txBody>
                    <a:bodyPr/>
                    <a:lstStyle/>
                    <a:p>
                      <a:r>
                        <a:rPr lang="en-US" dirty="0"/>
                        <a:t>Ash cloud surges</a:t>
                      </a:r>
                    </a:p>
                  </a:txBody>
                  <a:tcPr/>
                </a:tc>
                <a:tc>
                  <a:txBody>
                    <a:bodyPr/>
                    <a:lstStyle/>
                    <a:p>
                      <a:r>
                        <a:rPr lang="en-US" dirty="0"/>
                        <a:t>People live close to valleys,</a:t>
                      </a:r>
                      <a:r>
                        <a:rPr lang="en-US" baseline="0" dirty="0"/>
                        <a:t> in interfluves, ash-cloud surge overbanking is a concern</a:t>
                      </a:r>
                      <a:endParaRPr lang="en-US" dirty="0"/>
                    </a:p>
                  </a:txBody>
                  <a:tcPr/>
                </a:tc>
                <a:tc>
                  <a:txBody>
                    <a:bodyPr/>
                    <a:lstStyle/>
                    <a:p>
                      <a:r>
                        <a:rPr lang="en-US" dirty="0"/>
                        <a:t>You’re only concerned about runout and not ash-cloud surge spillage out of valleys</a:t>
                      </a:r>
                    </a:p>
                  </a:txBody>
                  <a:tcPr/>
                </a:tc>
                <a:extLst>
                  <a:ext uri="{0D108BD9-81ED-4DB2-BD59-A6C34878D82A}">
                    <a16:rowId xmlns:a16="http://schemas.microsoft.com/office/drawing/2014/main" val="10004"/>
                  </a:ext>
                </a:extLst>
              </a:tr>
              <a:tr h="744921">
                <a:tc>
                  <a:txBody>
                    <a:bodyPr/>
                    <a:lstStyle/>
                    <a:p>
                      <a:r>
                        <a:rPr lang="en-US" dirty="0"/>
                        <a:t>Expertise and resources</a:t>
                      </a:r>
                    </a:p>
                  </a:txBody>
                  <a:tcPr/>
                </a:tc>
                <a:tc>
                  <a:txBody>
                    <a:bodyPr/>
                    <a:lstStyle/>
                    <a:p>
                      <a:r>
                        <a:rPr lang="en-US" dirty="0"/>
                        <a:t>You’re a smart beginner with any computer</a:t>
                      </a:r>
                    </a:p>
                  </a:txBody>
                  <a:tcPr/>
                </a:tc>
                <a:tc>
                  <a:txBody>
                    <a:bodyPr/>
                    <a:lstStyle/>
                    <a:p>
                      <a:r>
                        <a:rPr lang="en-US" dirty="0"/>
                        <a:t>You’re an expert</a:t>
                      </a:r>
                      <a:r>
                        <a:rPr lang="en-US" baseline="0" dirty="0"/>
                        <a:t> with lots of computing resources</a:t>
                      </a: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61013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How to use TITAN2D (or other geophysical models) when you can’t do thousands of model runs</a:t>
            </a:r>
          </a:p>
        </p:txBody>
      </p:sp>
      <p:sp>
        <p:nvSpPr>
          <p:cNvPr id="3" name="Content Placeholder 2"/>
          <p:cNvSpPr>
            <a:spLocks noGrp="1"/>
          </p:cNvSpPr>
          <p:nvPr>
            <p:ph sz="quarter" idx="1"/>
          </p:nvPr>
        </p:nvSpPr>
        <p:spPr/>
        <p:txBody>
          <a:bodyPr/>
          <a:lstStyle/>
          <a:p>
            <a:r>
              <a:rPr lang="en-US" dirty="0"/>
              <a:t>Compare TITAN2D runs with similar ∆H/L cones for the same volumes</a:t>
            </a:r>
          </a:p>
          <a:p>
            <a:r>
              <a:rPr lang="en-US" dirty="0"/>
              <a:t>Use TITAN2D to see if only certain sectors will be affected (be sure to try different initial locations, directions, velocities to be sure)</a:t>
            </a:r>
          </a:p>
          <a:p>
            <a:r>
              <a:rPr lang="en-US" dirty="0"/>
              <a:t>Use TITAN2D to see if there are topographic barriers that the energy cone can’t ‘see’</a:t>
            </a:r>
          </a:p>
          <a:p>
            <a:r>
              <a:rPr lang="en-US" dirty="0"/>
              <a:t>Use TITAN2D to ask specific questions:</a:t>
            </a:r>
          </a:p>
          <a:p>
            <a:pPr lvl="1"/>
            <a:r>
              <a:rPr lang="en-US" dirty="0"/>
              <a:t>How big of a flow would it take to reach point X</a:t>
            </a:r>
          </a:p>
          <a:p>
            <a:pPr lvl="1"/>
            <a:r>
              <a:rPr lang="en-US" dirty="0"/>
              <a:t>What parameters would it take to make a flow go to the west</a:t>
            </a:r>
          </a:p>
        </p:txBody>
      </p:sp>
    </p:spTree>
    <p:extLst>
      <p:ext uri="{BB962C8B-B14F-4D97-AF65-F5344CB8AC3E}">
        <p14:creationId xmlns:p14="http://schemas.microsoft.com/office/powerpoint/2010/main" val="1718130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5"/>
          <p:cNvGraphicFramePr>
            <a:graphicFrameLocks/>
          </p:cNvGraphicFramePr>
          <p:nvPr/>
        </p:nvGraphicFramePr>
        <p:xfrm>
          <a:off x="1524002" y="1"/>
          <a:ext cx="9143999" cy="6858000"/>
        </p:xfrm>
        <a:graphic>
          <a:graphicData uri="http://schemas.openxmlformats.org/drawingml/2006/table">
            <a:tbl>
              <a:tblPr firstRow="1" bandRow="1"/>
              <a:tblGrid>
                <a:gridCol w="1030777">
                  <a:extLst>
                    <a:ext uri="{9D8B030D-6E8A-4147-A177-3AD203B41FA5}">
                      <a16:colId xmlns:a16="http://schemas.microsoft.com/office/drawing/2014/main" val="20000"/>
                    </a:ext>
                  </a:extLst>
                </a:gridCol>
                <a:gridCol w="2286957">
                  <a:extLst>
                    <a:ext uri="{9D8B030D-6E8A-4147-A177-3AD203B41FA5}">
                      <a16:colId xmlns:a16="http://schemas.microsoft.com/office/drawing/2014/main" val="20001"/>
                    </a:ext>
                  </a:extLst>
                </a:gridCol>
                <a:gridCol w="1769654">
                  <a:extLst>
                    <a:ext uri="{9D8B030D-6E8A-4147-A177-3AD203B41FA5}">
                      <a16:colId xmlns:a16="http://schemas.microsoft.com/office/drawing/2014/main" val="20002"/>
                    </a:ext>
                  </a:extLst>
                </a:gridCol>
                <a:gridCol w="1321247">
                  <a:extLst>
                    <a:ext uri="{9D8B030D-6E8A-4147-A177-3AD203B41FA5}">
                      <a16:colId xmlns:a16="http://schemas.microsoft.com/office/drawing/2014/main" val="20003"/>
                    </a:ext>
                  </a:extLst>
                </a:gridCol>
                <a:gridCol w="1123056">
                  <a:extLst>
                    <a:ext uri="{9D8B030D-6E8A-4147-A177-3AD203B41FA5}">
                      <a16:colId xmlns:a16="http://schemas.microsoft.com/office/drawing/2014/main" val="20004"/>
                    </a:ext>
                  </a:extLst>
                </a:gridCol>
                <a:gridCol w="1612308">
                  <a:extLst>
                    <a:ext uri="{9D8B030D-6E8A-4147-A177-3AD203B41FA5}">
                      <a16:colId xmlns:a16="http://schemas.microsoft.com/office/drawing/2014/main" val="20005"/>
                    </a:ext>
                  </a:extLst>
                </a:gridCol>
              </a:tblGrid>
              <a:tr h="839214">
                <a:tc>
                  <a:txBody>
                    <a:bodyPr/>
                    <a:lstStyle>
                      <a:lvl1pPr marL="0" algn="l" defTabSz="685800" rtl="0" eaLnBrk="1" latinLnBrk="0" hangingPunct="1">
                        <a:defRPr sz="1350" b="1" kern="1200">
                          <a:solidFill>
                            <a:schemeClr val="lt1"/>
                          </a:solidFill>
                          <a:latin typeface="Calibri"/>
                        </a:defRPr>
                      </a:lvl1pPr>
                      <a:lvl2pPr marL="342900" algn="l" defTabSz="685800" rtl="0" eaLnBrk="1" latinLnBrk="0" hangingPunct="1">
                        <a:defRPr sz="1350" b="1" kern="1200">
                          <a:solidFill>
                            <a:schemeClr val="lt1"/>
                          </a:solidFill>
                          <a:latin typeface="Calibri"/>
                        </a:defRPr>
                      </a:lvl2pPr>
                      <a:lvl3pPr marL="685800" algn="l" defTabSz="685800" rtl="0" eaLnBrk="1" latinLnBrk="0" hangingPunct="1">
                        <a:defRPr sz="1350" b="1" kern="1200">
                          <a:solidFill>
                            <a:schemeClr val="lt1"/>
                          </a:solidFill>
                          <a:latin typeface="Calibri"/>
                        </a:defRPr>
                      </a:lvl3pPr>
                      <a:lvl4pPr marL="1028700" algn="l" defTabSz="685800" rtl="0" eaLnBrk="1" latinLnBrk="0" hangingPunct="1">
                        <a:defRPr sz="1350" b="1" kern="1200">
                          <a:solidFill>
                            <a:schemeClr val="lt1"/>
                          </a:solidFill>
                          <a:latin typeface="Calibri"/>
                        </a:defRPr>
                      </a:lvl4pPr>
                      <a:lvl5pPr marL="1371600" algn="l" defTabSz="685800" rtl="0" eaLnBrk="1" latinLnBrk="0" hangingPunct="1">
                        <a:defRPr sz="1350" b="1" kern="1200">
                          <a:solidFill>
                            <a:schemeClr val="lt1"/>
                          </a:solidFill>
                          <a:latin typeface="Calibri"/>
                        </a:defRPr>
                      </a:lvl5pPr>
                      <a:lvl6pPr marL="1714500" algn="l" defTabSz="685800" rtl="0" eaLnBrk="1" latinLnBrk="0" hangingPunct="1">
                        <a:defRPr sz="1350" b="1" kern="1200">
                          <a:solidFill>
                            <a:schemeClr val="lt1"/>
                          </a:solidFill>
                          <a:latin typeface="Calibri"/>
                        </a:defRPr>
                      </a:lvl6pPr>
                      <a:lvl7pPr marL="2057400" algn="l" defTabSz="685800" rtl="0" eaLnBrk="1" latinLnBrk="0" hangingPunct="1">
                        <a:defRPr sz="1350" b="1" kern="1200">
                          <a:solidFill>
                            <a:schemeClr val="lt1"/>
                          </a:solidFill>
                          <a:latin typeface="Calibri"/>
                        </a:defRPr>
                      </a:lvl7pPr>
                      <a:lvl8pPr marL="2400300" algn="l" defTabSz="685800" rtl="0" eaLnBrk="1" latinLnBrk="0" hangingPunct="1">
                        <a:defRPr sz="1350" b="1" kern="1200">
                          <a:solidFill>
                            <a:schemeClr val="lt1"/>
                          </a:solidFill>
                          <a:latin typeface="Calibri"/>
                        </a:defRPr>
                      </a:lvl8pPr>
                      <a:lvl9pPr marL="2743200" algn="l" defTabSz="685800" rtl="0" eaLnBrk="1" latinLnBrk="0" hangingPunct="1">
                        <a:defRPr sz="1350" b="1" kern="1200">
                          <a:solidFill>
                            <a:schemeClr val="lt1"/>
                          </a:solidFill>
                          <a:latin typeface="Calibri"/>
                        </a:defRPr>
                      </a:lvl9pPr>
                    </a:lstStyle>
                    <a:p>
                      <a:r>
                        <a:rPr lang="en-US" sz="1600" dirty="0"/>
                        <a:t>Model</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solidFill>
                  </a:tcPr>
                </a:tc>
                <a:tc>
                  <a:txBody>
                    <a:bodyPr/>
                    <a:lstStyle>
                      <a:lvl1pPr marL="0" algn="l" defTabSz="685800" rtl="0" eaLnBrk="1" latinLnBrk="0" hangingPunct="1">
                        <a:defRPr sz="1350" b="1" kern="1200">
                          <a:solidFill>
                            <a:schemeClr val="lt1"/>
                          </a:solidFill>
                          <a:latin typeface="Calibri"/>
                        </a:defRPr>
                      </a:lvl1pPr>
                      <a:lvl2pPr marL="342900" algn="l" defTabSz="685800" rtl="0" eaLnBrk="1" latinLnBrk="0" hangingPunct="1">
                        <a:defRPr sz="1350" b="1" kern="1200">
                          <a:solidFill>
                            <a:schemeClr val="lt1"/>
                          </a:solidFill>
                          <a:latin typeface="Calibri"/>
                        </a:defRPr>
                      </a:lvl2pPr>
                      <a:lvl3pPr marL="685800" algn="l" defTabSz="685800" rtl="0" eaLnBrk="1" latinLnBrk="0" hangingPunct="1">
                        <a:defRPr sz="1350" b="1" kern="1200">
                          <a:solidFill>
                            <a:schemeClr val="lt1"/>
                          </a:solidFill>
                          <a:latin typeface="Calibri"/>
                        </a:defRPr>
                      </a:lvl3pPr>
                      <a:lvl4pPr marL="1028700" algn="l" defTabSz="685800" rtl="0" eaLnBrk="1" latinLnBrk="0" hangingPunct="1">
                        <a:defRPr sz="1350" b="1" kern="1200">
                          <a:solidFill>
                            <a:schemeClr val="lt1"/>
                          </a:solidFill>
                          <a:latin typeface="Calibri"/>
                        </a:defRPr>
                      </a:lvl4pPr>
                      <a:lvl5pPr marL="1371600" algn="l" defTabSz="685800" rtl="0" eaLnBrk="1" latinLnBrk="0" hangingPunct="1">
                        <a:defRPr sz="1350" b="1" kern="1200">
                          <a:solidFill>
                            <a:schemeClr val="lt1"/>
                          </a:solidFill>
                          <a:latin typeface="Calibri"/>
                        </a:defRPr>
                      </a:lvl5pPr>
                      <a:lvl6pPr marL="1714500" algn="l" defTabSz="685800" rtl="0" eaLnBrk="1" latinLnBrk="0" hangingPunct="1">
                        <a:defRPr sz="1350" b="1" kern="1200">
                          <a:solidFill>
                            <a:schemeClr val="lt1"/>
                          </a:solidFill>
                          <a:latin typeface="Calibri"/>
                        </a:defRPr>
                      </a:lvl6pPr>
                      <a:lvl7pPr marL="2057400" algn="l" defTabSz="685800" rtl="0" eaLnBrk="1" latinLnBrk="0" hangingPunct="1">
                        <a:defRPr sz="1350" b="1" kern="1200">
                          <a:solidFill>
                            <a:schemeClr val="lt1"/>
                          </a:solidFill>
                          <a:latin typeface="Calibri"/>
                        </a:defRPr>
                      </a:lvl7pPr>
                      <a:lvl8pPr marL="2400300" algn="l" defTabSz="685800" rtl="0" eaLnBrk="1" latinLnBrk="0" hangingPunct="1">
                        <a:defRPr sz="1350" b="1" kern="1200">
                          <a:solidFill>
                            <a:schemeClr val="lt1"/>
                          </a:solidFill>
                          <a:latin typeface="Calibri"/>
                        </a:defRPr>
                      </a:lvl8pPr>
                      <a:lvl9pPr marL="2743200" algn="l" defTabSz="685800" rtl="0" eaLnBrk="1" latinLnBrk="0" hangingPunct="1">
                        <a:defRPr sz="1350" b="1" kern="1200">
                          <a:solidFill>
                            <a:schemeClr val="lt1"/>
                          </a:solidFill>
                          <a:latin typeface="Calibri"/>
                        </a:defRPr>
                      </a:lvl9pPr>
                    </a:lstStyle>
                    <a:p>
                      <a:r>
                        <a:rPr lang="en-US" sz="1600" dirty="0"/>
                        <a:t>Inputs</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solidFill>
                  </a:tcPr>
                </a:tc>
                <a:tc>
                  <a:txBody>
                    <a:bodyPr/>
                    <a:lstStyle>
                      <a:lvl1pPr marL="0" algn="l" defTabSz="685800" rtl="0" eaLnBrk="1" latinLnBrk="0" hangingPunct="1">
                        <a:defRPr sz="1350" b="1" kern="1200">
                          <a:solidFill>
                            <a:schemeClr val="lt1"/>
                          </a:solidFill>
                          <a:latin typeface="Calibri"/>
                        </a:defRPr>
                      </a:lvl1pPr>
                      <a:lvl2pPr marL="342900" algn="l" defTabSz="685800" rtl="0" eaLnBrk="1" latinLnBrk="0" hangingPunct="1">
                        <a:defRPr sz="1350" b="1" kern="1200">
                          <a:solidFill>
                            <a:schemeClr val="lt1"/>
                          </a:solidFill>
                          <a:latin typeface="Calibri"/>
                        </a:defRPr>
                      </a:lvl2pPr>
                      <a:lvl3pPr marL="685800" algn="l" defTabSz="685800" rtl="0" eaLnBrk="1" latinLnBrk="0" hangingPunct="1">
                        <a:defRPr sz="1350" b="1" kern="1200">
                          <a:solidFill>
                            <a:schemeClr val="lt1"/>
                          </a:solidFill>
                          <a:latin typeface="Calibri"/>
                        </a:defRPr>
                      </a:lvl3pPr>
                      <a:lvl4pPr marL="1028700" algn="l" defTabSz="685800" rtl="0" eaLnBrk="1" latinLnBrk="0" hangingPunct="1">
                        <a:defRPr sz="1350" b="1" kern="1200">
                          <a:solidFill>
                            <a:schemeClr val="lt1"/>
                          </a:solidFill>
                          <a:latin typeface="Calibri"/>
                        </a:defRPr>
                      </a:lvl4pPr>
                      <a:lvl5pPr marL="1371600" algn="l" defTabSz="685800" rtl="0" eaLnBrk="1" latinLnBrk="0" hangingPunct="1">
                        <a:defRPr sz="1350" b="1" kern="1200">
                          <a:solidFill>
                            <a:schemeClr val="lt1"/>
                          </a:solidFill>
                          <a:latin typeface="Calibri"/>
                        </a:defRPr>
                      </a:lvl5pPr>
                      <a:lvl6pPr marL="1714500" algn="l" defTabSz="685800" rtl="0" eaLnBrk="1" latinLnBrk="0" hangingPunct="1">
                        <a:defRPr sz="1350" b="1" kern="1200">
                          <a:solidFill>
                            <a:schemeClr val="lt1"/>
                          </a:solidFill>
                          <a:latin typeface="Calibri"/>
                        </a:defRPr>
                      </a:lvl6pPr>
                      <a:lvl7pPr marL="2057400" algn="l" defTabSz="685800" rtl="0" eaLnBrk="1" latinLnBrk="0" hangingPunct="1">
                        <a:defRPr sz="1350" b="1" kern="1200">
                          <a:solidFill>
                            <a:schemeClr val="lt1"/>
                          </a:solidFill>
                          <a:latin typeface="Calibri"/>
                        </a:defRPr>
                      </a:lvl7pPr>
                      <a:lvl8pPr marL="2400300" algn="l" defTabSz="685800" rtl="0" eaLnBrk="1" latinLnBrk="0" hangingPunct="1">
                        <a:defRPr sz="1350" b="1" kern="1200">
                          <a:solidFill>
                            <a:schemeClr val="lt1"/>
                          </a:solidFill>
                          <a:latin typeface="Calibri"/>
                        </a:defRPr>
                      </a:lvl8pPr>
                      <a:lvl9pPr marL="2743200" algn="l" defTabSz="685800" rtl="0" eaLnBrk="1" latinLnBrk="0" hangingPunct="1">
                        <a:defRPr sz="1350" b="1" kern="1200">
                          <a:solidFill>
                            <a:schemeClr val="lt1"/>
                          </a:solidFill>
                          <a:latin typeface="Calibri"/>
                        </a:defRPr>
                      </a:lvl9pPr>
                    </a:lstStyle>
                    <a:p>
                      <a:r>
                        <a:rPr lang="en-US" sz="1600" dirty="0"/>
                        <a:t>Rheological model</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solidFill>
                  </a:tcPr>
                </a:tc>
                <a:tc>
                  <a:txBody>
                    <a:bodyPr/>
                    <a:lstStyle>
                      <a:lvl1pPr marL="0" algn="l" defTabSz="685800" rtl="0" eaLnBrk="1" latinLnBrk="0" hangingPunct="1">
                        <a:defRPr sz="1350" b="1" kern="1200">
                          <a:solidFill>
                            <a:schemeClr val="lt1"/>
                          </a:solidFill>
                          <a:latin typeface="Calibri"/>
                        </a:defRPr>
                      </a:lvl1pPr>
                      <a:lvl2pPr marL="342900" algn="l" defTabSz="685800" rtl="0" eaLnBrk="1" latinLnBrk="0" hangingPunct="1">
                        <a:defRPr sz="1350" b="1" kern="1200">
                          <a:solidFill>
                            <a:schemeClr val="lt1"/>
                          </a:solidFill>
                          <a:latin typeface="Calibri"/>
                        </a:defRPr>
                      </a:lvl2pPr>
                      <a:lvl3pPr marL="685800" algn="l" defTabSz="685800" rtl="0" eaLnBrk="1" latinLnBrk="0" hangingPunct="1">
                        <a:defRPr sz="1350" b="1" kern="1200">
                          <a:solidFill>
                            <a:schemeClr val="lt1"/>
                          </a:solidFill>
                          <a:latin typeface="Calibri"/>
                        </a:defRPr>
                      </a:lvl3pPr>
                      <a:lvl4pPr marL="1028700" algn="l" defTabSz="685800" rtl="0" eaLnBrk="1" latinLnBrk="0" hangingPunct="1">
                        <a:defRPr sz="1350" b="1" kern="1200">
                          <a:solidFill>
                            <a:schemeClr val="lt1"/>
                          </a:solidFill>
                          <a:latin typeface="Calibri"/>
                        </a:defRPr>
                      </a:lvl4pPr>
                      <a:lvl5pPr marL="1371600" algn="l" defTabSz="685800" rtl="0" eaLnBrk="1" latinLnBrk="0" hangingPunct="1">
                        <a:defRPr sz="1350" b="1" kern="1200">
                          <a:solidFill>
                            <a:schemeClr val="lt1"/>
                          </a:solidFill>
                          <a:latin typeface="Calibri"/>
                        </a:defRPr>
                      </a:lvl5pPr>
                      <a:lvl6pPr marL="1714500" algn="l" defTabSz="685800" rtl="0" eaLnBrk="1" latinLnBrk="0" hangingPunct="1">
                        <a:defRPr sz="1350" b="1" kern="1200">
                          <a:solidFill>
                            <a:schemeClr val="lt1"/>
                          </a:solidFill>
                          <a:latin typeface="Calibri"/>
                        </a:defRPr>
                      </a:lvl6pPr>
                      <a:lvl7pPr marL="2057400" algn="l" defTabSz="685800" rtl="0" eaLnBrk="1" latinLnBrk="0" hangingPunct="1">
                        <a:defRPr sz="1350" b="1" kern="1200">
                          <a:solidFill>
                            <a:schemeClr val="lt1"/>
                          </a:solidFill>
                          <a:latin typeface="Calibri"/>
                        </a:defRPr>
                      </a:lvl7pPr>
                      <a:lvl8pPr marL="2400300" algn="l" defTabSz="685800" rtl="0" eaLnBrk="1" latinLnBrk="0" hangingPunct="1">
                        <a:defRPr sz="1350" b="1" kern="1200">
                          <a:solidFill>
                            <a:schemeClr val="lt1"/>
                          </a:solidFill>
                          <a:latin typeface="Calibri"/>
                        </a:defRPr>
                      </a:lvl8pPr>
                      <a:lvl9pPr marL="2743200" algn="l" defTabSz="685800" rtl="0" eaLnBrk="1" latinLnBrk="0" hangingPunct="1">
                        <a:defRPr sz="1350" b="1" kern="1200">
                          <a:solidFill>
                            <a:schemeClr val="lt1"/>
                          </a:solidFill>
                          <a:latin typeface="Calibri"/>
                        </a:defRPr>
                      </a:lvl9pPr>
                    </a:lstStyle>
                    <a:p>
                      <a:r>
                        <a:rPr lang="en-US" sz="1600" dirty="0"/>
                        <a:t>Assumptions</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solidFill>
                  </a:tcPr>
                </a:tc>
                <a:tc>
                  <a:txBody>
                    <a:bodyPr/>
                    <a:lstStyle>
                      <a:lvl1pPr marL="0" algn="l" defTabSz="685800" rtl="0" eaLnBrk="1" latinLnBrk="0" hangingPunct="1">
                        <a:defRPr sz="1350" b="1" kern="1200">
                          <a:solidFill>
                            <a:schemeClr val="lt1"/>
                          </a:solidFill>
                          <a:latin typeface="Calibri"/>
                        </a:defRPr>
                      </a:lvl1pPr>
                      <a:lvl2pPr marL="342900" algn="l" defTabSz="685800" rtl="0" eaLnBrk="1" latinLnBrk="0" hangingPunct="1">
                        <a:defRPr sz="1350" b="1" kern="1200">
                          <a:solidFill>
                            <a:schemeClr val="lt1"/>
                          </a:solidFill>
                          <a:latin typeface="Calibri"/>
                        </a:defRPr>
                      </a:lvl2pPr>
                      <a:lvl3pPr marL="685800" algn="l" defTabSz="685800" rtl="0" eaLnBrk="1" latinLnBrk="0" hangingPunct="1">
                        <a:defRPr sz="1350" b="1" kern="1200">
                          <a:solidFill>
                            <a:schemeClr val="lt1"/>
                          </a:solidFill>
                          <a:latin typeface="Calibri"/>
                        </a:defRPr>
                      </a:lvl3pPr>
                      <a:lvl4pPr marL="1028700" algn="l" defTabSz="685800" rtl="0" eaLnBrk="1" latinLnBrk="0" hangingPunct="1">
                        <a:defRPr sz="1350" b="1" kern="1200">
                          <a:solidFill>
                            <a:schemeClr val="lt1"/>
                          </a:solidFill>
                          <a:latin typeface="Calibri"/>
                        </a:defRPr>
                      </a:lvl4pPr>
                      <a:lvl5pPr marL="1371600" algn="l" defTabSz="685800" rtl="0" eaLnBrk="1" latinLnBrk="0" hangingPunct="1">
                        <a:defRPr sz="1350" b="1" kern="1200">
                          <a:solidFill>
                            <a:schemeClr val="lt1"/>
                          </a:solidFill>
                          <a:latin typeface="Calibri"/>
                        </a:defRPr>
                      </a:lvl5pPr>
                      <a:lvl6pPr marL="1714500" algn="l" defTabSz="685800" rtl="0" eaLnBrk="1" latinLnBrk="0" hangingPunct="1">
                        <a:defRPr sz="1350" b="1" kern="1200">
                          <a:solidFill>
                            <a:schemeClr val="lt1"/>
                          </a:solidFill>
                          <a:latin typeface="Calibri"/>
                        </a:defRPr>
                      </a:lvl6pPr>
                      <a:lvl7pPr marL="2057400" algn="l" defTabSz="685800" rtl="0" eaLnBrk="1" latinLnBrk="0" hangingPunct="1">
                        <a:defRPr sz="1350" b="1" kern="1200">
                          <a:solidFill>
                            <a:schemeClr val="lt1"/>
                          </a:solidFill>
                          <a:latin typeface="Calibri"/>
                        </a:defRPr>
                      </a:lvl7pPr>
                      <a:lvl8pPr marL="2400300" algn="l" defTabSz="685800" rtl="0" eaLnBrk="1" latinLnBrk="0" hangingPunct="1">
                        <a:defRPr sz="1350" b="1" kern="1200">
                          <a:solidFill>
                            <a:schemeClr val="lt1"/>
                          </a:solidFill>
                          <a:latin typeface="Calibri"/>
                        </a:defRPr>
                      </a:lvl8pPr>
                      <a:lvl9pPr marL="2743200" algn="l" defTabSz="685800" rtl="0" eaLnBrk="1" latinLnBrk="0" hangingPunct="1">
                        <a:defRPr sz="1350" b="1" kern="1200">
                          <a:solidFill>
                            <a:schemeClr val="lt1"/>
                          </a:solidFill>
                          <a:latin typeface="Calibri"/>
                        </a:defRPr>
                      </a:lvl9pPr>
                    </a:lstStyle>
                    <a:p>
                      <a:r>
                        <a:rPr lang="en-US" sz="1600" dirty="0"/>
                        <a:t>Solves</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solidFill>
                  </a:tcPr>
                </a:tc>
                <a:tc>
                  <a:txBody>
                    <a:bodyPr/>
                    <a:lstStyle>
                      <a:lvl1pPr marL="0" algn="l" defTabSz="685800" rtl="0" eaLnBrk="1" latinLnBrk="0" hangingPunct="1">
                        <a:defRPr sz="1350" b="1" kern="1200">
                          <a:solidFill>
                            <a:schemeClr val="lt1"/>
                          </a:solidFill>
                          <a:latin typeface="Calibri"/>
                        </a:defRPr>
                      </a:lvl1pPr>
                      <a:lvl2pPr marL="342900" algn="l" defTabSz="685800" rtl="0" eaLnBrk="1" latinLnBrk="0" hangingPunct="1">
                        <a:defRPr sz="1350" b="1" kern="1200">
                          <a:solidFill>
                            <a:schemeClr val="lt1"/>
                          </a:solidFill>
                          <a:latin typeface="Calibri"/>
                        </a:defRPr>
                      </a:lvl2pPr>
                      <a:lvl3pPr marL="685800" algn="l" defTabSz="685800" rtl="0" eaLnBrk="1" latinLnBrk="0" hangingPunct="1">
                        <a:defRPr sz="1350" b="1" kern="1200">
                          <a:solidFill>
                            <a:schemeClr val="lt1"/>
                          </a:solidFill>
                          <a:latin typeface="Calibri"/>
                        </a:defRPr>
                      </a:lvl3pPr>
                      <a:lvl4pPr marL="1028700" algn="l" defTabSz="685800" rtl="0" eaLnBrk="1" latinLnBrk="0" hangingPunct="1">
                        <a:defRPr sz="1350" b="1" kern="1200">
                          <a:solidFill>
                            <a:schemeClr val="lt1"/>
                          </a:solidFill>
                          <a:latin typeface="Calibri"/>
                        </a:defRPr>
                      </a:lvl4pPr>
                      <a:lvl5pPr marL="1371600" algn="l" defTabSz="685800" rtl="0" eaLnBrk="1" latinLnBrk="0" hangingPunct="1">
                        <a:defRPr sz="1350" b="1" kern="1200">
                          <a:solidFill>
                            <a:schemeClr val="lt1"/>
                          </a:solidFill>
                          <a:latin typeface="Calibri"/>
                        </a:defRPr>
                      </a:lvl5pPr>
                      <a:lvl6pPr marL="1714500" algn="l" defTabSz="685800" rtl="0" eaLnBrk="1" latinLnBrk="0" hangingPunct="1">
                        <a:defRPr sz="1350" b="1" kern="1200">
                          <a:solidFill>
                            <a:schemeClr val="lt1"/>
                          </a:solidFill>
                          <a:latin typeface="Calibri"/>
                        </a:defRPr>
                      </a:lvl6pPr>
                      <a:lvl7pPr marL="2057400" algn="l" defTabSz="685800" rtl="0" eaLnBrk="1" latinLnBrk="0" hangingPunct="1">
                        <a:defRPr sz="1350" b="1" kern="1200">
                          <a:solidFill>
                            <a:schemeClr val="lt1"/>
                          </a:solidFill>
                          <a:latin typeface="Calibri"/>
                        </a:defRPr>
                      </a:lvl7pPr>
                      <a:lvl8pPr marL="2400300" algn="l" defTabSz="685800" rtl="0" eaLnBrk="1" latinLnBrk="0" hangingPunct="1">
                        <a:defRPr sz="1350" b="1" kern="1200">
                          <a:solidFill>
                            <a:schemeClr val="lt1"/>
                          </a:solidFill>
                          <a:latin typeface="Calibri"/>
                        </a:defRPr>
                      </a:lvl8pPr>
                      <a:lvl9pPr marL="2743200" algn="l" defTabSz="685800" rtl="0" eaLnBrk="1" latinLnBrk="0" hangingPunct="1">
                        <a:defRPr sz="1350" b="1" kern="1200">
                          <a:solidFill>
                            <a:schemeClr val="lt1"/>
                          </a:solidFill>
                          <a:latin typeface="Calibri"/>
                        </a:defRPr>
                      </a:lvl9pPr>
                    </a:lstStyle>
                    <a:p>
                      <a:r>
                        <a:rPr lang="en-US" sz="1600" dirty="0"/>
                        <a:t>Outputs</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solidFill>
                  </a:tcPr>
                </a:tc>
                <a:extLst>
                  <a:ext uri="{0D108BD9-81ED-4DB2-BD59-A6C34878D82A}">
                    <a16:rowId xmlns:a16="http://schemas.microsoft.com/office/drawing/2014/main" val="10000"/>
                  </a:ext>
                </a:extLst>
              </a:tr>
              <a:tr h="2082176">
                <a:tc>
                  <a:txBody>
                    <a:bodyPr/>
                    <a:lstStyle/>
                    <a:p>
                      <a:r>
                        <a:rPr lang="en-US" sz="1600" dirty="0"/>
                        <a:t>Energy cone</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tint val="40000"/>
                      </a:srgbClr>
                    </a:solidFill>
                  </a:tcPr>
                </a:tc>
                <a:tc>
                  <a:txBody>
                    <a:bodyPr/>
                    <a:lstStyle/>
                    <a:p>
                      <a:r>
                        <a:rPr lang="en-US" sz="1400" dirty="0"/>
                        <a:t>DEM</a:t>
                      </a:r>
                    </a:p>
                    <a:p>
                      <a:r>
                        <a:rPr lang="en-US" sz="1400" dirty="0"/>
                        <a:t>Starting point (can choose max elevation)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1" i="0" dirty="0">
                          <a:solidFill>
                            <a:srgbClr val="FF0000"/>
                          </a:solidFill>
                        </a:rPr>
                        <a:t>∆H/L</a:t>
                      </a:r>
                      <a:r>
                        <a:rPr lang="en-US" sz="1400" b="1" i="0" baseline="0" dirty="0">
                          <a:solidFill>
                            <a:srgbClr val="FF0000"/>
                          </a:solidFill>
                        </a:rPr>
                        <a:t> (derived from volume and global stats)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i="0" dirty="0">
                        <a:solidFill>
                          <a:srgbClr val="FF0000"/>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tint val="40000"/>
                      </a:srgbClr>
                    </a:solidFill>
                  </a:tcPr>
                </a:tc>
                <a:tc>
                  <a:txBody>
                    <a:bodyPr/>
                    <a:lstStyle/>
                    <a:p>
                      <a:pPr algn="l"/>
                      <a:r>
                        <a:rPr lang="en-US" sz="1400" dirty="0"/>
                        <a:t>Sliding block model, ∆H/L</a:t>
                      </a:r>
                      <a:r>
                        <a:rPr lang="en-US" sz="1400" baseline="0" dirty="0"/>
                        <a:t> inversely proportional to V</a:t>
                      </a:r>
                      <a:endParaRPr lang="en-US" sz="14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tint val="40000"/>
                      </a:srgbClr>
                    </a:solidFill>
                  </a:tcPr>
                </a:tc>
                <a:tc>
                  <a:txBody>
                    <a:bodyPr/>
                    <a:lstStyle/>
                    <a:p>
                      <a:r>
                        <a:rPr lang="en-US" sz="1400" dirty="0"/>
                        <a:t>Flows are well described by sliding block model, empirical relationship applies to all volcanoes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tint val="40000"/>
                      </a:srgbClr>
                    </a:solidFill>
                  </a:tcPr>
                </a:tc>
                <a:tc>
                  <a:txBody>
                    <a:bodyPr/>
                    <a:lstStyle/>
                    <a:p>
                      <a:r>
                        <a:rPr lang="en-US" sz="1400" dirty="0"/>
                        <a:t>Draws an energy cone from user-supplied max elevation to elevation</a:t>
                      </a:r>
                      <a:r>
                        <a:rPr lang="en-US" sz="1400" baseline="0" dirty="0"/>
                        <a:t> described by ∆H/L</a:t>
                      </a:r>
                      <a:endParaRPr lang="en-US" sz="14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tint val="40000"/>
                      </a:srgbClr>
                    </a:solidFill>
                  </a:tcPr>
                </a:tc>
                <a:tc>
                  <a:txBody>
                    <a:bodyPr/>
                    <a:lstStyle/>
                    <a:p>
                      <a:r>
                        <a:rPr lang="en-US" sz="1400" dirty="0">
                          <a:solidFill>
                            <a:srgbClr val="0070C0"/>
                          </a:solidFill>
                        </a:rPr>
                        <a:t>Runout, as an energy cone</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2B2B2">
                        <a:tint val="40000"/>
                      </a:srgbClr>
                    </a:solidFill>
                  </a:tcPr>
                </a:tc>
                <a:extLst>
                  <a:ext uri="{0D108BD9-81ED-4DB2-BD59-A6C34878D82A}">
                    <a16:rowId xmlns:a16="http://schemas.microsoft.com/office/drawing/2014/main" val="10001"/>
                  </a:ext>
                </a:extLst>
              </a:tr>
              <a:tr h="1976917">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600" dirty="0"/>
                        <a:t>TITAN2D</a:t>
                      </a:r>
                    </a:p>
                    <a:p>
                      <a:endParaRPr lang="en-US"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B2B2B2">
                        <a:tint val="4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DEM</a:t>
                      </a:r>
                    </a:p>
                    <a:p>
                      <a:r>
                        <a:rPr lang="en-US" sz="1400" dirty="0">
                          <a:solidFill>
                            <a:srgbClr val="FF0000"/>
                          </a:solidFill>
                        </a:rPr>
                        <a:t>Volume</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i="0" dirty="0">
                          <a:solidFill>
                            <a:srgbClr val="FF0000"/>
                          </a:solidFill>
                        </a:rPr>
                        <a:t>Initial geometry and velocity</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i="0" dirty="0">
                          <a:solidFill>
                            <a:srgbClr val="FF0000"/>
                          </a:solidFill>
                        </a:rPr>
                        <a:t>Vol</a:t>
                      </a:r>
                      <a:r>
                        <a:rPr lang="en-US" sz="1400" i="0" baseline="0" dirty="0">
                          <a:solidFill>
                            <a:srgbClr val="FF0000"/>
                          </a:solidFill>
                        </a:rPr>
                        <a:t> f</a:t>
                      </a:r>
                      <a:r>
                        <a:rPr lang="en-US" sz="1400" i="0" dirty="0">
                          <a:solidFill>
                            <a:srgbClr val="FF0000"/>
                          </a:solidFill>
                        </a:rPr>
                        <a:t>lux if running as a flux source</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F0000"/>
                          </a:solidFill>
                        </a:rPr>
                        <a:t>Friction (basal and internal)</a:t>
                      </a:r>
                    </a:p>
                    <a:p>
                      <a:endParaRPr lang="en-US" sz="1400" i="0" dirty="0">
                        <a:solidFill>
                          <a:srgbClr val="FF0000"/>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B2B2B2">
                        <a:tint val="4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Mohr-Coulomb friction</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B2B2B2">
                        <a:tint val="4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Depth</a:t>
                      </a:r>
                      <a:r>
                        <a:rPr lang="en-US" sz="1400" baseline="0" dirty="0"/>
                        <a:t> averaged</a:t>
                      </a:r>
                      <a:endParaRPr lang="en-US" sz="14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B2B2B2">
                        <a:tint val="4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Equations</a:t>
                      </a:r>
                      <a:r>
                        <a:rPr lang="en-US" sz="1400" baseline="0" dirty="0"/>
                        <a:t> of mass and momentum</a:t>
                      </a:r>
                      <a:endParaRPr lang="en-US" sz="14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B2B2B2">
                        <a:tint val="4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solidFill>
                            <a:srgbClr val="0070C0"/>
                          </a:solidFill>
                        </a:rPr>
                        <a:t>Thickness</a:t>
                      </a:r>
                    </a:p>
                    <a:p>
                      <a:r>
                        <a:rPr lang="en-US" sz="1400" dirty="0">
                          <a:solidFill>
                            <a:srgbClr val="0070C0"/>
                          </a:solidFill>
                        </a:rPr>
                        <a:t>Velocity</a:t>
                      </a:r>
                    </a:p>
                    <a:p>
                      <a:r>
                        <a:rPr lang="en-US" sz="1400" dirty="0">
                          <a:solidFill>
                            <a:srgbClr val="0070C0"/>
                          </a:solidFill>
                        </a:rPr>
                        <a:t>Inundation area</a:t>
                      </a:r>
                    </a:p>
                    <a:p>
                      <a:r>
                        <a:rPr lang="en-US" sz="1400" dirty="0">
                          <a:solidFill>
                            <a:srgbClr val="0070C0"/>
                          </a:solidFill>
                        </a:rPr>
                        <a:t>(can calculate KE)</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B2B2B2">
                        <a:tint val="40000"/>
                      </a:srgbClr>
                    </a:solidFill>
                  </a:tcPr>
                </a:tc>
                <a:extLst>
                  <a:ext uri="{0D108BD9-81ED-4DB2-BD59-A6C34878D82A}">
                    <a16:rowId xmlns:a16="http://schemas.microsoft.com/office/drawing/2014/main" val="10002"/>
                  </a:ext>
                </a:extLst>
              </a:tr>
              <a:tr h="1959693">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600" dirty="0"/>
                        <a:t>VolcFlow</a:t>
                      </a:r>
                    </a:p>
                    <a:p>
                      <a:endParaRPr lang="en-US" sz="16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2B2B2">
                        <a:tint val="2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DEM</a:t>
                      </a:r>
                    </a:p>
                    <a:p>
                      <a:r>
                        <a:rPr lang="en-US" sz="1400" dirty="0">
                          <a:solidFill>
                            <a:srgbClr val="FF0000"/>
                          </a:solidFill>
                        </a:rPr>
                        <a:t>Volume</a:t>
                      </a:r>
                    </a:p>
                    <a:p>
                      <a:r>
                        <a:rPr lang="en-US" sz="1400" i="0" baseline="0" dirty="0">
                          <a:solidFill>
                            <a:srgbClr val="FF0000"/>
                          </a:solidFill>
                        </a:rPr>
                        <a:t>Initial geometry and velocity</a:t>
                      </a:r>
                    </a:p>
                    <a:p>
                      <a:r>
                        <a:rPr lang="en-US" sz="1400" b="1" i="0" baseline="0" dirty="0">
                          <a:solidFill>
                            <a:srgbClr val="FF0000"/>
                          </a:solidFill>
                        </a:rPr>
                        <a:t>Constant retarding stress</a:t>
                      </a:r>
                    </a:p>
                    <a:p>
                      <a:r>
                        <a:rPr lang="en-US" sz="1400" b="1" i="0" baseline="0" dirty="0">
                          <a:solidFill>
                            <a:srgbClr val="FF0000"/>
                          </a:solidFill>
                        </a:rPr>
                        <a:t>Density</a:t>
                      </a:r>
                    </a:p>
                    <a:p>
                      <a:endParaRPr lang="en-US" sz="1400" b="1" i="0" baseline="0" dirty="0">
                        <a:solidFill>
                          <a:srgbClr val="FF0000"/>
                        </a:solidFill>
                      </a:endParaRPr>
                    </a:p>
                    <a:p>
                      <a:endParaRPr lang="en-US" sz="1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2B2B2">
                        <a:tint val="2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Constant retarding</a:t>
                      </a:r>
                      <a:r>
                        <a:rPr lang="en-US" sz="1400" baseline="0" dirty="0"/>
                        <a:t> stress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2B2B2">
                        <a:tint val="2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Depth averaged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2B2B2">
                        <a:tint val="2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t>Equations of mass and momentum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2B2B2">
                        <a:tint val="20000"/>
                      </a:srgbClr>
                    </a:solidFill>
                  </a:tcPr>
                </a:tc>
                <a:tc>
                  <a:txBody>
                    <a:bodyPr/>
                    <a:lstStyle>
                      <a:lvl1pPr marL="0" algn="l" defTabSz="685800" rtl="0" eaLnBrk="1" latinLnBrk="0" hangingPunct="1">
                        <a:defRPr sz="1350" kern="1200">
                          <a:solidFill>
                            <a:schemeClr val="dk1"/>
                          </a:solidFill>
                          <a:latin typeface="Calibri"/>
                        </a:defRPr>
                      </a:lvl1pPr>
                      <a:lvl2pPr marL="342900" algn="l" defTabSz="685800" rtl="0" eaLnBrk="1" latinLnBrk="0" hangingPunct="1">
                        <a:defRPr sz="1350" kern="1200">
                          <a:solidFill>
                            <a:schemeClr val="dk1"/>
                          </a:solidFill>
                          <a:latin typeface="Calibri"/>
                        </a:defRPr>
                      </a:lvl2pPr>
                      <a:lvl3pPr marL="685800" algn="l" defTabSz="685800" rtl="0" eaLnBrk="1" latinLnBrk="0" hangingPunct="1">
                        <a:defRPr sz="1350" kern="1200">
                          <a:solidFill>
                            <a:schemeClr val="dk1"/>
                          </a:solidFill>
                          <a:latin typeface="Calibri"/>
                        </a:defRPr>
                      </a:lvl3pPr>
                      <a:lvl4pPr marL="1028700" algn="l" defTabSz="685800" rtl="0" eaLnBrk="1" latinLnBrk="0" hangingPunct="1">
                        <a:defRPr sz="1350" kern="1200">
                          <a:solidFill>
                            <a:schemeClr val="dk1"/>
                          </a:solidFill>
                          <a:latin typeface="Calibri"/>
                        </a:defRPr>
                      </a:lvl4pPr>
                      <a:lvl5pPr marL="1371600" algn="l" defTabSz="685800" rtl="0" eaLnBrk="1" latinLnBrk="0" hangingPunct="1">
                        <a:defRPr sz="1350" kern="1200">
                          <a:solidFill>
                            <a:schemeClr val="dk1"/>
                          </a:solidFill>
                          <a:latin typeface="Calibri"/>
                        </a:defRPr>
                      </a:lvl5pPr>
                      <a:lvl6pPr marL="1714500" algn="l" defTabSz="685800" rtl="0" eaLnBrk="1" latinLnBrk="0" hangingPunct="1">
                        <a:defRPr sz="1350" kern="1200">
                          <a:solidFill>
                            <a:schemeClr val="dk1"/>
                          </a:solidFill>
                          <a:latin typeface="Calibri"/>
                        </a:defRPr>
                      </a:lvl6pPr>
                      <a:lvl7pPr marL="2057400" algn="l" defTabSz="685800" rtl="0" eaLnBrk="1" latinLnBrk="0" hangingPunct="1">
                        <a:defRPr sz="1350" kern="1200">
                          <a:solidFill>
                            <a:schemeClr val="dk1"/>
                          </a:solidFill>
                          <a:latin typeface="Calibri"/>
                        </a:defRPr>
                      </a:lvl7pPr>
                      <a:lvl8pPr marL="2400300" algn="l" defTabSz="685800" rtl="0" eaLnBrk="1" latinLnBrk="0" hangingPunct="1">
                        <a:defRPr sz="1350" kern="1200">
                          <a:solidFill>
                            <a:schemeClr val="dk1"/>
                          </a:solidFill>
                          <a:latin typeface="Calibri"/>
                        </a:defRPr>
                      </a:lvl8pPr>
                      <a:lvl9pPr marL="2743200" algn="l" defTabSz="685800" rtl="0" eaLnBrk="1" latinLnBrk="0" hangingPunct="1">
                        <a:defRPr sz="1350" kern="1200">
                          <a:solidFill>
                            <a:schemeClr val="dk1"/>
                          </a:solidFill>
                          <a:latin typeface="Calibri"/>
                        </a:defRPr>
                      </a:lvl9pPr>
                    </a:lstStyle>
                    <a:p>
                      <a:r>
                        <a:rPr lang="en-US" sz="1400" dirty="0">
                          <a:solidFill>
                            <a:srgbClr val="0070C0"/>
                          </a:solidFill>
                        </a:rPr>
                        <a:t>Thickness</a:t>
                      </a:r>
                    </a:p>
                    <a:p>
                      <a:r>
                        <a:rPr lang="en-US" sz="1400" dirty="0">
                          <a:solidFill>
                            <a:srgbClr val="0070C0"/>
                          </a:solidFill>
                        </a:rPr>
                        <a:t>Velocity</a:t>
                      </a:r>
                    </a:p>
                    <a:p>
                      <a:r>
                        <a:rPr lang="en-US" sz="1400" dirty="0">
                          <a:solidFill>
                            <a:srgbClr val="0070C0"/>
                          </a:solidFill>
                        </a:rPr>
                        <a:t>Inundation area</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400">
                          <a:solidFill>
                            <a:srgbClr val="0070C0"/>
                          </a:solidFill>
                        </a:rPr>
                        <a:t>(can calculate KE)</a:t>
                      </a:r>
                    </a:p>
                    <a:p>
                      <a:endParaRPr lang="en-US" sz="1400" dirty="0">
                        <a:solidFill>
                          <a:srgbClr val="0070C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2B2B2">
                        <a:tint val="2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5353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Column-collapse modeling</a:t>
            </a:r>
          </a:p>
        </p:txBody>
      </p:sp>
      <p:sp>
        <p:nvSpPr>
          <p:cNvPr id="3" name="Content Placeholder 2"/>
          <p:cNvSpPr>
            <a:spLocks noGrp="1"/>
          </p:cNvSpPr>
          <p:nvPr>
            <p:ph sz="quarter" idx="1"/>
          </p:nvPr>
        </p:nvSpPr>
        <p:spPr/>
        <p:txBody>
          <a:bodyPr/>
          <a:lstStyle/>
          <a:p>
            <a:r>
              <a:rPr lang="en-US" dirty="0"/>
              <a:t>Difficult to know how much of the column will collapse vs. stay aloft/become </a:t>
            </a:r>
            <a:r>
              <a:rPr lang="en-US" dirty="0" err="1"/>
              <a:t>ashfall</a:t>
            </a:r>
            <a:endParaRPr lang="en-US" dirty="0"/>
          </a:p>
          <a:p>
            <a:r>
              <a:rPr lang="en-US" dirty="0"/>
              <a:t>So there is a lot of uncertainty between VEI and column-collapse flow volume</a:t>
            </a:r>
          </a:p>
          <a:p>
            <a:r>
              <a:rPr lang="en-US" dirty="0"/>
              <a:t>Also, because the column-collapse flows spread out into all channels radially, it’s hard to know how much volume will go down each valley, and how far</a:t>
            </a:r>
          </a:p>
        </p:txBody>
      </p:sp>
    </p:spTree>
    <p:extLst>
      <p:ext uri="{BB962C8B-B14F-4D97-AF65-F5344CB8AC3E}">
        <p14:creationId xmlns:p14="http://schemas.microsoft.com/office/powerpoint/2010/main" val="344950177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sarah_theme_usgs</Template>
  <TotalTime>11039</TotalTime>
  <Words>3474</Words>
  <Application>Microsoft Office PowerPoint</Application>
  <PresentationFormat>Widescreen</PresentationFormat>
  <Paragraphs>403</Paragraphs>
  <Slides>45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Cambria Math</vt:lpstr>
      <vt:lpstr>Courier New</vt:lpstr>
      <vt:lpstr>Symbol</vt:lpstr>
      <vt:lpstr>Wingdings 2</vt:lpstr>
      <vt:lpstr>Civic</vt:lpstr>
      <vt:lpstr>Modeling Pyroclastic Density Currents</vt:lpstr>
      <vt:lpstr>What are PDCs?</vt:lpstr>
      <vt:lpstr>Pyroclastic Density Currents (PDCs)</vt:lpstr>
      <vt:lpstr>PowerPoint Presentation</vt:lpstr>
      <vt:lpstr>PowerPoint Presentation</vt:lpstr>
      <vt:lpstr>PowerPoint Presentation</vt:lpstr>
      <vt:lpstr>PowerPoint Presentation</vt:lpstr>
      <vt:lpstr>How do we model PDCs?</vt:lpstr>
      <vt:lpstr>Parts of a PDC</vt:lpstr>
      <vt:lpstr>PowerPoint Presentation</vt:lpstr>
      <vt:lpstr>∆H/L or  Heim coefficient</vt:lpstr>
      <vt:lpstr>∆H/L or  Heim coefficient</vt:lpstr>
      <vt:lpstr>∆H/L or  Heim coefficient</vt:lpstr>
      <vt:lpstr>∆H/L or  Heim coefficient</vt:lpstr>
      <vt:lpstr>∆H/L or  Heim coefficient</vt:lpstr>
      <vt:lpstr>PowerPoint Presentation</vt:lpstr>
      <vt:lpstr>∆H/L ranges for dome- and column-collapse PDC energy cones from FlowDat regressions</vt:lpstr>
      <vt:lpstr>Energy Cone</vt:lpstr>
      <vt:lpstr>Energy Cone</vt:lpstr>
      <vt:lpstr>PowerPoint Presentation</vt:lpstr>
      <vt:lpstr>PowerPoint Presentation</vt:lpstr>
      <vt:lpstr>PowerPoint Presentation</vt:lpstr>
      <vt:lpstr>PowerPoint Presentation</vt:lpstr>
      <vt:lpstr>PowerPoint Presentation</vt:lpstr>
      <vt:lpstr>TITAN2D</vt:lpstr>
      <vt:lpstr>PowerPoint Presentation</vt:lpstr>
      <vt:lpstr>Basal friction</vt:lpstr>
      <vt:lpstr>PowerPoint Presentation</vt:lpstr>
      <vt:lpstr>VolcFlow</vt:lpstr>
      <vt:lpstr>PowerPoint Presentation</vt:lpstr>
      <vt:lpstr>Ash-cloud surge </vt:lpstr>
      <vt:lpstr>PowerPoint Presentation</vt:lpstr>
      <vt:lpstr>PowerPoint Presentation</vt:lpstr>
      <vt:lpstr>Ash-cloud surge </vt:lpstr>
      <vt:lpstr>PowerPoint Presentation</vt:lpstr>
      <vt:lpstr>Using models for hazard mapping</vt:lpstr>
      <vt:lpstr>PowerPoint Presentation</vt:lpstr>
      <vt:lpstr>Models are just one tool!</vt:lpstr>
      <vt:lpstr>PowerPoint Presentation</vt:lpstr>
      <vt:lpstr>PowerPoint Presentation</vt:lpstr>
      <vt:lpstr>Questions?</vt:lpstr>
      <vt:lpstr>PowerPoint Presentation</vt:lpstr>
      <vt:lpstr>How to use TITAN2D (or other geophysical models) when you can’t do thousands of model runs</vt:lpstr>
      <vt:lpstr>PowerPoint Presentation</vt:lpstr>
      <vt:lpstr>Column-collapse modeling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Ogburn, Sarah Elizabeth</dc:creator>
  <cp:lastModifiedBy>Ogburn, Sarah E</cp:lastModifiedBy>
  <cp:revision>143</cp:revision>
  <dcterms:created xsi:type="dcterms:W3CDTF">2016-01-05T00:23:25Z</dcterms:created>
  <dcterms:modified xsi:type="dcterms:W3CDTF">2024-06-14T21:51:14Z</dcterms:modified>
</cp:coreProperties>
</file>