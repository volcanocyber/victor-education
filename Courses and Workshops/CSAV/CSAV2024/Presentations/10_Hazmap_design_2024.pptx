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431" r:id="rId2"/>
    <p:sldId id="470" r:id="rId3"/>
    <p:sldId id="266" r:id="rId4"/>
    <p:sldId id="257" r:id="rId5"/>
    <p:sldId id="452" r:id="rId6"/>
    <p:sldId id="480" r:id="rId7"/>
    <p:sldId id="478" r:id="rId8"/>
    <p:sldId id="261" r:id="rId9"/>
    <p:sldId id="258" r:id="rId10"/>
    <p:sldId id="259" r:id="rId11"/>
    <p:sldId id="262" r:id="rId12"/>
    <p:sldId id="479" r:id="rId13"/>
    <p:sldId id="267" r:id="rId14"/>
    <p:sldId id="272" r:id="rId15"/>
    <p:sldId id="273" r:id="rId16"/>
    <p:sldId id="280" r:id="rId17"/>
    <p:sldId id="281" r:id="rId18"/>
    <p:sldId id="476" r:id="rId19"/>
    <p:sldId id="274" r:id="rId20"/>
    <p:sldId id="269" r:id="rId21"/>
    <p:sldId id="268" r:id="rId22"/>
    <p:sldId id="475" r:id="rId23"/>
    <p:sldId id="271" r:id="rId24"/>
    <p:sldId id="306" r:id="rId25"/>
    <p:sldId id="307" r:id="rId26"/>
    <p:sldId id="309" r:id="rId27"/>
    <p:sldId id="284" r:id="rId28"/>
    <p:sldId id="287" r:id="rId29"/>
    <p:sldId id="286" r:id="rId30"/>
    <p:sldId id="486" r:id="rId31"/>
    <p:sldId id="485" r:id="rId32"/>
    <p:sldId id="277" r:id="rId33"/>
    <p:sldId id="305" r:id="rId34"/>
    <p:sldId id="481" r:id="rId35"/>
    <p:sldId id="482" r:id="rId36"/>
    <p:sldId id="483" r:id="rId37"/>
    <p:sldId id="484" r:id="rId38"/>
    <p:sldId id="432" r:id="rId39"/>
    <p:sldId id="471" r:id="rId40"/>
    <p:sldId id="454" r:id="rId41"/>
    <p:sldId id="472" r:id="rId42"/>
    <p:sldId id="473" r:id="rId43"/>
    <p:sldId id="474" r:id="rId44"/>
    <p:sldId id="477" r:id="rId45"/>
    <p:sldId id="276"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gburn, Sarah E" initials="OSE" lastIdx="3" clrIdx="0">
    <p:extLst>
      <p:ext uri="{19B8F6BF-5375-455C-9EA6-DF929625EA0E}">
        <p15:presenceInfo xmlns:p15="http://schemas.microsoft.com/office/powerpoint/2012/main" userId="S::sogburn@usgs.gov::c40d2df0-46c9-4be9-b5a6-5c158e3999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CC30DB-2C05-4E8B-A842-7963D1D42ED3}" v="28" dt="2024-06-14T21:26:07.5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8" d="100"/>
          <a:sy n="78" d="100"/>
        </p:scale>
        <p:origin x="77"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gburn, Sarah E" userId="c40d2df0-46c9-4be9-b5a6-5c158e399904" providerId="ADAL" clId="{05400B33-F57A-4BE0-B728-55A99BA5F2C8}"/>
    <pc:docChg chg="undo custSel addSld delSld modSld sldOrd">
      <pc:chgData name="Ogburn, Sarah E" userId="c40d2df0-46c9-4be9-b5a6-5c158e399904" providerId="ADAL" clId="{05400B33-F57A-4BE0-B728-55A99BA5F2C8}" dt="2023-06-23T21:49:44.604" v="1143" actId="14100"/>
      <pc:docMkLst>
        <pc:docMk/>
      </pc:docMkLst>
      <pc:sldChg chg="modSp mod ord">
        <pc:chgData name="Ogburn, Sarah E" userId="c40d2df0-46c9-4be9-b5a6-5c158e399904" providerId="ADAL" clId="{05400B33-F57A-4BE0-B728-55A99BA5F2C8}" dt="2023-06-23T16:39:56.264" v="302"/>
        <pc:sldMkLst>
          <pc:docMk/>
          <pc:sldMk cId="554041295" sldId="257"/>
        </pc:sldMkLst>
        <pc:spChg chg="mod">
          <ac:chgData name="Ogburn, Sarah E" userId="c40d2df0-46c9-4be9-b5a6-5c158e399904" providerId="ADAL" clId="{05400B33-F57A-4BE0-B728-55A99BA5F2C8}" dt="2023-06-22T19:40:39.309" v="250" actId="1076"/>
          <ac:spMkLst>
            <pc:docMk/>
            <pc:sldMk cId="554041295" sldId="257"/>
            <ac:spMk id="2" creationId="{00000000-0000-0000-0000-000000000000}"/>
          </ac:spMkLst>
        </pc:spChg>
        <pc:spChg chg="mod">
          <ac:chgData name="Ogburn, Sarah E" userId="c40d2df0-46c9-4be9-b5a6-5c158e399904" providerId="ADAL" clId="{05400B33-F57A-4BE0-B728-55A99BA5F2C8}" dt="2023-06-22T19:40:43.868" v="251" actId="1076"/>
          <ac:spMkLst>
            <pc:docMk/>
            <pc:sldMk cId="554041295" sldId="257"/>
            <ac:spMk id="3" creationId="{00000000-0000-0000-0000-000000000000}"/>
          </ac:spMkLst>
        </pc:spChg>
        <pc:spChg chg="mod">
          <ac:chgData name="Ogburn, Sarah E" userId="c40d2df0-46c9-4be9-b5a6-5c158e399904" providerId="ADAL" clId="{05400B33-F57A-4BE0-B728-55A99BA5F2C8}" dt="2023-06-22T19:29:22.237" v="18" actId="1076"/>
          <ac:spMkLst>
            <pc:docMk/>
            <pc:sldMk cId="554041295" sldId="257"/>
            <ac:spMk id="5" creationId="{00000000-0000-0000-0000-000000000000}"/>
          </ac:spMkLst>
        </pc:spChg>
        <pc:spChg chg="mod">
          <ac:chgData name="Ogburn, Sarah E" userId="c40d2df0-46c9-4be9-b5a6-5c158e399904" providerId="ADAL" clId="{05400B33-F57A-4BE0-B728-55A99BA5F2C8}" dt="2023-06-22T19:29:49.416" v="24" actId="1076"/>
          <ac:spMkLst>
            <pc:docMk/>
            <pc:sldMk cId="554041295" sldId="257"/>
            <ac:spMk id="10" creationId="{00000000-0000-0000-0000-000000000000}"/>
          </ac:spMkLst>
        </pc:spChg>
        <pc:picChg chg="mod">
          <ac:chgData name="Ogburn, Sarah E" userId="c40d2df0-46c9-4be9-b5a6-5c158e399904" providerId="ADAL" clId="{05400B33-F57A-4BE0-B728-55A99BA5F2C8}" dt="2023-06-22T19:29:42.894" v="23" actId="14100"/>
          <ac:picMkLst>
            <pc:docMk/>
            <pc:sldMk cId="554041295" sldId="257"/>
            <ac:picMk id="5122" creationId="{00000000-0000-0000-0000-000000000000}"/>
          </ac:picMkLst>
        </pc:picChg>
        <pc:picChg chg="mod">
          <ac:chgData name="Ogburn, Sarah E" userId="c40d2df0-46c9-4be9-b5a6-5c158e399904" providerId="ADAL" clId="{05400B33-F57A-4BE0-B728-55A99BA5F2C8}" dt="2023-06-22T19:29:34.854" v="21" actId="14100"/>
          <ac:picMkLst>
            <pc:docMk/>
            <pc:sldMk cId="554041295" sldId="257"/>
            <ac:picMk id="5123" creationId="{00000000-0000-0000-0000-000000000000}"/>
          </ac:picMkLst>
        </pc:picChg>
        <pc:cxnChg chg="mod">
          <ac:chgData name="Ogburn, Sarah E" userId="c40d2df0-46c9-4be9-b5a6-5c158e399904" providerId="ADAL" clId="{05400B33-F57A-4BE0-B728-55A99BA5F2C8}" dt="2023-06-22T19:29:22.237" v="18" actId="1076"/>
          <ac:cxnSpMkLst>
            <pc:docMk/>
            <pc:sldMk cId="554041295" sldId="257"/>
            <ac:cxnSpMk id="7" creationId="{00000000-0000-0000-0000-000000000000}"/>
          </ac:cxnSpMkLst>
        </pc:cxnChg>
        <pc:cxnChg chg="mod">
          <ac:chgData name="Ogburn, Sarah E" userId="c40d2df0-46c9-4be9-b5a6-5c158e399904" providerId="ADAL" clId="{05400B33-F57A-4BE0-B728-55A99BA5F2C8}" dt="2023-06-22T19:29:49.416" v="24" actId="1076"/>
          <ac:cxnSpMkLst>
            <pc:docMk/>
            <pc:sldMk cId="554041295" sldId="257"/>
            <ac:cxnSpMk id="11" creationId="{00000000-0000-0000-0000-000000000000}"/>
          </ac:cxnSpMkLst>
        </pc:cxnChg>
      </pc:sldChg>
      <pc:sldChg chg="modSp">
        <pc:chgData name="Ogburn, Sarah E" userId="c40d2df0-46c9-4be9-b5a6-5c158e399904" providerId="ADAL" clId="{05400B33-F57A-4BE0-B728-55A99BA5F2C8}" dt="2023-06-22T19:30:32.582" v="56" actId="1035"/>
        <pc:sldMkLst>
          <pc:docMk/>
          <pc:sldMk cId="2759957147" sldId="258"/>
        </pc:sldMkLst>
        <pc:spChg chg="mod">
          <ac:chgData name="Ogburn, Sarah E" userId="c40d2df0-46c9-4be9-b5a6-5c158e399904" providerId="ADAL" clId="{05400B33-F57A-4BE0-B728-55A99BA5F2C8}" dt="2023-06-22T19:30:32.582" v="56" actId="1035"/>
          <ac:spMkLst>
            <pc:docMk/>
            <pc:sldMk cId="2759957147" sldId="258"/>
            <ac:spMk id="2" creationId="{00000000-0000-0000-0000-000000000000}"/>
          </ac:spMkLst>
        </pc:spChg>
        <pc:spChg chg="mod">
          <ac:chgData name="Ogburn, Sarah E" userId="c40d2df0-46c9-4be9-b5a6-5c158e399904" providerId="ADAL" clId="{05400B33-F57A-4BE0-B728-55A99BA5F2C8}" dt="2023-06-22T19:30:32.582" v="56" actId="1035"/>
          <ac:spMkLst>
            <pc:docMk/>
            <pc:sldMk cId="2759957147" sldId="258"/>
            <ac:spMk id="6" creationId="{00000000-0000-0000-0000-000000000000}"/>
          </ac:spMkLst>
        </pc:spChg>
        <pc:picChg chg="mod">
          <ac:chgData name="Ogburn, Sarah E" userId="c40d2df0-46c9-4be9-b5a6-5c158e399904" providerId="ADAL" clId="{05400B33-F57A-4BE0-B728-55A99BA5F2C8}" dt="2023-06-22T19:30:32.582" v="56" actId="1035"/>
          <ac:picMkLst>
            <pc:docMk/>
            <pc:sldMk cId="2759957147" sldId="258"/>
            <ac:picMk id="1029" creationId="{00000000-0000-0000-0000-000000000000}"/>
          </ac:picMkLst>
        </pc:picChg>
        <pc:picChg chg="mod">
          <ac:chgData name="Ogburn, Sarah E" userId="c40d2df0-46c9-4be9-b5a6-5c158e399904" providerId="ADAL" clId="{05400B33-F57A-4BE0-B728-55A99BA5F2C8}" dt="2023-06-22T19:30:32.582" v="56" actId="1035"/>
          <ac:picMkLst>
            <pc:docMk/>
            <pc:sldMk cId="2759957147" sldId="258"/>
            <ac:picMk id="1032" creationId="{00000000-0000-0000-0000-000000000000}"/>
          </ac:picMkLst>
        </pc:picChg>
      </pc:sldChg>
      <pc:sldChg chg="addSp modSp mod">
        <pc:chgData name="Ogburn, Sarah E" userId="c40d2df0-46c9-4be9-b5a6-5c158e399904" providerId="ADAL" clId="{05400B33-F57A-4BE0-B728-55A99BA5F2C8}" dt="2023-06-22T19:32:52.885" v="151" actId="553"/>
        <pc:sldMkLst>
          <pc:docMk/>
          <pc:sldMk cId="2789762466" sldId="259"/>
        </pc:sldMkLst>
        <pc:spChg chg="mod">
          <ac:chgData name="Ogburn, Sarah E" userId="c40d2df0-46c9-4be9-b5a6-5c158e399904" providerId="ADAL" clId="{05400B33-F57A-4BE0-B728-55A99BA5F2C8}" dt="2023-06-22T19:30:58.360" v="103" actId="1035"/>
          <ac:spMkLst>
            <pc:docMk/>
            <pc:sldMk cId="2789762466" sldId="259"/>
            <ac:spMk id="2" creationId="{00000000-0000-0000-0000-000000000000}"/>
          </ac:spMkLst>
        </pc:spChg>
        <pc:spChg chg="mod">
          <ac:chgData name="Ogburn, Sarah E" userId="c40d2df0-46c9-4be9-b5a6-5c158e399904" providerId="ADAL" clId="{05400B33-F57A-4BE0-B728-55A99BA5F2C8}" dt="2023-06-22T19:30:58.360" v="103" actId="1035"/>
          <ac:spMkLst>
            <pc:docMk/>
            <pc:sldMk cId="2789762466" sldId="259"/>
            <ac:spMk id="3" creationId="{00000000-0000-0000-0000-000000000000}"/>
          </ac:spMkLst>
        </pc:spChg>
        <pc:spChg chg="mod">
          <ac:chgData name="Ogburn, Sarah E" userId="c40d2df0-46c9-4be9-b5a6-5c158e399904" providerId="ADAL" clId="{05400B33-F57A-4BE0-B728-55A99BA5F2C8}" dt="2023-06-22T19:30:58.360" v="103" actId="1035"/>
          <ac:spMkLst>
            <pc:docMk/>
            <pc:sldMk cId="2789762466" sldId="259"/>
            <ac:spMk id="4" creationId="{00000000-0000-0000-0000-000000000000}"/>
          </ac:spMkLst>
        </pc:spChg>
        <pc:spChg chg="mod">
          <ac:chgData name="Ogburn, Sarah E" userId="c40d2df0-46c9-4be9-b5a6-5c158e399904" providerId="ADAL" clId="{05400B33-F57A-4BE0-B728-55A99BA5F2C8}" dt="2023-06-22T19:30:58.360" v="103" actId="1035"/>
          <ac:spMkLst>
            <pc:docMk/>
            <pc:sldMk cId="2789762466" sldId="259"/>
            <ac:spMk id="5" creationId="{00000000-0000-0000-0000-000000000000}"/>
          </ac:spMkLst>
        </pc:spChg>
        <pc:spChg chg="mod">
          <ac:chgData name="Ogburn, Sarah E" userId="c40d2df0-46c9-4be9-b5a6-5c158e399904" providerId="ADAL" clId="{05400B33-F57A-4BE0-B728-55A99BA5F2C8}" dt="2023-06-22T19:30:58.360" v="103" actId="1035"/>
          <ac:spMkLst>
            <pc:docMk/>
            <pc:sldMk cId="2789762466" sldId="259"/>
            <ac:spMk id="6" creationId="{00000000-0000-0000-0000-000000000000}"/>
          </ac:spMkLst>
        </pc:spChg>
        <pc:spChg chg="mod">
          <ac:chgData name="Ogburn, Sarah E" userId="c40d2df0-46c9-4be9-b5a6-5c158e399904" providerId="ADAL" clId="{05400B33-F57A-4BE0-B728-55A99BA5F2C8}" dt="2023-06-22T19:30:58.360" v="103" actId="1035"/>
          <ac:spMkLst>
            <pc:docMk/>
            <pc:sldMk cId="2789762466" sldId="259"/>
            <ac:spMk id="7" creationId="{00000000-0000-0000-0000-000000000000}"/>
          </ac:spMkLst>
        </pc:spChg>
        <pc:spChg chg="mod">
          <ac:chgData name="Ogburn, Sarah E" userId="c40d2df0-46c9-4be9-b5a6-5c158e399904" providerId="ADAL" clId="{05400B33-F57A-4BE0-B728-55A99BA5F2C8}" dt="2023-06-22T19:31:56.381" v="118" actId="1036"/>
          <ac:spMkLst>
            <pc:docMk/>
            <pc:sldMk cId="2789762466" sldId="259"/>
            <ac:spMk id="9" creationId="{00000000-0000-0000-0000-000000000000}"/>
          </ac:spMkLst>
        </pc:spChg>
        <pc:spChg chg="mod">
          <ac:chgData name="Ogburn, Sarah E" userId="c40d2df0-46c9-4be9-b5a6-5c158e399904" providerId="ADAL" clId="{05400B33-F57A-4BE0-B728-55A99BA5F2C8}" dt="2023-06-22T19:31:18.356" v="106"/>
          <ac:spMkLst>
            <pc:docMk/>
            <pc:sldMk cId="2789762466" sldId="259"/>
            <ac:spMk id="13" creationId="{17460C71-DB9A-AE84-44CD-D08EDAB83359}"/>
          </ac:spMkLst>
        </pc:spChg>
        <pc:spChg chg="mod">
          <ac:chgData name="Ogburn, Sarah E" userId="c40d2df0-46c9-4be9-b5a6-5c158e399904" providerId="ADAL" clId="{05400B33-F57A-4BE0-B728-55A99BA5F2C8}" dt="2023-06-22T19:31:29.566" v="108" actId="208"/>
          <ac:spMkLst>
            <pc:docMk/>
            <pc:sldMk cId="2789762466" sldId="259"/>
            <ac:spMk id="14" creationId="{53DB77EA-AA3C-89FF-01E4-E1928CDC602A}"/>
          </ac:spMkLst>
        </pc:spChg>
        <pc:grpChg chg="add mod">
          <ac:chgData name="Ogburn, Sarah E" userId="c40d2df0-46c9-4be9-b5a6-5c158e399904" providerId="ADAL" clId="{05400B33-F57A-4BE0-B728-55A99BA5F2C8}" dt="2023-06-22T19:32:52.885" v="151" actId="553"/>
          <ac:grpSpMkLst>
            <pc:docMk/>
            <pc:sldMk cId="2789762466" sldId="259"/>
            <ac:grpSpMk id="8" creationId="{F0567169-2C6F-2E07-23BE-31F4A82FE333}"/>
          </ac:grpSpMkLst>
        </pc:grpChg>
        <pc:grpChg chg="mod">
          <ac:chgData name="Ogburn, Sarah E" userId="c40d2df0-46c9-4be9-b5a6-5c158e399904" providerId="ADAL" clId="{05400B33-F57A-4BE0-B728-55A99BA5F2C8}" dt="2023-06-22T19:32:03.900" v="131" actId="1036"/>
          <ac:grpSpMkLst>
            <pc:docMk/>
            <pc:sldMk cId="2789762466" sldId="259"/>
            <ac:grpSpMk id="10" creationId="{00000000-0000-0000-0000-000000000000}"/>
          </ac:grpSpMkLst>
        </pc:grpChg>
        <pc:grpChg chg="mod">
          <ac:chgData name="Ogburn, Sarah E" userId="c40d2df0-46c9-4be9-b5a6-5c158e399904" providerId="ADAL" clId="{05400B33-F57A-4BE0-B728-55A99BA5F2C8}" dt="2023-06-22T19:32:52.885" v="151" actId="553"/>
          <ac:grpSpMkLst>
            <pc:docMk/>
            <pc:sldMk cId="2789762466" sldId="259"/>
            <ac:grpSpMk id="11" creationId="{00000000-0000-0000-0000-000000000000}"/>
          </ac:grpSpMkLst>
        </pc:grpChg>
        <pc:grpChg chg="mod">
          <ac:chgData name="Ogburn, Sarah E" userId="c40d2df0-46c9-4be9-b5a6-5c158e399904" providerId="ADAL" clId="{05400B33-F57A-4BE0-B728-55A99BA5F2C8}" dt="2023-06-22T19:32:29.890" v="146" actId="555"/>
          <ac:grpSpMkLst>
            <pc:docMk/>
            <pc:sldMk cId="2789762466" sldId="259"/>
            <ac:grpSpMk id="12" creationId="{00000000-0000-0000-0000-000000000000}"/>
          </ac:grpSpMkLst>
        </pc:grpChg>
      </pc:sldChg>
      <pc:sldChg chg="modSp del">
        <pc:chgData name="Ogburn, Sarah E" userId="c40d2df0-46c9-4be9-b5a6-5c158e399904" providerId="ADAL" clId="{05400B33-F57A-4BE0-B728-55A99BA5F2C8}" dt="2023-06-23T16:48:05.668" v="318" actId="2696"/>
        <pc:sldMkLst>
          <pc:docMk/>
          <pc:sldMk cId="3383299565" sldId="260"/>
        </pc:sldMkLst>
        <pc:spChg chg="mod">
          <ac:chgData name="Ogburn, Sarah E" userId="c40d2df0-46c9-4be9-b5a6-5c158e399904" providerId="ADAL" clId="{05400B33-F57A-4BE0-B728-55A99BA5F2C8}" dt="2023-06-22T19:33:19.604" v="153" actId="1076"/>
          <ac:spMkLst>
            <pc:docMk/>
            <pc:sldMk cId="3383299565" sldId="260"/>
            <ac:spMk id="2" creationId="{00000000-0000-0000-0000-000000000000}"/>
          </ac:spMkLst>
        </pc:spChg>
        <pc:spChg chg="mod">
          <ac:chgData name="Ogburn, Sarah E" userId="c40d2df0-46c9-4be9-b5a6-5c158e399904" providerId="ADAL" clId="{05400B33-F57A-4BE0-B728-55A99BA5F2C8}" dt="2023-06-22T19:33:05.697" v="152" actId="1076"/>
          <ac:spMkLst>
            <pc:docMk/>
            <pc:sldMk cId="3383299565" sldId="260"/>
            <ac:spMk id="3"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4"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5"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6"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7"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8"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9"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10"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11"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12"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13"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14"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15"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16"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17"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18"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19" creationId="{00000000-0000-0000-0000-000000000000}"/>
          </ac:spMkLst>
        </pc:spChg>
        <pc:spChg chg="mod">
          <ac:chgData name="Ogburn, Sarah E" userId="c40d2df0-46c9-4be9-b5a6-5c158e399904" providerId="ADAL" clId="{05400B33-F57A-4BE0-B728-55A99BA5F2C8}" dt="2023-06-22T19:33:19.604" v="153" actId="1076"/>
          <ac:spMkLst>
            <pc:docMk/>
            <pc:sldMk cId="3383299565" sldId="260"/>
            <ac:spMk id="20" creationId="{00000000-0000-0000-0000-000000000000}"/>
          </ac:spMkLst>
        </pc:spChg>
        <pc:picChg chg="mod">
          <ac:chgData name="Ogburn, Sarah E" userId="c40d2df0-46c9-4be9-b5a6-5c158e399904" providerId="ADAL" clId="{05400B33-F57A-4BE0-B728-55A99BA5F2C8}" dt="2023-06-22T19:33:19.604" v="153" actId="1076"/>
          <ac:picMkLst>
            <pc:docMk/>
            <pc:sldMk cId="3383299565" sldId="260"/>
            <ac:picMk id="3075" creationId="{00000000-0000-0000-0000-000000000000}"/>
          </ac:picMkLst>
        </pc:picChg>
        <pc:picChg chg="mod">
          <ac:chgData name="Ogburn, Sarah E" userId="c40d2df0-46c9-4be9-b5a6-5c158e399904" providerId="ADAL" clId="{05400B33-F57A-4BE0-B728-55A99BA5F2C8}" dt="2023-06-22T19:33:19.604" v="153" actId="1076"/>
          <ac:picMkLst>
            <pc:docMk/>
            <pc:sldMk cId="3383299565" sldId="260"/>
            <ac:picMk id="3076" creationId="{00000000-0000-0000-0000-000000000000}"/>
          </ac:picMkLst>
        </pc:picChg>
      </pc:sldChg>
      <pc:sldChg chg="modSp mod ord">
        <pc:chgData name="Ogburn, Sarah E" userId="c40d2df0-46c9-4be9-b5a6-5c158e399904" providerId="ADAL" clId="{05400B33-F57A-4BE0-B728-55A99BA5F2C8}" dt="2023-06-23T17:32:00.319" v="711"/>
        <pc:sldMkLst>
          <pc:docMk/>
          <pc:sldMk cId="381394141" sldId="261"/>
        </pc:sldMkLst>
        <pc:spChg chg="mod">
          <ac:chgData name="Ogburn, Sarah E" userId="c40d2df0-46c9-4be9-b5a6-5c158e399904" providerId="ADAL" clId="{05400B33-F57A-4BE0-B728-55A99BA5F2C8}" dt="2023-06-22T19:33:34.684" v="187" actId="1036"/>
          <ac:spMkLst>
            <pc:docMk/>
            <pc:sldMk cId="381394141" sldId="261"/>
            <ac:spMk id="2" creationId="{00000000-0000-0000-0000-000000000000}"/>
          </ac:spMkLst>
        </pc:spChg>
        <pc:spChg chg="mod">
          <ac:chgData name="Ogburn, Sarah E" userId="c40d2df0-46c9-4be9-b5a6-5c158e399904" providerId="ADAL" clId="{05400B33-F57A-4BE0-B728-55A99BA5F2C8}" dt="2023-06-22T19:33:42.310" v="190" actId="403"/>
          <ac:spMkLst>
            <pc:docMk/>
            <pc:sldMk cId="381394141" sldId="261"/>
            <ac:spMk id="3" creationId="{00000000-0000-0000-0000-000000000000}"/>
          </ac:spMkLst>
        </pc:spChg>
        <pc:picChg chg="mod">
          <ac:chgData name="Ogburn, Sarah E" userId="c40d2df0-46c9-4be9-b5a6-5c158e399904" providerId="ADAL" clId="{05400B33-F57A-4BE0-B728-55A99BA5F2C8}" dt="2023-06-22T19:33:34.684" v="187" actId="1036"/>
          <ac:picMkLst>
            <pc:docMk/>
            <pc:sldMk cId="381394141" sldId="261"/>
            <ac:picMk id="7170" creationId="{00000000-0000-0000-0000-000000000000}"/>
          </ac:picMkLst>
        </pc:picChg>
        <pc:picChg chg="mod">
          <ac:chgData name="Ogburn, Sarah E" userId="c40d2df0-46c9-4be9-b5a6-5c158e399904" providerId="ADAL" clId="{05400B33-F57A-4BE0-B728-55A99BA5F2C8}" dt="2023-06-22T19:33:34.684" v="187" actId="1036"/>
          <ac:picMkLst>
            <pc:docMk/>
            <pc:sldMk cId="381394141" sldId="261"/>
            <ac:picMk id="7171" creationId="{00000000-0000-0000-0000-000000000000}"/>
          </ac:picMkLst>
        </pc:picChg>
        <pc:picChg chg="mod">
          <ac:chgData name="Ogburn, Sarah E" userId="c40d2df0-46c9-4be9-b5a6-5c158e399904" providerId="ADAL" clId="{05400B33-F57A-4BE0-B728-55A99BA5F2C8}" dt="2023-06-22T19:33:34.684" v="187" actId="1036"/>
          <ac:picMkLst>
            <pc:docMk/>
            <pc:sldMk cId="381394141" sldId="261"/>
            <ac:picMk id="7172" creationId="{00000000-0000-0000-0000-000000000000}"/>
          </ac:picMkLst>
        </pc:picChg>
      </pc:sldChg>
      <pc:sldChg chg="modSp mod">
        <pc:chgData name="Ogburn, Sarah E" userId="c40d2df0-46c9-4be9-b5a6-5c158e399904" providerId="ADAL" clId="{05400B33-F57A-4BE0-B728-55A99BA5F2C8}" dt="2023-06-22T19:34:03.459" v="192" actId="1076"/>
        <pc:sldMkLst>
          <pc:docMk/>
          <pc:sldMk cId="716309508" sldId="262"/>
        </pc:sldMkLst>
        <pc:spChg chg="mod">
          <ac:chgData name="Ogburn, Sarah E" userId="c40d2df0-46c9-4be9-b5a6-5c158e399904" providerId="ADAL" clId="{05400B33-F57A-4BE0-B728-55A99BA5F2C8}" dt="2023-06-22T19:34:03.459" v="192" actId="1076"/>
          <ac:spMkLst>
            <pc:docMk/>
            <pc:sldMk cId="716309508" sldId="262"/>
            <ac:spMk id="2" creationId="{00000000-0000-0000-0000-000000000000}"/>
          </ac:spMkLst>
        </pc:spChg>
        <pc:picChg chg="mod">
          <ac:chgData name="Ogburn, Sarah E" userId="c40d2df0-46c9-4be9-b5a6-5c158e399904" providerId="ADAL" clId="{05400B33-F57A-4BE0-B728-55A99BA5F2C8}" dt="2023-06-22T19:33:59.272" v="191" actId="1076"/>
          <ac:picMkLst>
            <pc:docMk/>
            <pc:sldMk cId="716309508" sldId="262"/>
            <ac:picMk id="3" creationId="{00000000-0000-0000-0000-000000000000}"/>
          </ac:picMkLst>
        </pc:picChg>
      </pc:sldChg>
      <pc:sldChg chg="modSp del mod">
        <pc:chgData name="Ogburn, Sarah E" userId="c40d2df0-46c9-4be9-b5a6-5c158e399904" providerId="ADAL" clId="{05400B33-F57A-4BE0-B728-55A99BA5F2C8}" dt="2023-06-23T16:47:59.423" v="317" actId="2696"/>
        <pc:sldMkLst>
          <pc:docMk/>
          <pc:sldMk cId="470380349" sldId="263"/>
        </pc:sldMkLst>
        <pc:spChg chg="mod">
          <ac:chgData name="Ogburn, Sarah E" userId="c40d2df0-46c9-4be9-b5a6-5c158e399904" providerId="ADAL" clId="{05400B33-F57A-4BE0-B728-55A99BA5F2C8}" dt="2023-06-22T19:34:11.465" v="193" actId="1076"/>
          <ac:spMkLst>
            <pc:docMk/>
            <pc:sldMk cId="470380349" sldId="263"/>
            <ac:spMk id="4" creationId="{00000000-0000-0000-0000-000000000000}"/>
          </ac:spMkLst>
        </pc:spChg>
        <pc:spChg chg="mod">
          <ac:chgData name="Ogburn, Sarah E" userId="c40d2df0-46c9-4be9-b5a6-5c158e399904" providerId="ADAL" clId="{05400B33-F57A-4BE0-B728-55A99BA5F2C8}" dt="2023-06-22T19:34:11.465" v="193" actId="1076"/>
          <ac:spMkLst>
            <pc:docMk/>
            <pc:sldMk cId="470380349" sldId="263"/>
            <ac:spMk id="8" creationId="{00000000-0000-0000-0000-000000000000}"/>
          </ac:spMkLst>
        </pc:spChg>
        <pc:spChg chg="mod">
          <ac:chgData name="Ogburn, Sarah E" userId="c40d2df0-46c9-4be9-b5a6-5c158e399904" providerId="ADAL" clId="{05400B33-F57A-4BE0-B728-55A99BA5F2C8}" dt="2023-06-22T19:34:11.465" v="193" actId="1076"/>
          <ac:spMkLst>
            <pc:docMk/>
            <pc:sldMk cId="470380349" sldId="263"/>
            <ac:spMk id="9" creationId="{00000000-0000-0000-0000-000000000000}"/>
          </ac:spMkLst>
        </pc:spChg>
        <pc:spChg chg="mod">
          <ac:chgData name="Ogburn, Sarah E" userId="c40d2df0-46c9-4be9-b5a6-5c158e399904" providerId="ADAL" clId="{05400B33-F57A-4BE0-B728-55A99BA5F2C8}" dt="2023-06-22T19:34:15.480" v="194" actId="1076"/>
          <ac:spMkLst>
            <pc:docMk/>
            <pc:sldMk cId="470380349" sldId="263"/>
            <ac:spMk id="12" creationId="{00000000-0000-0000-0000-000000000000}"/>
          </ac:spMkLst>
        </pc:spChg>
        <pc:spChg chg="mod">
          <ac:chgData name="Ogburn, Sarah E" userId="c40d2df0-46c9-4be9-b5a6-5c158e399904" providerId="ADAL" clId="{05400B33-F57A-4BE0-B728-55A99BA5F2C8}" dt="2023-06-22T19:34:11.465" v="193" actId="1076"/>
          <ac:spMkLst>
            <pc:docMk/>
            <pc:sldMk cId="470380349" sldId="263"/>
            <ac:spMk id="13" creationId="{00000000-0000-0000-0000-000000000000}"/>
          </ac:spMkLst>
        </pc:spChg>
        <pc:spChg chg="mod">
          <ac:chgData name="Ogburn, Sarah E" userId="c40d2df0-46c9-4be9-b5a6-5c158e399904" providerId="ADAL" clId="{05400B33-F57A-4BE0-B728-55A99BA5F2C8}" dt="2023-06-22T19:34:11.465" v="193" actId="1076"/>
          <ac:spMkLst>
            <pc:docMk/>
            <pc:sldMk cId="470380349" sldId="263"/>
            <ac:spMk id="15" creationId="{00000000-0000-0000-0000-000000000000}"/>
          </ac:spMkLst>
        </pc:spChg>
        <pc:spChg chg="mod">
          <ac:chgData name="Ogburn, Sarah E" userId="c40d2df0-46c9-4be9-b5a6-5c158e399904" providerId="ADAL" clId="{05400B33-F57A-4BE0-B728-55A99BA5F2C8}" dt="2023-06-22T19:34:11.465" v="193" actId="1076"/>
          <ac:spMkLst>
            <pc:docMk/>
            <pc:sldMk cId="470380349" sldId="263"/>
            <ac:spMk id="16" creationId="{00000000-0000-0000-0000-000000000000}"/>
          </ac:spMkLst>
        </pc:spChg>
        <pc:spChg chg="mod">
          <ac:chgData name="Ogburn, Sarah E" userId="c40d2df0-46c9-4be9-b5a6-5c158e399904" providerId="ADAL" clId="{05400B33-F57A-4BE0-B728-55A99BA5F2C8}" dt="2023-06-22T19:34:11.465" v="193" actId="1076"/>
          <ac:spMkLst>
            <pc:docMk/>
            <pc:sldMk cId="470380349" sldId="263"/>
            <ac:spMk id="17" creationId="{00000000-0000-0000-0000-000000000000}"/>
          </ac:spMkLst>
        </pc:spChg>
        <pc:spChg chg="mod">
          <ac:chgData name="Ogburn, Sarah E" userId="c40d2df0-46c9-4be9-b5a6-5c158e399904" providerId="ADAL" clId="{05400B33-F57A-4BE0-B728-55A99BA5F2C8}" dt="2023-06-22T19:34:11.465" v="193" actId="1076"/>
          <ac:spMkLst>
            <pc:docMk/>
            <pc:sldMk cId="470380349" sldId="263"/>
            <ac:spMk id="18" creationId="{00000000-0000-0000-0000-000000000000}"/>
          </ac:spMkLst>
        </pc:spChg>
        <pc:spChg chg="mod">
          <ac:chgData name="Ogburn, Sarah E" userId="c40d2df0-46c9-4be9-b5a6-5c158e399904" providerId="ADAL" clId="{05400B33-F57A-4BE0-B728-55A99BA5F2C8}" dt="2023-06-22T19:34:11.465" v="193" actId="1076"/>
          <ac:spMkLst>
            <pc:docMk/>
            <pc:sldMk cId="470380349" sldId="263"/>
            <ac:spMk id="19" creationId="{00000000-0000-0000-0000-000000000000}"/>
          </ac:spMkLst>
        </pc:spChg>
        <pc:cxnChg chg="mod">
          <ac:chgData name="Ogburn, Sarah E" userId="c40d2df0-46c9-4be9-b5a6-5c158e399904" providerId="ADAL" clId="{05400B33-F57A-4BE0-B728-55A99BA5F2C8}" dt="2023-06-22T19:34:11.465" v="193" actId="1076"/>
          <ac:cxnSpMkLst>
            <pc:docMk/>
            <pc:sldMk cId="470380349" sldId="263"/>
            <ac:cxnSpMk id="6" creationId="{00000000-0000-0000-0000-000000000000}"/>
          </ac:cxnSpMkLst>
        </pc:cxnChg>
      </pc:sldChg>
      <pc:sldChg chg="addSp delSp modSp mod modClrScheme chgLayout">
        <pc:chgData name="Ogburn, Sarah E" userId="c40d2df0-46c9-4be9-b5a6-5c158e399904" providerId="ADAL" clId="{05400B33-F57A-4BE0-B728-55A99BA5F2C8}" dt="2023-06-22T19:30:13.135" v="30" actId="14100"/>
        <pc:sldMkLst>
          <pc:docMk/>
          <pc:sldMk cId="121811507" sldId="266"/>
        </pc:sldMkLst>
        <pc:spChg chg="mod ord">
          <ac:chgData name="Ogburn, Sarah E" userId="c40d2df0-46c9-4be9-b5a6-5c158e399904" providerId="ADAL" clId="{05400B33-F57A-4BE0-B728-55A99BA5F2C8}" dt="2023-06-22T19:30:04.566" v="27" actId="1076"/>
          <ac:spMkLst>
            <pc:docMk/>
            <pc:sldMk cId="121811507" sldId="266"/>
            <ac:spMk id="2" creationId="{00000000-0000-0000-0000-000000000000}"/>
          </ac:spMkLst>
        </pc:spChg>
        <pc:spChg chg="mod">
          <ac:chgData name="Ogburn, Sarah E" userId="c40d2df0-46c9-4be9-b5a6-5c158e399904" providerId="ADAL" clId="{05400B33-F57A-4BE0-B728-55A99BA5F2C8}" dt="2023-06-22T19:24:15.102" v="6" actId="1076"/>
          <ac:spMkLst>
            <pc:docMk/>
            <pc:sldMk cId="121811507" sldId="266"/>
            <ac:spMk id="3" creationId="{00000000-0000-0000-0000-000000000000}"/>
          </ac:spMkLst>
        </pc:spChg>
        <pc:spChg chg="add del mod ord">
          <ac:chgData name="Ogburn, Sarah E" userId="c40d2df0-46c9-4be9-b5a6-5c158e399904" providerId="ADAL" clId="{05400B33-F57A-4BE0-B728-55A99BA5F2C8}" dt="2023-06-22T19:29:00.556" v="14" actId="478"/>
          <ac:spMkLst>
            <pc:docMk/>
            <pc:sldMk cId="121811507" sldId="266"/>
            <ac:spMk id="4" creationId="{0929F79C-60D3-E354-DDF3-24402778A7F1}"/>
          </ac:spMkLst>
        </pc:spChg>
        <pc:spChg chg="mod">
          <ac:chgData name="Ogburn, Sarah E" userId="c40d2df0-46c9-4be9-b5a6-5c158e399904" providerId="ADAL" clId="{05400B33-F57A-4BE0-B728-55A99BA5F2C8}" dt="2023-06-22T19:24:15.102" v="6" actId="1076"/>
          <ac:spMkLst>
            <pc:docMk/>
            <pc:sldMk cId="121811507" sldId="266"/>
            <ac:spMk id="5" creationId="{00000000-0000-0000-0000-000000000000}"/>
          </ac:spMkLst>
        </pc:spChg>
        <pc:spChg chg="mod">
          <ac:chgData name="Ogburn, Sarah E" userId="c40d2df0-46c9-4be9-b5a6-5c158e399904" providerId="ADAL" clId="{05400B33-F57A-4BE0-B728-55A99BA5F2C8}" dt="2023-06-22T19:24:15.102" v="6" actId="1076"/>
          <ac:spMkLst>
            <pc:docMk/>
            <pc:sldMk cId="121811507" sldId="266"/>
            <ac:spMk id="6" creationId="{00000000-0000-0000-0000-000000000000}"/>
          </ac:spMkLst>
        </pc:spChg>
        <pc:spChg chg="mod">
          <ac:chgData name="Ogburn, Sarah E" userId="c40d2df0-46c9-4be9-b5a6-5c158e399904" providerId="ADAL" clId="{05400B33-F57A-4BE0-B728-55A99BA5F2C8}" dt="2023-06-22T19:30:13.135" v="30" actId="14100"/>
          <ac:spMkLst>
            <pc:docMk/>
            <pc:sldMk cId="121811507" sldId="266"/>
            <ac:spMk id="8" creationId="{00000000-0000-0000-0000-000000000000}"/>
          </ac:spMkLst>
        </pc:spChg>
      </pc:sldChg>
      <pc:sldChg chg="modSp mod">
        <pc:chgData name="Ogburn, Sarah E" userId="c40d2df0-46c9-4be9-b5a6-5c158e399904" providerId="ADAL" clId="{05400B33-F57A-4BE0-B728-55A99BA5F2C8}" dt="2023-06-23T16:40:45.660" v="305" actId="1076"/>
        <pc:sldMkLst>
          <pc:docMk/>
          <pc:sldMk cId="1804998734" sldId="267"/>
        </pc:sldMkLst>
        <pc:spChg chg="mod">
          <ac:chgData name="Ogburn, Sarah E" userId="c40d2df0-46c9-4be9-b5a6-5c158e399904" providerId="ADAL" clId="{05400B33-F57A-4BE0-B728-55A99BA5F2C8}" dt="2023-06-23T16:40:45.660" v="305" actId="1076"/>
          <ac:spMkLst>
            <pc:docMk/>
            <pc:sldMk cId="1804998734" sldId="267"/>
            <ac:spMk id="2" creationId="{00000000-0000-0000-0000-000000000000}"/>
          </ac:spMkLst>
        </pc:spChg>
        <pc:spChg chg="mod">
          <ac:chgData name="Ogburn, Sarah E" userId="c40d2df0-46c9-4be9-b5a6-5c158e399904" providerId="ADAL" clId="{05400B33-F57A-4BE0-B728-55A99BA5F2C8}" dt="2023-06-23T16:40:45.660" v="305" actId="1076"/>
          <ac:spMkLst>
            <pc:docMk/>
            <pc:sldMk cId="1804998734" sldId="267"/>
            <ac:spMk id="6" creationId="{00000000-0000-0000-0000-000000000000}"/>
          </ac:spMkLst>
        </pc:spChg>
        <pc:spChg chg="mod">
          <ac:chgData name="Ogburn, Sarah E" userId="c40d2df0-46c9-4be9-b5a6-5c158e399904" providerId="ADAL" clId="{05400B33-F57A-4BE0-B728-55A99BA5F2C8}" dt="2023-06-23T16:40:27.249" v="303" actId="1076"/>
          <ac:spMkLst>
            <pc:docMk/>
            <pc:sldMk cId="1804998734" sldId="267"/>
            <ac:spMk id="22532" creationId="{00000000-0000-0000-0000-000000000000}"/>
          </ac:spMkLst>
        </pc:spChg>
      </pc:sldChg>
      <pc:sldChg chg="delSp modSp mod ord">
        <pc:chgData name="Ogburn, Sarah E" userId="c40d2df0-46c9-4be9-b5a6-5c158e399904" providerId="ADAL" clId="{05400B33-F57A-4BE0-B728-55A99BA5F2C8}" dt="2023-06-23T17:33:13.291" v="717"/>
        <pc:sldMkLst>
          <pc:docMk/>
          <pc:sldMk cId="3483980381" sldId="269"/>
        </pc:sldMkLst>
        <pc:spChg chg="del mod">
          <ac:chgData name="Ogburn, Sarah E" userId="c40d2df0-46c9-4be9-b5a6-5c158e399904" providerId="ADAL" clId="{05400B33-F57A-4BE0-B728-55A99BA5F2C8}" dt="2023-06-23T17:32:39.936" v="713" actId="478"/>
          <ac:spMkLst>
            <pc:docMk/>
            <pc:sldMk cId="3483980381" sldId="269"/>
            <ac:spMk id="4" creationId="{858E1FE3-30BF-46B2-8AA1-37D2F3AC636F}"/>
          </ac:spMkLst>
        </pc:spChg>
      </pc:sldChg>
      <pc:sldChg chg="del">
        <pc:chgData name="Ogburn, Sarah E" userId="c40d2df0-46c9-4be9-b5a6-5c158e399904" providerId="ADAL" clId="{05400B33-F57A-4BE0-B728-55A99BA5F2C8}" dt="2023-06-23T17:33:39.179" v="719" actId="2696"/>
        <pc:sldMkLst>
          <pc:docMk/>
          <pc:sldMk cId="1703582798" sldId="270"/>
        </pc:sldMkLst>
      </pc:sldChg>
      <pc:sldChg chg="modSp mod">
        <pc:chgData name="Ogburn, Sarah E" userId="c40d2df0-46c9-4be9-b5a6-5c158e399904" providerId="ADAL" clId="{05400B33-F57A-4BE0-B728-55A99BA5F2C8}" dt="2023-06-23T16:41:02.914" v="306" actId="14100"/>
        <pc:sldMkLst>
          <pc:docMk/>
          <pc:sldMk cId="4015203131" sldId="273"/>
        </pc:sldMkLst>
        <pc:picChg chg="mod">
          <ac:chgData name="Ogburn, Sarah E" userId="c40d2df0-46c9-4be9-b5a6-5c158e399904" providerId="ADAL" clId="{05400B33-F57A-4BE0-B728-55A99BA5F2C8}" dt="2023-06-23T16:41:02.914" v="306" actId="14100"/>
          <ac:picMkLst>
            <pc:docMk/>
            <pc:sldMk cId="4015203131" sldId="273"/>
            <ac:picMk id="4" creationId="{00000000-0000-0000-0000-000000000000}"/>
          </ac:picMkLst>
        </pc:picChg>
      </pc:sldChg>
      <pc:sldChg chg="addSp modSp mod">
        <pc:chgData name="Ogburn, Sarah E" userId="c40d2df0-46c9-4be9-b5a6-5c158e399904" providerId="ADAL" clId="{05400B33-F57A-4BE0-B728-55A99BA5F2C8}" dt="2023-06-22T19:42:32.061" v="264" actId="1076"/>
        <pc:sldMkLst>
          <pc:docMk/>
          <pc:sldMk cId="3520978505" sldId="274"/>
        </pc:sldMkLst>
        <pc:spChg chg="add mod">
          <ac:chgData name="Ogburn, Sarah E" userId="c40d2df0-46c9-4be9-b5a6-5c158e399904" providerId="ADAL" clId="{05400B33-F57A-4BE0-B728-55A99BA5F2C8}" dt="2023-06-22T19:42:32.061" v="264" actId="1076"/>
          <ac:spMkLst>
            <pc:docMk/>
            <pc:sldMk cId="3520978505" sldId="274"/>
            <ac:spMk id="4" creationId="{78F5A4F8-9DCC-2357-9691-8420E98B0CED}"/>
          </ac:spMkLst>
        </pc:spChg>
        <pc:picChg chg="mod">
          <ac:chgData name="Ogburn, Sarah E" userId="c40d2df0-46c9-4be9-b5a6-5c158e399904" providerId="ADAL" clId="{05400B33-F57A-4BE0-B728-55A99BA5F2C8}" dt="2023-06-22T19:42:17.277" v="260" actId="1076"/>
          <ac:picMkLst>
            <pc:docMk/>
            <pc:sldMk cId="3520978505" sldId="274"/>
            <ac:picMk id="17410" creationId="{00000000-0000-0000-0000-000000000000}"/>
          </ac:picMkLst>
        </pc:picChg>
      </pc:sldChg>
      <pc:sldChg chg="modSp del mod ord">
        <pc:chgData name="Ogburn, Sarah E" userId="c40d2df0-46c9-4be9-b5a6-5c158e399904" providerId="ADAL" clId="{05400B33-F57A-4BE0-B728-55A99BA5F2C8}" dt="2023-06-23T16:39:33.532" v="293" actId="2696"/>
        <pc:sldMkLst>
          <pc:docMk/>
          <pc:sldMk cId="3075536487" sldId="278"/>
        </pc:sldMkLst>
        <pc:spChg chg="mod">
          <ac:chgData name="Ogburn, Sarah E" userId="c40d2df0-46c9-4be9-b5a6-5c158e399904" providerId="ADAL" clId="{05400B33-F57A-4BE0-B728-55A99BA5F2C8}" dt="2023-06-22T19:34:38.315" v="198" actId="1076"/>
          <ac:spMkLst>
            <pc:docMk/>
            <pc:sldMk cId="3075536487" sldId="278"/>
            <ac:spMk id="3" creationId="{00000000-0000-0000-0000-000000000000}"/>
          </ac:spMkLst>
        </pc:spChg>
        <pc:spChg chg="mod">
          <ac:chgData name="Ogburn, Sarah E" userId="c40d2df0-46c9-4be9-b5a6-5c158e399904" providerId="ADAL" clId="{05400B33-F57A-4BE0-B728-55A99BA5F2C8}" dt="2023-06-22T19:52:38.470" v="292" actId="1036"/>
          <ac:spMkLst>
            <pc:docMk/>
            <pc:sldMk cId="3075536487" sldId="278"/>
            <ac:spMk id="6" creationId="{00000000-0000-0000-0000-000000000000}"/>
          </ac:spMkLst>
        </pc:spChg>
        <pc:picChg chg="mod">
          <ac:chgData name="Ogburn, Sarah E" userId="c40d2df0-46c9-4be9-b5a6-5c158e399904" providerId="ADAL" clId="{05400B33-F57A-4BE0-B728-55A99BA5F2C8}" dt="2023-06-22T19:52:38.470" v="292" actId="1036"/>
          <ac:picMkLst>
            <pc:docMk/>
            <pc:sldMk cId="3075536487" sldId="278"/>
            <ac:picMk id="2" creationId="{00000000-0000-0000-0000-000000000000}"/>
          </ac:picMkLst>
        </pc:picChg>
      </pc:sldChg>
      <pc:sldChg chg="modSp del">
        <pc:chgData name="Ogburn, Sarah E" userId="c40d2df0-46c9-4be9-b5a6-5c158e399904" providerId="ADAL" clId="{05400B33-F57A-4BE0-B728-55A99BA5F2C8}" dt="2023-06-23T21:43:32.654" v="1044" actId="2696"/>
        <pc:sldMkLst>
          <pc:docMk/>
          <pc:sldMk cId="2847300379" sldId="283"/>
        </pc:sldMkLst>
        <pc:spChg chg="mod">
          <ac:chgData name="Ogburn, Sarah E" userId="c40d2df0-46c9-4be9-b5a6-5c158e399904" providerId="ADAL" clId="{05400B33-F57A-4BE0-B728-55A99BA5F2C8}" dt="2023-06-23T17:34:53.229" v="721" actId="1076"/>
          <ac:spMkLst>
            <pc:docMk/>
            <pc:sldMk cId="2847300379" sldId="283"/>
            <ac:spMk id="2" creationId="{00000000-0000-0000-0000-000000000000}"/>
          </ac:spMkLst>
        </pc:spChg>
      </pc:sldChg>
      <pc:sldChg chg="addSp modSp mod">
        <pc:chgData name="Ogburn, Sarah E" userId="c40d2df0-46c9-4be9-b5a6-5c158e399904" providerId="ADAL" clId="{05400B33-F57A-4BE0-B728-55A99BA5F2C8}" dt="2023-06-23T16:53:09.364" v="471" actId="1076"/>
        <pc:sldMkLst>
          <pc:docMk/>
          <pc:sldMk cId="2821153153" sldId="284"/>
        </pc:sldMkLst>
        <pc:spChg chg="mod">
          <ac:chgData name="Ogburn, Sarah E" userId="c40d2df0-46c9-4be9-b5a6-5c158e399904" providerId="ADAL" clId="{05400B33-F57A-4BE0-B728-55A99BA5F2C8}" dt="2023-06-23T16:50:54.972" v="441" actId="1038"/>
          <ac:spMkLst>
            <pc:docMk/>
            <pc:sldMk cId="2821153153" sldId="284"/>
            <ac:spMk id="2" creationId="{00000000-0000-0000-0000-000000000000}"/>
          </ac:spMkLst>
        </pc:spChg>
        <pc:spChg chg="mod">
          <ac:chgData name="Ogburn, Sarah E" userId="c40d2df0-46c9-4be9-b5a6-5c158e399904" providerId="ADAL" clId="{05400B33-F57A-4BE0-B728-55A99BA5F2C8}" dt="2023-06-23T16:53:09.364" v="471" actId="1076"/>
          <ac:spMkLst>
            <pc:docMk/>
            <pc:sldMk cId="2821153153" sldId="284"/>
            <ac:spMk id="3" creationId="{00000000-0000-0000-0000-000000000000}"/>
          </ac:spMkLst>
        </pc:spChg>
        <pc:spChg chg="add mod">
          <ac:chgData name="Ogburn, Sarah E" userId="c40d2df0-46c9-4be9-b5a6-5c158e399904" providerId="ADAL" clId="{05400B33-F57A-4BE0-B728-55A99BA5F2C8}" dt="2023-06-23T16:51:22.504" v="449" actId="14100"/>
          <ac:spMkLst>
            <pc:docMk/>
            <pc:sldMk cId="2821153153" sldId="284"/>
            <ac:spMk id="5" creationId="{D6915854-9F8E-0412-586F-42960DAFA6D6}"/>
          </ac:spMkLst>
        </pc:spChg>
        <pc:picChg chg="mod">
          <ac:chgData name="Ogburn, Sarah E" userId="c40d2df0-46c9-4be9-b5a6-5c158e399904" providerId="ADAL" clId="{05400B33-F57A-4BE0-B728-55A99BA5F2C8}" dt="2023-06-23T16:50:54.972" v="441" actId="1038"/>
          <ac:picMkLst>
            <pc:docMk/>
            <pc:sldMk cId="2821153153" sldId="284"/>
            <ac:picMk id="12291" creationId="{00000000-0000-0000-0000-000000000000}"/>
          </ac:picMkLst>
        </pc:picChg>
        <pc:picChg chg="mod">
          <ac:chgData name="Ogburn, Sarah E" userId="c40d2df0-46c9-4be9-b5a6-5c158e399904" providerId="ADAL" clId="{05400B33-F57A-4BE0-B728-55A99BA5F2C8}" dt="2023-06-23T16:50:54.972" v="441" actId="1038"/>
          <ac:picMkLst>
            <pc:docMk/>
            <pc:sldMk cId="2821153153" sldId="284"/>
            <ac:picMk id="12292" creationId="{00000000-0000-0000-0000-000000000000}"/>
          </ac:picMkLst>
        </pc:picChg>
      </pc:sldChg>
      <pc:sldChg chg="del">
        <pc:chgData name="Ogburn, Sarah E" userId="c40d2df0-46c9-4be9-b5a6-5c158e399904" providerId="ADAL" clId="{05400B33-F57A-4BE0-B728-55A99BA5F2C8}" dt="2023-06-23T16:51:28.216" v="450" actId="2696"/>
        <pc:sldMkLst>
          <pc:docMk/>
          <pc:sldMk cId="2031585341" sldId="285"/>
        </pc:sldMkLst>
      </pc:sldChg>
      <pc:sldChg chg="addSp delSp modSp mod ord">
        <pc:chgData name="Ogburn, Sarah E" userId="c40d2df0-46c9-4be9-b5a6-5c158e399904" providerId="ADAL" clId="{05400B33-F57A-4BE0-B728-55A99BA5F2C8}" dt="2023-06-23T21:45:24.950" v="1071"/>
        <pc:sldMkLst>
          <pc:docMk/>
          <pc:sldMk cId="3172257097" sldId="286"/>
        </pc:sldMkLst>
        <pc:spChg chg="del mod">
          <ac:chgData name="Ogburn, Sarah E" userId="c40d2df0-46c9-4be9-b5a6-5c158e399904" providerId="ADAL" clId="{05400B33-F57A-4BE0-B728-55A99BA5F2C8}" dt="2023-06-23T21:43:39.769" v="1045" actId="478"/>
          <ac:spMkLst>
            <pc:docMk/>
            <pc:sldMk cId="3172257097" sldId="286"/>
            <ac:spMk id="2" creationId="{00000000-0000-0000-0000-000000000000}"/>
          </ac:spMkLst>
        </pc:spChg>
        <pc:spChg chg="del mod">
          <ac:chgData name="Ogburn, Sarah E" userId="c40d2df0-46c9-4be9-b5a6-5c158e399904" providerId="ADAL" clId="{05400B33-F57A-4BE0-B728-55A99BA5F2C8}" dt="2023-06-23T21:43:49.907" v="1048" actId="478"/>
          <ac:spMkLst>
            <pc:docMk/>
            <pc:sldMk cId="3172257097" sldId="286"/>
            <ac:spMk id="3" creationId="{00000000-0000-0000-0000-000000000000}"/>
          </ac:spMkLst>
        </pc:spChg>
        <pc:spChg chg="add del mod">
          <ac:chgData name="Ogburn, Sarah E" userId="c40d2df0-46c9-4be9-b5a6-5c158e399904" providerId="ADAL" clId="{05400B33-F57A-4BE0-B728-55A99BA5F2C8}" dt="2023-06-23T21:43:46.619" v="1047" actId="478"/>
          <ac:spMkLst>
            <pc:docMk/>
            <pc:sldMk cId="3172257097" sldId="286"/>
            <ac:spMk id="4" creationId="{38F76F3B-CBF1-1297-EF30-63675E397358}"/>
          </ac:spMkLst>
        </pc:spChg>
        <pc:spChg chg="add del mod">
          <ac:chgData name="Ogburn, Sarah E" userId="c40d2df0-46c9-4be9-b5a6-5c158e399904" providerId="ADAL" clId="{05400B33-F57A-4BE0-B728-55A99BA5F2C8}" dt="2023-06-23T21:43:52.740" v="1049" actId="478"/>
          <ac:spMkLst>
            <pc:docMk/>
            <pc:sldMk cId="3172257097" sldId="286"/>
            <ac:spMk id="5" creationId="{59F69570-EBD4-88E1-DE32-2F330EF85DDE}"/>
          </ac:spMkLst>
        </pc:spChg>
        <pc:spChg chg="mod">
          <ac:chgData name="Ogburn, Sarah E" userId="c40d2df0-46c9-4be9-b5a6-5c158e399904" providerId="ADAL" clId="{05400B33-F57A-4BE0-B728-55A99BA5F2C8}" dt="2023-06-23T21:42:21.396" v="944" actId="1076"/>
          <ac:spMkLst>
            <pc:docMk/>
            <pc:sldMk cId="3172257097" sldId="286"/>
            <ac:spMk id="6" creationId="{00000000-0000-0000-0000-000000000000}"/>
          </ac:spMkLst>
        </pc:spChg>
        <pc:spChg chg="del mod">
          <ac:chgData name="Ogburn, Sarah E" userId="c40d2df0-46c9-4be9-b5a6-5c158e399904" providerId="ADAL" clId="{05400B33-F57A-4BE0-B728-55A99BA5F2C8}" dt="2023-06-23T21:43:43.702" v="1046" actId="478"/>
          <ac:spMkLst>
            <pc:docMk/>
            <pc:sldMk cId="3172257097" sldId="286"/>
            <ac:spMk id="7" creationId="{00000000-0000-0000-0000-000000000000}"/>
          </ac:spMkLst>
        </pc:spChg>
        <pc:spChg chg="add del mod">
          <ac:chgData name="Ogburn, Sarah E" userId="c40d2df0-46c9-4be9-b5a6-5c158e399904" providerId="ADAL" clId="{05400B33-F57A-4BE0-B728-55A99BA5F2C8}" dt="2023-06-23T21:44:05.963" v="1053" actId="478"/>
          <ac:spMkLst>
            <pc:docMk/>
            <pc:sldMk cId="3172257097" sldId="286"/>
            <ac:spMk id="8" creationId="{9DEB6596-9DAF-8C4B-5023-DD763ED31D33}"/>
          </ac:spMkLst>
        </pc:spChg>
        <pc:spChg chg="add del mod">
          <ac:chgData name="Ogburn, Sarah E" userId="c40d2df0-46c9-4be9-b5a6-5c158e399904" providerId="ADAL" clId="{05400B33-F57A-4BE0-B728-55A99BA5F2C8}" dt="2023-06-23T21:45:24.061" v="1070" actId="478"/>
          <ac:spMkLst>
            <pc:docMk/>
            <pc:sldMk cId="3172257097" sldId="286"/>
            <ac:spMk id="9" creationId="{D5CE3F45-3485-BFC4-60B7-8DE9D3FEF109}"/>
          </ac:spMkLst>
        </pc:spChg>
        <pc:spChg chg="del mod">
          <ac:chgData name="Ogburn, Sarah E" userId="c40d2df0-46c9-4be9-b5a6-5c158e399904" providerId="ADAL" clId="{05400B33-F57A-4BE0-B728-55A99BA5F2C8}" dt="2023-06-23T21:43:54.905" v="1050" actId="478"/>
          <ac:spMkLst>
            <pc:docMk/>
            <pc:sldMk cId="3172257097" sldId="286"/>
            <ac:spMk id="10" creationId="{00000000-0000-0000-0000-000000000000}"/>
          </ac:spMkLst>
        </pc:spChg>
        <pc:spChg chg="add mod">
          <ac:chgData name="Ogburn, Sarah E" userId="c40d2df0-46c9-4be9-b5a6-5c158e399904" providerId="ADAL" clId="{05400B33-F57A-4BE0-B728-55A99BA5F2C8}" dt="2023-06-23T21:45:24.950" v="1071"/>
          <ac:spMkLst>
            <pc:docMk/>
            <pc:sldMk cId="3172257097" sldId="286"/>
            <ac:spMk id="11" creationId="{234AEC29-BE0F-DA48-D1E3-183E34649562}"/>
          </ac:spMkLst>
        </pc:spChg>
        <pc:picChg chg="del mod">
          <ac:chgData name="Ogburn, Sarah E" userId="c40d2df0-46c9-4be9-b5a6-5c158e399904" providerId="ADAL" clId="{05400B33-F57A-4BE0-B728-55A99BA5F2C8}" dt="2023-06-23T21:44:03.158" v="1052" actId="478"/>
          <ac:picMkLst>
            <pc:docMk/>
            <pc:sldMk cId="3172257097" sldId="286"/>
            <ac:picMk id="19458" creationId="{00000000-0000-0000-0000-000000000000}"/>
          </ac:picMkLst>
        </pc:picChg>
        <pc:picChg chg="mod">
          <ac:chgData name="Ogburn, Sarah E" userId="c40d2df0-46c9-4be9-b5a6-5c158e399904" providerId="ADAL" clId="{05400B33-F57A-4BE0-B728-55A99BA5F2C8}" dt="2023-06-23T21:44:13.304" v="1056" actId="1076"/>
          <ac:picMkLst>
            <pc:docMk/>
            <pc:sldMk cId="3172257097" sldId="286"/>
            <ac:picMk id="19459" creationId="{00000000-0000-0000-0000-000000000000}"/>
          </ac:picMkLst>
        </pc:picChg>
      </pc:sldChg>
      <pc:sldChg chg="modSp mod ord">
        <pc:chgData name="Ogburn, Sarah E" userId="c40d2df0-46c9-4be9-b5a6-5c158e399904" providerId="ADAL" clId="{05400B33-F57A-4BE0-B728-55A99BA5F2C8}" dt="2023-06-23T16:53:03.865" v="470" actId="1076"/>
        <pc:sldMkLst>
          <pc:docMk/>
          <pc:sldMk cId="2005951018" sldId="287"/>
        </pc:sldMkLst>
        <pc:spChg chg="mod">
          <ac:chgData name="Ogburn, Sarah E" userId="c40d2df0-46c9-4be9-b5a6-5c158e399904" providerId="ADAL" clId="{05400B33-F57A-4BE0-B728-55A99BA5F2C8}" dt="2023-06-23T16:53:03.865" v="470" actId="1076"/>
          <ac:spMkLst>
            <pc:docMk/>
            <pc:sldMk cId="2005951018" sldId="287"/>
            <ac:spMk id="3" creationId="{00000000-0000-0000-0000-000000000000}"/>
          </ac:spMkLst>
        </pc:spChg>
        <pc:spChg chg="mod">
          <ac:chgData name="Ogburn, Sarah E" userId="c40d2df0-46c9-4be9-b5a6-5c158e399904" providerId="ADAL" clId="{05400B33-F57A-4BE0-B728-55A99BA5F2C8}" dt="2023-06-23T16:52:59.469" v="469" actId="1076"/>
          <ac:spMkLst>
            <pc:docMk/>
            <pc:sldMk cId="2005951018" sldId="287"/>
            <ac:spMk id="5" creationId="{00000000-0000-0000-0000-000000000000}"/>
          </ac:spMkLst>
        </pc:spChg>
        <pc:picChg chg="mod">
          <ac:chgData name="Ogburn, Sarah E" userId="c40d2df0-46c9-4be9-b5a6-5c158e399904" providerId="ADAL" clId="{05400B33-F57A-4BE0-B728-55A99BA5F2C8}" dt="2023-06-23T16:51:53.234" v="458" actId="1076"/>
          <ac:picMkLst>
            <pc:docMk/>
            <pc:sldMk cId="2005951018" sldId="287"/>
            <ac:picMk id="12291" creationId="{00000000-0000-0000-0000-000000000000}"/>
          </ac:picMkLst>
        </pc:picChg>
      </pc:sldChg>
      <pc:sldChg chg="addSp delSp modSp mod">
        <pc:chgData name="Ogburn, Sarah E" userId="c40d2df0-46c9-4be9-b5a6-5c158e399904" providerId="ADAL" clId="{05400B33-F57A-4BE0-B728-55A99BA5F2C8}" dt="2023-06-23T19:46:32.952" v="765" actId="1076"/>
        <pc:sldMkLst>
          <pc:docMk/>
          <pc:sldMk cId="561686059" sldId="305"/>
        </pc:sldMkLst>
        <pc:spChg chg="add mod">
          <ac:chgData name="Ogburn, Sarah E" userId="c40d2df0-46c9-4be9-b5a6-5c158e399904" providerId="ADAL" clId="{05400B33-F57A-4BE0-B728-55A99BA5F2C8}" dt="2023-06-23T17:39:06.545" v="741" actId="1076"/>
          <ac:spMkLst>
            <pc:docMk/>
            <pc:sldMk cId="561686059" sldId="305"/>
            <ac:spMk id="4" creationId="{EF3A9299-12EB-6329-9C81-B9EBEDA77BF8}"/>
          </ac:spMkLst>
        </pc:spChg>
        <pc:spChg chg="add del mod">
          <ac:chgData name="Ogburn, Sarah E" userId="c40d2df0-46c9-4be9-b5a6-5c158e399904" providerId="ADAL" clId="{05400B33-F57A-4BE0-B728-55A99BA5F2C8}" dt="2023-06-23T19:45:45.856" v="755" actId="478"/>
          <ac:spMkLst>
            <pc:docMk/>
            <pc:sldMk cId="561686059" sldId="305"/>
            <ac:spMk id="10" creationId="{AAD8A187-1CC9-CBB7-491B-E45D4F5A17CD}"/>
          </ac:spMkLst>
        </pc:spChg>
        <pc:spChg chg="add mod topLvl">
          <ac:chgData name="Ogburn, Sarah E" userId="c40d2df0-46c9-4be9-b5a6-5c158e399904" providerId="ADAL" clId="{05400B33-F57A-4BE0-B728-55A99BA5F2C8}" dt="2023-06-23T19:46:23.421" v="764" actId="403"/>
          <ac:spMkLst>
            <pc:docMk/>
            <pc:sldMk cId="561686059" sldId="305"/>
            <ac:spMk id="11" creationId="{D83B0647-58D9-046F-CEC7-92D22714902E}"/>
          </ac:spMkLst>
        </pc:spChg>
        <pc:spChg chg="add del mod topLvl">
          <ac:chgData name="Ogburn, Sarah E" userId="c40d2df0-46c9-4be9-b5a6-5c158e399904" providerId="ADAL" clId="{05400B33-F57A-4BE0-B728-55A99BA5F2C8}" dt="2023-06-23T19:46:05.912" v="759" actId="478"/>
          <ac:spMkLst>
            <pc:docMk/>
            <pc:sldMk cId="561686059" sldId="305"/>
            <ac:spMk id="12" creationId="{51106EE6-D086-9BEF-3E8D-38E3652DB1CC}"/>
          </ac:spMkLst>
        </pc:spChg>
        <pc:spChg chg="add del mod">
          <ac:chgData name="Ogburn, Sarah E" userId="c40d2df0-46c9-4be9-b5a6-5c158e399904" providerId="ADAL" clId="{05400B33-F57A-4BE0-B728-55A99BA5F2C8}" dt="2023-06-23T19:45:45.856" v="755" actId="478"/>
          <ac:spMkLst>
            <pc:docMk/>
            <pc:sldMk cId="561686059" sldId="305"/>
            <ac:spMk id="13" creationId="{540CBBDB-CBD7-291B-1172-90FD8237CCD3}"/>
          </ac:spMkLst>
        </pc:spChg>
        <pc:spChg chg="add del mod topLvl">
          <ac:chgData name="Ogburn, Sarah E" userId="c40d2df0-46c9-4be9-b5a6-5c158e399904" providerId="ADAL" clId="{05400B33-F57A-4BE0-B728-55A99BA5F2C8}" dt="2023-06-23T19:46:05.912" v="759" actId="478"/>
          <ac:spMkLst>
            <pc:docMk/>
            <pc:sldMk cId="561686059" sldId="305"/>
            <ac:spMk id="14" creationId="{22751EA3-7023-B579-B397-FBACECE0CC15}"/>
          </ac:spMkLst>
        </pc:spChg>
        <pc:spChg chg="add del mod">
          <ac:chgData name="Ogburn, Sarah E" userId="c40d2df0-46c9-4be9-b5a6-5c158e399904" providerId="ADAL" clId="{05400B33-F57A-4BE0-B728-55A99BA5F2C8}" dt="2023-06-23T19:45:45.856" v="755" actId="478"/>
          <ac:spMkLst>
            <pc:docMk/>
            <pc:sldMk cId="561686059" sldId="305"/>
            <ac:spMk id="15" creationId="{FBBCBEA4-DFF4-7D3A-0280-1FF9F8E98D29}"/>
          </ac:spMkLst>
        </pc:spChg>
        <pc:spChg chg="add del mod topLvl">
          <ac:chgData name="Ogburn, Sarah E" userId="c40d2df0-46c9-4be9-b5a6-5c158e399904" providerId="ADAL" clId="{05400B33-F57A-4BE0-B728-55A99BA5F2C8}" dt="2023-06-23T19:46:05.912" v="759" actId="478"/>
          <ac:spMkLst>
            <pc:docMk/>
            <pc:sldMk cId="561686059" sldId="305"/>
            <ac:spMk id="16" creationId="{F4A7CF5A-F55A-0391-EE2E-5C45EE6A135D}"/>
          </ac:spMkLst>
        </pc:spChg>
        <pc:spChg chg="add del mod">
          <ac:chgData name="Ogburn, Sarah E" userId="c40d2df0-46c9-4be9-b5a6-5c158e399904" providerId="ADAL" clId="{05400B33-F57A-4BE0-B728-55A99BA5F2C8}" dt="2023-06-23T19:45:45.856" v="755" actId="478"/>
          <ac:spMkLst>
            <pc:docMk/>
            <pc:sldMk cId="561686059" sldId="305"/>
            <ac:spMk id="17" creationId="{123F2297-8D69-F876-15C3-318D92930B60}"/>
          </ac:spMkLst>
        </pc:spChg>
        <pc:grpChg chg="add del mod">
          <ac:chgData name="Ogburn, Sarah E" userId="c40d2df0-46c9-4be9-b5a6-5c158e399904" providerId="ADAL" clId="{05400B33-F57A-4BE0-B728-55A99BA5F2C8}" dt="2023-06-23T19:46:02.102" v="758" actId="165"/>
          <ac:grpSpMkLst>
            <pc:docMk/>
            <pc:sldMk cId="561686059" sldId="305"/>
            <ac:grpSpMk id="18" creationId="{5D50365B-3DA3-E53B-0EF4-E056224AEE88}"/>
          </ac:grpSpMkLst>
        </pc:grpChg>
        <pc:grpChg chg="add mod">
          <ac:chgData name="Ogburn, Sarah E" userId="c40d2df0-46c9-4be9-b5a6-5c158e399904" providerId="ADAL" clId="{05400B33-F57A-4BE0-B728-55A99BA5F2C8}" dt="2023-06-23T19:46:32.952" v="765" actId="1076"/>
          <ac:grpSpMkLst>
            <pc:docMk/>
            <pc:sldMk cId="561686059" sldId="305"/>
            <ac:grpSpMk id="19" creationId="{32544FDA-1F52-9E72-2E61-F719BA7C58CB}"/>
          </ac:grpSpMkLst>
        </pc:grpChg>
        <pc:picChg chg="del">
          <ac:chgData name="Ogburn, Sarah E" userId="c40d2df0-46c9-4be9-b5a6-5c158e399904" providerId="ADAL" clId="{05400B33-F57A-4BE0-B728-55A99BA5F2C8}" dt="2023-06-23T17:38:09.191" v="724" actId="478"/>
          <ac:picMkLst>
            <pc:docMk/>
            <pc:sldMk cId="561686059" sldId="305"/>
            <ac:picMk id="5" creationId="{00000000-0000-0000-0000-000000000000}"/>
          </ac:picMkLst>
        </pc:picChg>
        <pc:picChg chg="add del mod">
          <ac:chgData name="Ogburn, Sarah E" userId="c40d2df0-46c9-4be9-b5a6-5c158e399904" providerId="ADAL" clId="{05400B33-F57A-4BE0-B728-55A99BA5F2C8}" dt="2023-06-23T19:44:46.055" v="745" actId="478"/>
          <ac:picMkLst>
            <pc:docMk/>
            <pc:sldMk cId="561686059" sldId="305"/>
            <ac:picMk id="7" creationId="{29637EC8-ADD2-D699-B8B2-87A3F2833BB5}"/>
          </ac:picMkLst>
        </pc:picChg>
        <pc:picChg chg="add del mod">
          <ac:chgData name="Ogburn, Sarah E" userId="c40d2df0-46c9-4be9-b5a6-5c158e399904" providerId="ADAL" clId="{05400B33-F57A-4BE0-B728-55A99BA5F2C8}" dt="2023-06-23T19:45:08.073" v="747" actId="478"/>
          <ac:picMkLst>
            <pc:docMk/>
            <pc:sldMk cId="561686059" sldId="305"/>
            <ac:picMk id="8" creationId="{1058EF1B-6D84-2BBD-8724-5F3CA4535175}"/>
          </ac:picMkLst>
        </pc:picChg>
        <pc:picChg chg="add mod topLvl modCrop">
          <ac:chgData name="Ogburn, Sarah E" userId="c40d2df0-46c9-4be9-b5a6-5c158e399904" providerId="ADAL" clId="{05400B33-F57A-4BE0-B728-55A99BA5F2C8}" dt="2023-06-23T19:46:12.749" v="760" actId="164"/>
          <ac:picMkLst>
            <pc:docMk/>
            <pc:sldMk cId="561686059" sldId="305"/>
            <ac:picMk id="9" creationId="{26620ADF-BC0B-E692-D99E-BB5F1EE73FBA}"/>
          </ac:picMkLst>
        </pc:picChg>
        <pc:picChg chg="add mod">
          <ac:chgData name="Ogburn, Sarah E" userId="c40d2df0-46c9-4be9-b5a6-5c158e399904" providerId="ADAL" clId="{05400B33-F57A-4BE0-B728-55A99BA5F2C8}" dt="2023-06-23T17:39:02.923" v="740" actId="14100"/>
          <ac:picMkLst>
            <pc:docMk/>
            <pc:sldMk cId="561686059" sldId="305"/>
            <ac:picMk id="1026" creationId="{67FF7161-AA88-2463-3541-BBE738E9CB51}"/>
          </ac:picMkLst>
        </pc:picChg>
      </pc:sldChg>
      <pc:sldChg chg="modSp mod ord">
        <pc:chgData name="Ogburn, Sarah E" userId="c40d2df0-46c9-4be9-b5a6-5c158e399904" providerId="ADAL" clId="{05400B33-F57A-4BE0-B728-55A99BA5F2C8}" dt="2023-06-23T16:54:14.277" v="489" actId="1035"/>
        <pc:sldMkLst>
          <pc:docMk/>
          <pc:sldMk cId="894537651" sldId="306"/>
        </pc:sldMkLst>
        <pc:picChg chg="mod">
          <ac:chgData name="Ogburn, Sarah E" userId="c40d2df0-46c9-4be9-b5a6-5c158e399904" providerId="ADAL" clId="{05400B33-F57A-4BE0-B728-55A99BA5F2C8}" dt="2023-06-23T16:54:14.277" v="489" actId="1035"/>
          <ac:picMkLst>
            <pc:docMk/>
            <pc:sldMk cId="894537651" sldId="306"/>
            <ac:picMk id="3" creationId="{00000000-0000-0000-0000-000000000000}"/>
          </ac:picMkLst>
        </pc:picChg>
        <pc:picChg chg="mod">
          <ac:chgData name="Ogburn, Sarah E" userId="c40d2df0-46c9-4be9-b5a6-5c158e399904" providerId="ADAL" clId="{05400B33-F57A-4BE0-B728-55A99BA5F2C8}" dt="2023-06-23T16:54:14.277" v="489" actId="1035"/>
          <ac:picMkLst>
            <pc:docMk/>
            <pc:sldMk cId="894537651" sldId="306"/>
            <ac:picMk id="4" creationId="{00000000-0000-0000-0000-000000000000}"/>
          </ac:picMkLst>
        </pc:picChg>
      </pc:sldChg>
      <pc:sldChg chg="modSp mod ord">
        <pc:chgData name="Ogburn, Sarah E" userId="c40d2df0-46c9-4be9-b5a6-5c158e399904" providerId="ADAL" clId="{05400B33-F57A-4BE0-B728-55A99BA5F2C8}" dt="2023-06-23T16:54:23.384" v="491" actId="1076"/>
        <pc:sldMkLst>
          <pc:docMk/>
          <pc:sldMk cId="2342353357" sldId="307"/>
        </pc:sldMkLst>
        <pc:picChg chg="mod">
          <ac:chgData name="Ogburn, Sarah E" userId="c40d2df0-46c9-4be9-b5a6-5c158e399904" providerId="ADAL" clId="{05400B33-F57A-4BE0-B728-55A99BA5F2C8}" dt="2023-06-23T16:54:23.384" v="491" actId="1076"/>
          <ac:picMkLst>
            <pc:docMk/>
            <pc:sldMk cId="2342353357" sldId="307"/>
            <ac:picMk id="3" creationId="{00000000-0000-0000-0000-000000000000}"/>
          </ac:picMkLst>
        </pc:picChg>
      </pc:sldChg>
      <pc:sldChg chg="modSp mod ord">
        <pc:chgData name="Ogburn, Sarah E" userId="c40d2df0-46c9-4be9-b5a6-5c158e399904" providerId="ADAL" clId="{05400B33-F57A-4BE0-B728-55A99BA5F2C8}" dt="2023-06-23T16:54:36.206" v="494" actId="1076"/>
        <pc:sldMkLst>
          <pc:docMk/>
          <pc:sldMk cId="1082558555" sldId="309"/>
        </pc:sldMkLst>
        <pc:picChg chg="mod">
          <ac:chgData name="Ogburn, Sarah E" userId="c40d2df0-46c9-4be9-b5a6-5c158e399904" providerId="ADAL" clId="{05400B33-F57A-4BE0-B728-55A99BA5F2C8}" dt="2023-06-23T16:54:36.206" v="494" actId="1076"/>
          <ac:picMkLst>
            <pc:docMk/>
            <pc:sldMk cId="1082558555" sldId="309"/>
            <ac:picMk id="3" creationId="{00000000-0000-0000-0000-000000000000}"/>
          </ac:picMkLst>
        </pc:picChg>
      </pc:sldChg>
      <pc:sldChg chg="modSp mod">
        <pc:chgData name="Ogburn, Sarah E" userId="c40d2df0-46c9-4be9-b5a6-5c158e399904" providerId="ADAL" clId="{05400B33-F57A-4BE0-B728-55A99BA5F2C8}" dt="2023-06-22T19:37:14.482" v="214" actId="20577"/>
        <pc:sldMkLst>
          <pc:docMk/>
          <pc:sldMk cId="3717446226" sldId="431"/>
        </pc:sldMkLst>
        <pc:spChg chg="mod">
          <ac:chgData name="Ogburn, Sarah E" userId="c40d2df0-46c9-4be9-b5a6-5c158e399904" providerId="ADAL" clId="{05400B33-F57A-4BE0-B728-55A99BA5F2C8}" dt="2023-06-22T19:37:14.482" v="214" actId="20577"/>
          <ac:spMkLst>
            <pc:docMk/>
            <pc:sldMk cId="3717446226" sldId="431"/>
            <ac:spMk id="3" creationId="{40800F3A-311C-4C6D-A35E-1F0E2D768F37}"/>
          </ac:spMkLst>
        </pc:spChg>
      </pc:sldChg>
      <pc:sldChg chg="del">
        <pc:chgData name="Ogburn, Sarah E" userId="c40d2df0-46c9-4be9-b5a6-5c158e399904" providerId="ADAL" clId="{05400B33-F57A-4BE0-B728-55A99BA5F2C8}" dt="2023-06-23T17:34:13.693" v="720" actId="2696"/>
        <pc:sldMkLst>
          <pc:docMk/>
          <pc:sldMk cId="1141950707" sldId="442"/>
        </pc:sldMkLst>
      </pc:sldChg>
      <pc:sldChg chg="del">
        <pc:chgData name="Ogburn, Sarah E" userId="c40d2df0-46c9-4be9-b5a6-5c158e399904" providerId="ADAL" clId="{05400B33-F57A-4BE0-B728-55A99BA5F2C8}" dt="2023-06-23T17:34:13.693" v="720" actId="2696"/>
        <pc:sldMkLst>
          <pc:docMk/>
          <pc:sldMk cId="4133544262" sldId="443"/>
        </pc:sldMkLst>
      </pc:sldChg>
      <pc:sldChg chg="del">
        <pc:chgData name="Ogburn, Sarah E" userId="c40d2df0-46c9-4be9-b5a6-5c158e399904" providerId="ADAL" clId="{05400B33-F57A-4BE0-B728-55A99BA5F2C8}" dt="2023-06-23T17:34:13.693" v="720" actId="2696"/>
        <pc:sldMkLst>
          <pc:docMk/>
          <pc:sldMk cId="1053117096" sldId="444"/>
        </pc:sldMkLst>
      </pc:sldChg>
      <pc:sldChg chg="modSp mod">
        <pc:chgData name="Ogburn, Sarah E" userId="c40d2df0-46c9-4be9-b5a6-5c158e399904" providerId="ADAL" clId="{05400B33-F57A-4BE0-B728-55A99BA5F2C8}" dt="2023-06-23T16:39:44.804" v="300" actId="20577"/>
        <pc:sldMkLst>
          <pc:docMk/>
          <pc:sldMk cId="1316303425" sldId="452"/>
        </pc:sldMkLst>
        <pc:spChg chg="mod">
          <ac:chgData name="Ogburn, Sarah E" userId="c40d2df0-46c9-4be9-b5a6-5c158e399904" providerId="ADAL" clId="{05400B33-F57A-4BE0-B728-55A99BA5F2C8}" dt="2023-06-22T19:46:28.354" v="266" actId="1076"/>
          <ac:spMkLst>
            <pc:docMk/>
            <pc:sldMk cId="1316303425" sldId="452"/>
            <ac:spMk id="17" creationId="{F54ECB38-076D-F4C4-398C-6F04FC7C2CD9}"/>
          </ac:spMkLst>
        </pc:spChg>
        <pc:spChg chg="mod">
          <ac:chgData name="Ogburn, Sarah E" userId="c40d2df0-46c9-4be9-b5a6-5c158e399904" providerId="ADAL" clId="{05400B33-F57A-4BE0-B728-55A99BA5F2C8}" dt="2023-06-22T19:40:08.945" v="247" actId="14100"/>
          <ac:spMkLst>
            <pc:docMk/>
            <pc:sldMk cId="1316303425" sldId="452"/>
            <ac:spMk id="19" creationId="{72495052-2F6F-AE33-A0E9-4F71BD34C540}"/>
          </ac:spMkLst>
        </pc:spChg>
        <pc:spChg chg="mod">
          <ac:chgData name="Ogburn, Sarah E" userId="c40d2df0-46c9-4be9-b5a6-5c158e399904" providerId="ADAL" clId="{05400B33-F57A-4BE0-B728-55A99BA5F2C8}" dt="2023-06-23T16:39:44.804" v="300" actId="20577"/>
          <ac:spMkLst>
            <pc:docMk/>
            <pc:sldMk cId="1316303425" sldId="452"/>
            <ac:spMk id="21" creationId="{88A2FBD5-E93A-B6D3-5332-0891B9E5F08E}"/>
          </ac:spMkLst>
        </pc:spChg>
        <pc:spChg chg="mod">
          <ac:chgData name="Ogburn, Sarah E" userId="c40d2df0-46c9-4be9-b5a6-5c158e399904" providerId="ADAL" clId="{05400B33-F57A-4BE0-B728-55A99BA5F2C8}" dt="2023-06-22T19:39:45.979" v="241" actId="1076"/>
          <ac:spMkLst>
            <pc:docMk/>
            <pc:sldMk cId="1316303425" sldId="452"/>
            <ac:spMk id="23" creationId="{901E5F88-CC41-B876-39E8-CF305FE1E7D6}"/>
          </ac:spMkLst>
        </pc:spChg>
        <pc:picChg chg="mod">
          <ac:chgData name="Ogburn, Sarah E" userId="c40d2df0-46c9-4be9-b5a6-5c158e399904" providerId="ADAL" clId="{05400B33-F57A-4BE0-B728-55A99BA5F2C8}" dt="2023-06-22T19:47:06.997" v="268" actId="1076"/>
          <ac:picMkLst>
            <pc:docMk/>
            <pc:sldMk cId="1316303425" sldId="452"/>
            <ac:picMk id="3" creationId="{914B5893-F16B-2397-05B3-76467CE05FAE}"/>
          </ac:picMkLst>
        </pc:picChg>
        <pc:picChg chg="mod">
          <ac:chgData name="Ogburn, Sarah E" userId="c40d2df0-46c9-4be9-b5a6-5c158e399904" providerId="ADAL" clId="{05400B33-F57A-4BE0-B728-55A99BA5F2C8}" dt="2023-06-22T19:46:31.185" v="267" actId="1076"/>
          <ac:picMkLst>
            <pc:docMk/>
            <pc:sldMk cId="1316303425" sldId="452"/>
            <ac:picMk id="5" creationId="{DA177ADF-1564-5913-EB77-A158876963AA}"/>
          </ac:picMkLst>
        </pc:picChg>
        <pc:picChg chg="mod">
          <ac:chgData name="Ogburn, Sarah E" userId="c40d2df0-46c9-4be9-b5a6-5c158e399904" providerId="ADAL" clId="{05400B33-F57A-4BE0-B728-55A99BA5F2C8}" dt="2023-06-22T19:47:10.032" v="269" actId="1076"/>
          <ac:picMkLst>
            <pc:docMk/>
            <pc:sldMk cId="1316303425" sldId="452"/>
            <ac:picMk id="7" creationId="{0BECC5D2-AF5E-28A8-8CBC-BC0A6E9BE673}"/>
          </ac:picMkLst>
        </pc:picChg>
        <pc:picChg chg="mod">
          <ac:chgData name="Ogburn, Sarah E" userId="c40d2df0-46c9-4be9-b5a6-5c158e399904" providerId="ADAL" clId="{05400B33-F57A-4BE0-B728-55A99BA5F2C8}" dt="2023-06-22T19:39:35.877" v="238" actId="14100"/>
          <ac:picMkLst>
            <pc:docMk/>
            <pc:sldMk cId="1316303425" sldId="452"/>
            <ac:picMk id="9" creationId="{D0D98681-5BFC-90E6-A7F7-AA856E2C3A46}"/>
          </ac:picMkLst>
        </pc:picChg>
      </pc:sldChg>
      <pc:sldChg chg="add del ord">
        <pc:chgData name="Ogburn, Sarah E" userId="c40d2df0-46c9-4be9-b5a6-5c158e399904" providerId="ADAL" clId="{05400B33-F57A-4BE0-B728-55A99BA5F2C8}" dt="2023-06-22T19:36:04.697" v="213" actId="2696"/>
        <pc:sldMkLst>
          <pc:docMk/>
          <pc:sldMk cId="4222012390" sldId="452"/>
        </pc:sldMkLst>
      </pc:sldChg>
      <pc:sldChg chg="add">
        <pc:chgData name="Ogburn, Sarah E" userId="c40d2df0-46c9-4be9-b5a6-5c158e399904" providerId="ADAL" clId="{05400B33-F57A-4BE0-B728-55A99BA5F2C8}" dt="2023-06-19T00:24:26.453" v="0"/>
        <pc:sldMkLst>
          <pc:docMk/>
          <pc:sldMk cId="196632248" sldId="454"/>
        </pc:sldMkLst>
      </pc:sldChg>
      <pc:sldChg chg="modSp mod">
        <pc:chgData name="Ogburn, Sarah E" userId="c40d2df0-46c9-4be9-b5a6-5c158e399904" providerId="ADAL" clId="{05400B33-F57A-4BE0-B728-55A99BA5F2C8}" dt="2023-06-22T19:38:23.745" v="224" actId="14100"/>
        <pc:sldMkLst>
          <pc:docMk/>
          <pc:sldMk cId="184745188" sldId="470"/>
        </pc:sldMkLst>
        <pc:spChg chg="mod">
          <ac:chgData name="Ogburn, Sarah E" userId="c40d2df0-46c9-4be9-b5a6-5c158e399904" providerId="ADAL" clId="{05400B33-F57A-4BE0-B728-55A99BA5F2C8}" dt="2023-06-22T19:37:56.507" v="223" actId="1036"/>
          <ac:spMkLst>
            <pc:docMk/>
            <pc:sldMk cId="184745188" sldId="470"/>
            <ac:spMk id="16" creationId="{3E5EE340-74A3-E5E2-B6AB-97EB78C64180}"/>
          </ac:spMkLst>
        </pc:spChg>
        <pc:spChg chg="mod">
          <ac:chgData name="Ogburn, Sarah E" userId="c40d2df0-46c9-4be9-b5a6-5c158e399904" providerId="ADAL" clId="{05400B33-F57A-4BE0-B728-55A99BA5F2C8}" dt="2023-06-22T19:38:23.745" v="224" actId="14100"/>
          <ac:spMkLst>
            <pc:docMk/>
            <pc:sldMk cId="184745188" sldId="470"/>
            <ac:spMk id="17" creationId="{98B8103D-57C7-F9EE-8B6F-7DDFD71FF954}"/>
          </ac:spMkLst>
        </pc:spChg>
        <pc:grpChg chg="mod">
          <ac:chgData name="Ogburn, Sarah E" userId="c40d2df0-46c9-4be9-b5a6-5c158e399904" providerId="ADAL" clId="{05400B33-F57A-4BE0-B728-55A99BA5F2C8}" dt="2023-06-22T19:37:43.666" v="217" actId="14100"/>
          <ac:grpSpMkLst>
            <pc:docMk/>
            <pc:sldMk cId="184745188" sldId="470"/>
            <ac:grpSpMk id="9" creationId="{28439B1E-A701-5D9E-C248-E42C727F69A8}"/>
          </ac:grpSpMkLst>
        </pc:grpChg>
        <pc:picChg chg="mod">
          <ac:chgData name="Ogburn, Sarah E" userId="c40d2df0-46c9-4be9-b5a6-5c158e399904" providerId="ADAL" clId="{05400B33-F57A-4BE0-B728-55A99BA5F2C8}" dt="2023-06-22T19:37:27.391" v="215" actId="1076"/>
          <ac:picMkLst>
            <pc:docMk/>
            <pc:sldMk cId="184745188" sldId="470"/>
            <ac:picMk id="3" creationId="{F21DB963-3B75-D430-ADCE-796D55D7A33A}"/>
          </ac:picMkLst>
        </pc:picChg>
        <pc:picChg chg="mod">
          <ac:chgData name="Ogburn, Sarah E" userId="c40d2df0-46c9-4be9-b5a6-5c158e399904" providerId="ADAL" clId="{05400B33-F57A-4BE0-B728-55A99BA5F2C8}" dt="2023-06-22T19:37:27.391" v="215" actId="1076"/>
          <ac:picMkLst>
            <pc:docMk/>
            <pc:sldMk cId="184745188" sldId="470"/>
            <ac:picMk id="20" creationId="{87BCE18A-148B-D1DF-0816-2832DD92DB05}"/>
          </ac:picMkLst>
        </pc:picChg>
      </pc:sldChg>
      <pc:sldChg chg="del">
        <pc:chgData name="Ogburn, Sarah E" userId="c40d2df0-46c9-4be9-b5a6-5c158e399904" providerId="ADAL" clId="{05400B33-F57A-4BE0-B728-55A99BA5F2C8}" dt="2023-06-22T19:25:35.509" v="7" actId="2696"/>
        <pc:sldMkLst>
          <pc:docMk/>
          <pc:sldMk cId="1380263543" sldId="470"/>
        </pc:sldMkLst>
      </pc:sldChg>
      <pc:sldChg chg="add">
        <pc:chgData name="Ogburn, Sarah E" userId="c40d2df0-46c9-4be9-b5a6-5c158e399904" providerId="ADAL" clId="{05400B33-F57A-4BE0-B728-55A99BA5F2C8}" dt="2023-06-19T00:24:26.453" v="0"/>
        <pc:sldMkLst>
          <pc:docMk/>
          <pc:sldMk cId="1350884141" sldId="471"/>
        </pc:sldMkLst>
      </pc:sldChg>
      <pc:sldChg chg="add">
        <pc:chgData name="Ogburn, Sarah E" userId="c40d2df0-46c9-4be9-b5a6-5c158e399904" providerId="ADAL" clId="{05400B33-F57A-4BE0-B728-55A99BA5F2C8}" dt="2023-06-19T00:24:26.453" v="0"/>
        <pc:sldMkLst>
          <pc:docMk/>
          <pc:sldMk cId="3129144989" sldId="472"/>
        </pc:sldMkLst>
      </pc:sldChg>
      <pc:sldChg chg="add">
        <pc:chgData name="Ogburn, Sarah E" userId="c40d2df0-46c9-4be9-b5a6-5c158e399904" providerId="ADAL" clId="{05400B33-F57A-4BE0-B728-55A99BA5F2C8}" dt="2023-06-19T00:24:26.453" v="0"/>
        <pc:sldMkLst>
          <pc:docMk/>
          <pc:sldMk cId="2709661085" sldId="473"/>
        </pc:sldMkLst>
      </pc:sldChg>
      <pc:sldChg chg="add">
        <pc:chgData name="Ogburn, Sarah E" userId="c40d2df0-46c9-4be9-b5a6-5c158e399904" providerId="ADAL" clId="{05400B33-F57A-4BE0-B728-55A99BA5F2C8}" dt="2023-06-19T00:24:26.453" v="0"/>
        <pc:sldMkLst>
          <pc:docMk/>
          <pc:sldMk cId="1285925305" sldId="474"/>
        </pc:sldMkLst>
      </pc:sldChg>
      <pc:sldChg chg="modSp add mod ord">
        <pc:chgData name="Ogburn, Sarah E" userId="c40d2df0-46c9-4be9-b5a6-5c158e399904" providerId="ADAL" clId="{05400B33-F57A-4BE0-B728-55A99BA5F2C8}" dt="2023-06-23T17:33:22.199" v="718" actId="14100"/>
        <pc:sldMkLst>
          <pc:docMk/>
          <pc:sldMk cId="2789270355" sldId="475"/>
        </pc:sldMkLst>
        <pc:picChg chg="mod">
          <ac:chgData name="Ogburn, Sarah E" userId="c40d2df0-46c9-4be9-b5a6-5c158e399904" providerId="ADAL" clId="{05400B33-F57A-4BE0-B728-55A99BA5F2C8}" dt="2023-06-23T17:33:22.199" v="718" actId="14100"/>
          <ac:picMkLst>
            <pc:docMk/>
            <pc:sldMk cId="2789270355" sldId="475"/>
            <ac:picMk id="3" creationId="{F21DB963-3B75-D430-ADCE-796D55D7A33A}"/>
          </ac:picMkLst>
        </pc:picChg>
      </pc:sldChg>
      <pc:sldChg chg="modSp mod">
        <pc:chgData name="Ogburn, Sarah E" userId="c40d2df0-46c9-4be9-b5a6-5c158e399904" providerId="ADAL" clId="{05400B33-F57A-4BE0-B728-55A99BA5F2C8}" dt="2023-06-22T19:35:22.620" v="210" actId="20577"/>
        <pc:sldMkLst>
          <pc:docMk/>
          <pc:sldMk cId="3720004021" sldId="476"/>
        </pc:sldMkLst>
        <pc:spChg chg="mod">
          <ac:chgData name="Ogburn, Sarah E" userId="c40d2df0-46c9-4be9-b5a6-5c158e399904" providerId="ADAL" clId="{05400B33-F57A-4BE0-B728-55A99BA5F2C8}" dt="2023-06-22T19:35:22.620" v="210" actId="20577"/>
          <ac:spMkLst>
            <pc:docMk/>
            <pc:sldMk cId="3720004021" sldId="476"/>
            <ac:spMk id="26627" creationId="{00000000-0000-0000-0000-000000000000}"/>
          </ac:spMkLst>
        </pc:spChg>
      </pc:sldChg>
      <pc:sldChg chg="addSp delSp modSp new mod ord">
        <pc:chgData name="Ogburn, Sarah E" userId="c40d2df0-46c9-4be9-b5a6-5c158e399904" providerId="ADAL" clId="{05400B33-F57A-4BE0-B728-55A99BA5F2C8}" dt="2023-06-23T17:31:46.826" v="709" actId="1037"/>
        <pc:sldMkLst>
          <pc:docMk/>
          <pc:sldMk cId="3115740890" sldId="478"/>
        </pc:sldMkLst>
        <pc:spChg chg="add mod">
          <ac:chgData name="Ogburn, Sarah E" userId="c40d2df0-46c9-4be9-b5a6-5c158e399904" providerId="ADAL" clId="{05400B33-F57A-4BE0-B728-55A99BA5F2C8}" dt="2023-06-23T17:31:46.826" v="709" actId="1037"/>
          <ac:spMkLst>
            <pc:docMk/>
            <pc:sldMk cId="3115740890" sldId="478"/>
            <ac:spMk id="3" creationId="{E77832BA-6EB1-770C-1E6C-D9658412C73F}"/>
          </ac:spMkLst>
        </pc:spChg>
        <pc:spChg chg="add del mod">
          <ac:chgData name="Ogburn, Sarah E" userId="c40d2df0-46c9-4be9-b5a6-5c158e399904" providerId="ADAL" clId="{05400B33-F57A-4BE0-B728-55A99BA5F2C8}" dt="2023-06-23T17:15:53.269" v="628" actId="478"/>
          <ac:spMkLst>
            <pc:docMk/>
            <pc:sldMk cId="3115740890" sldId="478"/>
            <ac:spMk id="8" creationId="{307F83D1-7041-4A5D-3D2D-B7C48EA2C963}"/>
          </ac:spMkLst>
        </pc:spChg>
        <pc:spChg chg="add del mod">
          <ac:chgData name="Ogburn, Sarah E" userId="c40d2df0-46c9-4be9-b5a6-5c158e399904" providerId="ADAL" clId="{05400B33-F57A-4BE0-B728-55A99BA5F2C8}" dt="2023-06-23T17:06:48.527" v="506" actId="478"/>
          <ac:spMkLst>
            <pc:docMk/>
            <pc:sldMk cId="3115740890" sldId="478"/>
            <ac:spMk id="9" creationId="{74AA32CE-C00A-10F3-C7A4-81FBB22BA886}"/>
          </ac:spMkLst>
        </pc:spChg>
        <pc:spChg chg="add mod">
          <ac:chgData name="Ogburn, Sarah E" userId="c40d2df0-46c9-4be9-b5a6-5c158e399904" providerId="ADAL" clId="{05400B33-F57A-4BE0-B728-55A99BA5F2C8}" dt="2023-06-23T17:16:13.655" v="635" actId="403"/>
          <ac:spMkLst>
            <pc:docMk/>
            <pc:sldMk cId="3115740890" sldId="478"/>
            <ac:spMk id="10" creationId="{A3EA8A5D-6B9F-690A-0EE3-16990C9D5506}"/>
          </ac:spMkLst>
        </pc:spChg>
        <pc:spChg chg="add mod">
          <ac:chgData name="Ogburn, Sarah E" userId="c40d2df0-46c9-4be9-b5a6-5c158e399904" providerId="ADAL" clId="{05400B33-F57A-4BE0-B728-55A99BA5F2C8}" dt="2023-06-23T17:31:46.826" v="709" actId="1037"/>
          <ac:spMkLst>
            <pc:docMk/>
            <pc:sldMk cId="3115740890" sldId="478"/>
            <ac:spMk id="13" creationId="{84739747-B16A-CA8B-7F02-C168C879C7AE}"/>
          </ac:spMkLst>
        </pc:spChg>
        <pc:picChg chg="add del mod">
          <ac:chgData name="Ogburn, Sarah E" userId="c40d2df0-46c9-4be9-b5a6-5c158e399904" providerId="ADAL" clId="{05400B33-F57A-4BE0-B728-55A99BA5F2C8}" dt="2023-06-23T17:15:56.343" v="630" actId="478"/>
          <ac:picMkLst>
            <pc:docMk/>
            <pc:sldMk cId="3115740890" sldId="478"/>
            <ac:picMk id="2" creationId="{CD1DF33C-D0FD-C8A6-7A88-6D7700971FA2}"/>
          </ac:picMkLst>
        </pc:picChg>
        <pc:picChg chg="add mod">
          <ac:chgData name="Ogburn, Sarah E" userId="c40d2df0-46c9-4be9-b5a6-5c158e399904" providerId="ADAL" clId="{05400B33-F57A-4BE0-B728-55A99BA5F2C8}" dt="2023-06-23T17:31:46.826" v="709" actId="1037"/>
          <ac:picMkLst>
            <pc:docMk/>
            <pc:sldMk cId="3115740890" sldId="478"/>
            <ac:picMk id="5" creationId="{646216AF-0826-C18A-B0A1-6C95F26C1CE3}"/>
          </ac:picMkLst>
        </pc:picChg>
        <pc:picChg chg="add del mod">
          <ac:chgData name="Ogburn, Sarah E" userId="c40d2df0-46c9-4be9-b5a6-5c158e399904" providerId="ADAL" clId="{05400B33-F57A-4BE0-B728-55A99BA5F2C8}" dt="2023-06-23T17:15:55.033" v="629" actId="478"/>
          <ac:picMkLst>
            <pc:docMk/>
            <pc:sldMk cId="3115740890" sldId="478"/>
            <ac:picMk id="6" creationId="{2B95D944-1164-6B7E-F82B-3657221EEB2F}"/>
          </ac:picMkLst>
        </pc:picChg>
        <pc:picChg chg="add mod ord">
          <ac:chgData name="Ogburn, Sarah E" userId="c40d2df0-46c9-4be9-b5a6-5c158e399904" providerId="ADAL" clId="{05400B33-F57A-4BE0-B728-55A99BA5F2C8}" dt="2023-06-23T17:31:46.826" v="709" actId="1037"/>
          <ac:picMkLst>
            <pc:docMk/>
            <pc:sldMk cId="3115740890" sldId="478"/>
            <ac:picMk id="7" creationId="{48EE51BE-39D7-0BF4-F53E-FAC0D6B88969}"/>
          </ac:picMkLst>
        </pc:picChg>
        <pc:picChg chg="add mod">
          <ac:chgData name="Ogburn, Sarah E" userId="c40d2df0-46c9-4be9-b5a6-5c158e399904" providerId="ADAL" clId="{05400B33-F57A-4BE0-B728-55A99BA5F2C8}" dt="2023-06-23T17:31:46.826" v="709" actId="1037"/>
          <ac:picMkLst>
            <pc:docMk/>
            <pc:sldMk cId="3115740890" sldId="478"/>
            <ac:picMk id="12" creationId="{C35D1AEE-86BC-BD94-9CF5-E5CB27D67A0D}"/>
          </ac:picMkLst>
        </pc:picChg>
      </pc:sldChg>
      <pc:sldChg chg="addSp modSp add mod">
        <pc:chgData name="Ogburn, Sarah E" userId="c40d2df0-46c9-4be9-b5a6-5c158e399904" providerId="ADAL" clId="{05400B33-F57A-4BE0-B728-55A99BA5F2C8}" dt="2023-06-23T16:47:45.110" v="316" actId="1076"/>
        <pc:sldMkLst>
          <pc:docMk/>
          <pc:sldMk cId="2228273672" sldId="479"/>
        </pc:sldMkLst>
        <pc:picChg chg="mod modCrop">
          <ac:chgData name="Ogburn, Sarah E" userId="c40d2df0-46c9-4be9-b5a6-5c158e399904" providerId="ADAL" clId="{05400B33-F57A-4BE0-B728-55A99BA5F2C8}" dt="2023-06-23T16:47:15.406" v="312" actId="732"/>
          <ac:picMkLst>
            <pc:docMk/>
            <pc:sldMk cId="2228273672" sldId="479"/>
            <ac:picMk id="3" creationId="{00000000-0000-0000-0000-000000000000}"/>
          </ac:picMkLst>
        </pc:picChg>
        <pc:picChg chg="add mod modCrop">
          <ac:chgData name="Ogburn, Sarah E" userId="c40d2df0-46c9-4be9-b5a6-5c158e399904" providerId="ADAL" clId="{05400B33-F57A-4BE0-B728-55A99BA5F2C8}" dt="2023-06-23T16:47:45.110" v="316" actId="1076"/>
          <ac:picMkLst>
            <pc:docMk/>
            <pc:sldMk cId="2228273672" sldId="479"/>
            <ac:picMk id="4" creationId="{45F7C4E2-0BB2-69E1-402E-2316E02BC18A}"/>
          </ac:picMkLst>
        </pc:picChg>
      </pc:sldChg>
      <pc:sldChg chg="addSp delSp modSp add mod addCm delCm">
        <pc:chgData name="Ogburn, Sarah E" userId="c40d2df0-46c9-4be9-b5a6-5c158e399904" providerId="ADAL" clId="{05400B33-F57A-4BE0-B728-55A99BA5F2C8}" dt="2023-06-23T17:15:22.792" v="627" actId="404"/>
        <pc:sldMkLst>
          <pc:docMk/>
          <pc:sldMk cId="3528938755" sldId="480"/>
        </pc:sldMkLst>
        <pc:spChg chg="mod">
          <ac:chgData name="Ogburn, Sarah E" userId="c40d2df0-46c9-4be9-b5a6-5c158e399904" providerId="ADAL" clId="{05400B33-F57A-4BE0-B728-55A99BA5F2C8}" dt="2023-06-23T17:14:40.101" v="602" actId="404"/>
          <ac:spMkLst>
            <pc:docMk/>
            <pc:sldMk cId="3528938755" sldId="480"/>
            <ac:spMk id="3" creationId="{E77832BA-6EB1-770C-1E6C-D9658412C73F}"/>
          </ac:spMkLst>
        </pc:spChg>
        <pc:spChg chg="mod">
          <ac:chgData name="Ogburn, Sarah E" userId="c40d2df0-46c9-4be9-b5a6-5c158e399904" providerId="ADAL" clId="{05400B33-F57A-4BE0-B728-55A99BA5F2C8}" dt="2023-06-23T17:09:26.507" v="526" actId="1076"/>
          <ac:spMkLst>
            <pc:docMk/>
            <pc:sldMk cId="3528938755" sldId="480"/>
            <ac:spMk id="8" creationId="{307F83D1-7041-4A5D-3D2D-B7C48EA2C963}"/>
          </ac:spMkLst>
        </pc:spChg>
        <pc:spChg chg="del">
          <ac:chgData name="Ogburn, Sarah E" userId="c40d2df0-46c9-4be9-b5a6-5c158e399904" providerId="ADAL" clId="{05400B33-F57A-4BE0-B728-55A99BA5F2C8}" dt="2023-06-23T17:07:35.484" v="510" actId="478"/>
          <ac:spMkLst>
            <pc:docMk/>
            <pc:sldMk cId="3528938755" sldId="480"/>
            <ac:spMk id="10" creationId="{A3EA8A5D-6B9F-690A-0EE3-16990C9D5506}"/>
          </ac:spMkLst>
        </pc:spChg>
        <pc:spChg chg="add mod">
          <ac:chgData name="Ogburn, Sarah E" userId="c40d2df0-46c9-4be9-b5a6-5c158e399904" providerId="ADAL" clId="{05400B33-F57A-4BE0-B728-55A99BA5F2C8}" dt="2023-06-23T17:15:22.792" v="627" actId="404"/>
          <ac:spMkLst>
            <pc:docMk/>
            <pc:sldMk cId="3528938755" sldId="480"/>
            <ac:spMk id="15" creationId="{3D3C4725-FD3C-F10B-F60F-AB1E466EC240}"/>
          </ac:spMkLst>
        </pc:spChg>
        <pc:spChg chg="add mod">
          <ac:chgData name="Ogburn, Sarah E" userId="c40d2df0-46c9-4be9-b5a6-5c158e399904" providerId="ADAL" clId="{05400B33-F57A-4BE0-B728-55A99BA5F2C8}" dt="2023-06-23T17:14:34.841" v="601" actId="404"/>
          <ac:spMkLst>
            <pc:docMk/>
            <pc:sldMk cId="3528938755" sldId="480"/>
            <ac:spMk id="16" creationId="{5CF6CDBC-081A-5887-E703-8D215CFDD000}"/>
          </ac:spMkLst>
        </pc:spChg>
        <pc:picChg chg="mod">
          <ac:chgData name="Ogburn, Sarah E" userId="c40d2df0-46c9-4be9-b5a6-5c158e399904" providerId="ADAL" clId="{05400B33-F57A-4BE0-B728-55A99BA5F2C8}" dt="2023-06-23T17:13:02.281" v="567" actId="1035"/>
          <ac:picMkLst>
            <pc:docMk/>
            <pc:sldMk cId="3528938755" sldId="480"/>
            <ac:picMk id="2" creationId="{CD1DF33C-D0FD-C8A6-7A88-6D7700971FA2}"/>
          </ac:picMkLst>
        </pc:picChg>
        <pc:picChg chg="add mod ord">
          <ac:chgData name="Ogburn, Sarah E" userId="c40d2df0-46c9-4be9-b5a6-5c158e399904" providerId="ADAL" clId="{05400B33-F57A-4BE0-B728-55A99BA5F2C8}" dt="2023-06-23T17:13:08.767" v="568" actId="1076"/>
          <ac:picMkLst>
            <pc:docMk/>
            <pc:sldMk cId="3528938755" sldId="480"/>
            <ac:picMk id="4" creationId="{339F505E-5BBA-3799-7E4E-4F6BBA080550}"/>
          </ac:picMkLst>
        </pc:picChg>
        <pc:picChg chg="del">
          <ac:chgData name="Ogburn, Sarah E" userId="c40d2df0-46c9-4be9-b5a6-5c158e399904" providerId="ADAL" clId="{05400B33-F57A-4BE0-B728-55A99BA5F2C8}" dt="2023-06-23T17:07:38.728" v="512" actId="478"/>
          <ac:picMkLst>
            <pc:docMk/>
            <pc:sldMk cId="3528938755" sldId="480"/>
            <ac:picMk id="5" creationId="{646216AF-0826-C18A-B0A1-6C95F26C1CE3}"/>
          </ac:picMkLst>
        </pc:picChg>
        <pc:picChg chg="mod">
          <ac:chgData name="Ogburn, Sarah E" userId="c40d2df0-46c9-4be9-b5a6-5c158e399904" providerId="ADAL" clId="{05400B33-F57A-4BE0-B728-55A99BA5F2C8}" dt="2023-06-23T17:13:02.281" v="567" actId="1035"/>
          <ac:picMkLst>
            <pc:docMk/>
            <pc:sldMk cId="3528938755" sldId="480"/>
            <ac:picMk id="6" creationId="{2B95D944-1164-6B7E-F82B-3657221EEB2F}"/>
          </ac:picMkLst>
        </pc:picChg>
        <pc:picChg chg="del">
          <ac:chgData name="Ogburn, Sarah E" userId="c40d2df0-46c9-4be9-b5a6-5c158e399904" providerId="ADAL" clId="{05400B33-F57A-4BE0-B728-55A99BA5F2C8}" dt="2023-06-23T17:07:37.260" v="511" actId="478"/>
          <ac:picMkLst>
            <pc:docMk/>
            <pc:sldMk cId="3528938755" sldId="480"/>
            <ac:picMk id="7" creationId="{48EE51BE-39D7-0BF4-F53E-FAC0D6B88969}"/>
          </ac:picMkLst>
        </pc:picChg>
        <pc:picChg chg="add mod modCrop">
          <ac:chgData name="Ogburn, Sarah E" userId="c40d2df0-46c9-4be9-b5a6-5c158e399904" providerId="ADAL" clId="{05400B33-F57A-4BE0-B728-55A99BA5F2C8}" dt="2023-06-23T17:13:02.281" v="567" actId="1035"/>
          <ac:picMkLst>
            <pc:docMk/>
            <pc:sldMk cId="3528938755" sldId="480"/>
            <ac:picMk id="11" creationId="{BF09799E-D520-0762-FDAD-6A9456A28C31}"/>
          </ac:picMkLst>
        </pc:picChg>
        <pc:picChg chg="add mod ord modCrop">
          <ac:chgData name="Ogburn, Sarah E" userId="c40d2df0-46c9-4be9-b5a6-5c158e399904" providerId="ADAL" clId="{05400B33-F57A-4BE0-B728-55A99BA5F2C8}" dt="2023-06-23T17:13:12.580" v="569" actId="1076"/>
          <ac:picMkLst>
            <pc:docMk/>
            <pc:sldMk cId="3528938755" sldId="480"/>
            <ac:picMk id="12" creationId="{8724FA81-FC0E-201D-072A-5CD5AECAB029}"/>
          </ac:picMkLst>
        </pc:picChg>
        <pc:picChg chg="add mod">
          <ac:chgData name="Ogburn, Sarah E" userId="c40d2df0-46c9-4be9-b5a6-5c158e399904" providerId="ADAL" clId="{05400B33-F57A-4BE0-B728-55A99BA5F2C8}" dt="2023-06-23T17:13:02.281" v="567" actId="1035"/>
          <ac:picMkLst>
            <pc:docMk/>
            <pc:sldMk cId="3528938755" sldId="480"/>
            <ac:picMk id="14" creationId="{8C95CA8E-6235-4F25-1257-73B7BA1C6921}"/>
          </ac:picMkLst>
        </pc:picChg>
      </pc:sldChg>
      <pc:sldChg chg="addSp delSp modSp add mod">
        <pc:chgData name="Ogburn, Sarah E" userId="c40d2df0-46c9-4be9-b5a6-5c158e399904" providerId="ADAL" clId="{05400B33-F57A-4BE0-B728-55A99BA5F2C8}" dt="2023-06-23T20:01:19.602" v="837" actId="1076"/>
        <pc:sldMkLst>
          <pc:docMk/>
          <pc:sldMk cId="4089178007" sldId="481"/>
        </pc:sldMkLst>
        <pc:spChg chg="mod">
          <ac:chgData name="Ogburn, Sarah E" userId="c40d2df0-46c9-4be9-b5a6-5c158e399904" providerId="ADAL" clId="{05400B33-F57A-4BE0-B728-55A99BA5F2C8}" dt="2023-06-23T19:48:56.529" v="779" actId="20577"/>
          <ac:spMkLst>
            <pc:docMk/>
            <pc:sldMk cId="4089178007" sldId="481"/>
            <ac:spMk id="6" creationId="{FDA92FC3-9F5A-BE16-37DA-F72497878EFB}"/>
          </ac:spMkLst>
        </pc:spChg>
        <pc:grpChg chg="add mod">
          <ac:chgData name="Ogburn, Sarah E" userId="c40d2df0-46c9-4be9-b5a6-5c158e399904" providerId="ADAL" clId="{05400B33-F57A-4BE0-B728-55A99BA5F2C8}" dt="2023-06-23T19:50:29.094" v="786" actId="1076"/>
          <ac:grpSpMkLst>
            <pc:docMk/>
            <pc:sldMk cId="4089178007" sldId="481"/>
            <ac:grpSpMk id="3" creationId="{C5D44B55-1725-51AD-89E0-F4453E36F538}"/>
          </ac:grpSpMkLst>
        </pc:grpChg>
        <pc:picChg chg="mod modCrop">
          <ac:chgData name="Ogburn, Sarah E" userId="c40d2df0-46c9-4be9-b5a6-5c158e399904" providerId="ADAL" clId="{05400B33-F57A-4BE0-B728-55A99BA5F2C8}" dt="2023-06-23T19:48:47.422" v="767" actId="18131"/>
          <ac:picMkLst>
            <pc:docMk/>
            <pc:sldMk cId="4089178007" sldId="481"/>
            <ac:picMk id="4" creationId="{952A0C41-91C8-B6E5-1A4D-DEC2F1818A76}"/>
          </ac:picMkLst>
        </pc:picChg>
        <pc:picChg chg="del">
          <ac:chgData name="Ogburn, Sarah E" userId="c40d2df0-46c9-4be9-b5a6-5c158e399904" providerId="ADAL" clId="{05400B33-F57A-4BE0-B728-55A99BA5F2C8}" dt="2023-06-23T17:34:59.364" v="723" actId="478"/>
          <ac:picMkLst>
            <pc:docMk/>
            <pc:sldMk cId="4089178007" sldId="481"/>
            <ac:picMk id="5" creationId="{00000000-0000-0000-0000-000000000000}"/>
          </ac:picMkLst>
        </pc:picChg>
        <pc:picChg chg="add mod">
          <ac:chgData name="Ogburn, Sarah E" userId="c40d2df0-46c9-4be9-b5a6-5c158e399904" providerId="ADAL" clId="{05400B33-F57A-4BE0-B728-55A99BA5F2C8}" dt="2023-06-23T20:01:19.602" v="837" actId="1076"/>
          <ac:picMkLst>
            <pc:docMk/>
            <pc:sldMk cId="4089178007" sldId="481"/>
            <ac:picMk id="2050" creationId="{5176FAA8-AF29-6CCE-EAAC-D879DEB19A6F}"/>
          </ac:picMkLst>
        </pc:picChg>
      </pc:sldChg>
      <pc:sldChg chg="addSp delSp modSp add mod">
        <pc:chgData name="Ogburn, Sarah E" userId="c40d2df0-46c9-4be9-b5a6-5c158e399904" providerId="ADAL" clId="{05400B33-F57A-4BE0-B728-55A99BA5F2C8}" dt="2023-06-23T19:57:55.783" v="808" actId="1076"/>
        <pc:sldMkLst>
          <pc:docMk/>
          <pc:sldMk cId="267514937" sldId="482"/>
        </pc:sldMkLst>
        <pc:spChg chg="mod">
          <ac:chgData name="Ogburn, Sarah E" userId="c40d2df0-46c9-4be9-b5a6-5c158e399904" providerId="ADAL" clId="{05400B33-F57A-4BE0-B728-55A99BA5F2C8}" dt="2023-06-23T19:51:26.904" v="802" actId="20577"/>
          <ac:spMkLst>
            <pc:docMk/>
            <pc:sldMk cId="267514937" sldId="482"/>
            <ac:spMk id="6" creationId="{FDA92FC3-9F5A-BE16-37DA-F72497878EFB}"/>
          </ac:spMkLst>
        </pc:spChg>
        <pc:picChg chg="mod modCrop">
          <ac:chgData name="Ogburn, Sarah E" userId="c40d2df0-46c9-4be9-b5a6-5c158e399904" providerId="ADAL" clId="{05400B33-F57A-4BE0-B728-55A99BA5F2C8}" dt="2023-06-23T19:51:15.745" v="791" actId="18131"/>
          <ac:picMkLst>
            <pc:docMk/>
            <pc:sldMk cId="267514937" sldId="482"/>
            <ac:picMk id="4" creationId="{952A0C41-91C8-B6E5-1A4D-DEC2F1818A76}"/>
          </ac:picMkLst>
        </pc:picChg>
        <pc:picChg chg="del">
          <ac:chgData name="Ogburn, Sarah E" userId="c40d2df0-46c9-4be9-b5a6-5c158e399904" providerId="ADAL" clId="{05400B33-F57A-4BE0-B728-55A99BA5F2C8}" dt="2023-06-23T19:56:24.440" v="803" actId="478"/>
          <ac:picMkLst>
            <pc:docMk/>
            <pc:sldMk cId="267514937" sldId="482"/>
            <ac:picMk id="2050" creationId="{5176FAA8-AF29-6CCE-EAAC-D879DEB19A6F}"/>
          </ac:picMkLst>
        </pc:picChg>
        <pc:picChg chg="add del mod">
          <ac:chgData name="Ogburn, Sarah E" userId="c40d2df0-46c9-4be9-b5a6-5c158e399904" providerId="ADAL" clId="{05400B33-F57A-4BE0-B728-55A99BA5F2C8}" dt="2023-06-23T19:56:38.824" v="806" actId="478"/>
          <ac:picMkLst>
            <pc:docMk/>
            <pc:sldMk cId="267514937" sldId="482"/>
            <ac:picMk id="3074" creationId="{B13543D9-793D-F36A-5AC7-C12957F84880}"/>
          </ac:picMkLst>
        </pc:picChg>
        <pc:picChg chg="add mod">
          <ac:chgData name="Ogburn, Sarah E" userId="c40d2df0-46c9-4be9-b5a6-5c158e399904" providerId="ADAL" clId="{05400B33-F57A-4BE0-B728-55A99BA5F2C8}" dt="2023-06-23T19:57:55.783" v="808" actId="1076"/>
          <ac:picMkLst>
            <pc:docMk/>
            <pc:sldMk cId="267514937" sldId="482"/>
            <ac:picMk id="3076" creationId="{9B45CE3B-F847-B5BF-688D-F014E5C21461}"/>
          </ac:picMkLst>
        </pc:picChg>
      </pc:sldChg>
      <pc:sldChg chg="new del">
        <pc:chgData name="Ogburn, Sarah E" userId="c40d2df0-46c9-4be9-b5a6-5c158e399904" providerId="ADAL" clId="{05400B33-F57A-4BE0-B728-55A99BA5F2C8}" dt="2023-06-23T19:50:37.557" v="788" actId="2696"/>
        <pc:sldMkLst>
          <pc:docMk/>
          <pc:sldMk cId="4193035603" sldId="482"/>
        </pc:sldMkLst>
      </pc:sldChg>
      <pc:sldChg chg="addSp delSp modSp add mod">
        <pc:chgData name="Ogburn, Sarah E" userId="c40d2df0-46c9-4be9-b5a6-5c158e399904" providerId="ADAL" clId="{05400B33-F57A-4BE0-B728-55A99BA5F2C8}" dt="2023-06-23T20:01:54.349" v="861" actId="1076"/>
        <pc:sldMkLst>
          <pc:docMk/>
          <pc:sldMk cId="1669700401" sldId="483"/>
        </pc:sldMkLst>
        <pc:spChg chg="mod">
          <ac:chgData name="Ogburn, Sarah E" userId="c40d2df0-46c9-4be9-b5a6-5c158e399904" providerId="ADAL" clId="{05400B33-F57A-4BE0-B728-55A99BA5F2C8}" dt="2023-06-23T20:00:13.153" v="832" actId="1076"/>
          <ac:spMkLst>
            <pc:docMk/>
            <pc:sldMk cId="1669700401" sldId="483"/>
            <ac:spMk id="6" creationId="{FDA92FC3-9F5A-BE16-37DA-F72497878EFB}"/>
          </ac:spMkLst>
        </pc:spChg>
        <pc:spChg chg="add mod">
          <ac:chgData name="Ogburn, Sarah E" userId="c40d2df0-46c9-4be9-b5a6-5c158e399904" providerId="ADAL" clId="{05400B33-F57A-4BE0-B728-55A99BA5F2C8}" dt="2023-06-23T20:01:54.349" v="861" actId="1076"/>
          <ac:spMkLst>
            <pc:docMk/>
            <pc:sldMk cId="1669700401" sldId="483"/>
            <ac:spMk id="7" creationId="{B87335C0-1D42-2458-DD0C-5F7EE95B51C7}"/>
          </ac:spMkLst>
        </pc:spChg>
        <pc:picChg chg="mod modCrop">
          <ac:chgData name="Ogburn, Sarah E" userId="c40d2df0-46c9-4be9-b5a6-5c158e399904" providerId="ADAL" clId="{05400B33-F57A-4BE0-B728-55A99BA5F2C8}" dt="2023-06-23T19:59:52.267" v="810" actId="18131"/>
          <ac:picMkLst>
            <pc:docMk/>
            <pc:sldMk cId="1669700401" sldId="483"/>
            <ac:picMk id="4" creationId="{952A0C41-91C8-B6E5-1A4D-DEC2F1818A76}"/>
          </ac:picMkLst>
        </pc:picChg>
        <pc:picChg chg="del">
          <ac:chgData name="Ogburn, Sarah E" userId="c40d2df0-46c9-4be9-b5a6-5c158e399904" providerId="ADAL" clId="{05400B33-F57A-4BE0-B728-55A99BA5F2C8}" dt="2023-06-23T20:00:16.054" v="833" actId="478"/>
          <ac:picMkLst>
            <pc:docMk/>
            <pc:sldMk cId="1669700401" sldId="483"/>
            <ac:picMk id="3076" creationId="{9B45CE3B-F847-B5BF-688D-F014E5C21461}"/>
          </ac:picMkLst>
        </pc:picChg>
        <pc:picChg chg="add mod">
          <ac:chgData name="Ogburn, Sarah E" userId="c40d2df0-46c9-4be9-b5a6-5c158e399904" providerId="ADAL" clId="{05400B33-F57A-4BE0-B728-55A99BA5F2C8}" dt="2023-06-23T20:01:09.303" v="836" actId="14100"/>
          <ac:picMkLst>
            <pc:docMk/>
            <pc:sldMk cId="1669700401" sldId="483"/>
            <ac:picMk id="4098" creationId="{3CC63078-3A13-A17A-7E9E-8D5EA4F33224}"/>
          </ac:picMkLst>
        </pc:picChg>
      </pc:sldChg>
      <pc:sldChg chg="addSp delSp modSp add mod">
        <pc:chgData name="Ogburn, Sarah E" userId="c40d2df0-46c9-4be9-b5a6-5c158e399904" providerId="ADAL" clId="{05400B33-F57A-4BE0-B728-55A99BA5F2C8}" dt="2023-06-23T20:04:03.929" v="903" actId="20577"/>
        <pc:sldMkLst>
          <pc:docMk/>
          <pc:sldMk cId="440945705" sldId="484"/>
        </pc:sldMkLst>
        <pc:spChg chg="mod">
          <ac:chgData name="Ogburn, Sarah E" userId="c40d2df0-46c9-4be9-b5a6-5c158e399904" providerId="ADAL" clId="{05400B33-F57A-4BE0-B728-55A99BA5F2C8}" dt="2023-06-23T20:04:03.929" v="903" actId="20577"/>
          <ac:spMkLst>
            <pc:docMk/>
            <pc:sldMk cId="440945705" sldId="484"/>
            <ac:spMk id="7" creationId="{B87335C0-1D42-2458-DD0C-5F7EE95B51C7}"/>
          </ac:spMkLst>
        </pc:spChg>
        <pc:picChg chg="del">
          <ac:chgData name="Ogburn, Sarah E" userId="c40d2df0-46c9-4be9-b5a6-5c158e399904" providerId="ADAL" clId="{05400B33-F57A-4BE0-B728-55A99BA5F2C8}" dt="2023-06-23T20:02:55.951" v="863" actId="478"/>
          <ac:picMkLst>
            <pc:docMk/>
            <pc:sldMk cId="440945705" sldId="484"/>
            <ac:picMk id="4098" creationId="{3CC63078-3A13-A17A-7E9E-8D5EA4F33224}"/>
          </ac:picMkLst>
        </pc:picChg>
        <pc:picChg chg="add mod">
          <ac:chgData name="Ogburn, Sarah E" userId="c40d2df0-46c9-4be9-b5a6-5c158e399904" providerId="ADAL" clId="{05400B33-F57A-4BE0-B728-55A99BA5F2C8}" dt="2023-06-23T20:03:16.363" v="869" actId="1076"/>
          <ac:picMkLst>
            <pc:docMk/>
            <pc:sldMk cId="440945705" sldId="484"/>
            <ac:picMk id="5122" creationId="{0D730767-1D69-E6C0-8C51-B08ABF5C308F}"/>
          </ac:picMkLst>
        </pc:picChg>
      </pc:sldChg>
      <pc:sldChg chg="addSp modSp add mod">
        <pc:chgData name="Ogburn, Sarah E" userId="c40d2df0-46c9-4be9-b5a6-5c158e399904" providerId="ADAL" clId="{05400B33-F57A-4BE0-B728-55A99BA5F2C8}" dt="2023-06-23T21:49:44.604" v="1143" actId="14100"/>
        <pc:sldMkLst>
          <pc:docMk/>
          <pc:sldMk cId="1145606696" sldId="485"/>
        </pc:sldMkLst>
        <pc:spChg chg="mod">
          <ac:chgData name="Ogburn, Sarah E" userId="c40d2df0-46c9-4be9-b5a6-5c158e399904" providerId="ADAL" clId="{05400B33-F57A-4BE0-B728-55A99BA5F2C8}" dt="2023-06-23T21:49:44.604" v="1143" actId="14100"/>
          <ac:spMkLst>
            <pc:docMk/>
            <pc:sldMk cId="1145606696" sldId="485"/>
            <ac:spMk id="2" creationId="{00000000-0000-0000-0000-000000000000}"/>
          </ac:spMkLst>
        </pc:spChg>
        <pc:spChg chg="add mod">
          <ac:chgData name="Ogburn, Sarah E" userId="c40d2df0-46c9-4be9-b5a6-5c158e399904" providerId="ADAL" clId="{05400B33-F57A-4BE0-B728-55A99BA5F2C8}" dt="2023-06-23T21:46:32.528" v="1135" actId="113"/>
          <ac:spMkLst>
            <pc:docMk/>
            <pc:sldMk cId="1145606696" sldId="485"/>
            <ac:spMk id="5" creationId="{66BC8FFB-8041-14F2-F4BB-1F3460BDF223}"/>
          </ac:spMkLst>
        </pc:spChg>
      </pc:sldChg>
      <pc:sldChg chg="addSp delSp modSp add mod">
        <pc:chgData name="Ogburn, Sarah E" userId="c40d2df0-46c9-4be9-b5a6-5c158e399904" providerId="ADAL" clId="{05400B33-F57A-4BE0-B728-55A99BA5F2C8}" dt="2023-06-23T21:45:20.201" v="1069" actId="1076"/>
        <pc:sldMkLst>
          <pc:docMk/>
          <pc:sldMk cId="2934484154" sldId="486"/>
        </pc:sldMkLst>
        <pc:spChg chg="add del mod">
          <ac:chgData name="Ogburn, Sarah E" userId="c40d2df0-46c9-4be9-b5a6-5c158e399904" providerId="ADAL" clId="{05400B33-F57A-4BE0-B728-55A99BA5F2C8}" dt="2023-06-23T21:45:10.696" v="1067" actId="478"/>
          <ac:spMkLst>
            <pc:docMk/>
            <pc:sldMk cId="2934484154" sldId="486"/>
            <ac:spMk id="2" creationId="{9E575095-B47A-C762-D7C3-A4A4252A77AC}"/>
          </ac:spMkLst>
        </pc:spChg>
        <pc:spChg chg="add mod">
          <ac:chgData name="Ogburn, Sarah E" userId="c40d2df0-46c9-4be9-b5a6-5c158e399904" providerId="ADAL" clId="{05400B33-F57A-4BE0-B728-55A99BA5F2C8}" dt="2023-06-23T21:45:20.201" v="1069" actId="1076"/>
          <ac:spMkLst>
            <pc:docMk/>
            <pc:sldMk cId="2934484154" sldId="486"/>
            <ac:spMk id="3" creationId="{E2030A54-53EA-B531-CEE9-88EAA34B901A}"/>
          </ac:spMkLst>
        </pc:spChg>
        <pc:picChg chg="mod">
          <ac:chgData name="Ogburn, Sarah E" userId="c40d2df0-46c9-4be9-b5a6-5c158e399904" providerId="ADAL" clId="{05400B33-F57A-4BE0-B728-55A99BA5F2C8}" dt="2023-06-23T21:44:33.140" v="1059" actId="1076"/>
          <ac:picMkLst>
            <pc:docMk/>
            <pc:sldMk cId="2934484154" sldId="486"/>
            <ac:picMk id="19458" creationId="{00000000-0000-0000-0000-000000000000}"/>
          </ac:picMkLst>
        </pc:picChg>
        <pc:picChg chg="del">
          <ac:chgData name="Ogburn, Sarah E" userId="c40d2df0-46c9-4be9-b5a6-5c158e399904" providerId="ADAL" clId="{05400B33-F57A-4BE0-B728-55A99BA5F2C8}" dt="2023-06-23T21:44:15.489" v="1057" actId="478"/>
          <ac:picMkLst>
            <pc:docMk/>
            <pc:sldMk cId="2934484154" sldId="486"/>
            <ac:picMk id="19459" creationId="{00000000-0000-0000-0000-000000000000}"/>
          </ac:picMkLst>
        </pc:picChg>
      </pc:sldChg>
    </pc:docChg>
  </pc:docChgLst>
  <pc:docChgLst>
    <pc:chgData name="Ogburn, Sarah E" userId="c40d2df0-46c9-4be9-b5a6-5c158e399904" providerId="ADAL" clId="{49CC30DB-2C05-4E8B-A842-7963D1D42ED3}"/>
    <pc:docChg chg="undo custSel modSld">
      <pc:chgData name="Ogburn, Sarah E" userId="c40d2df0-46c9-4be9-b5a6-5c158e399904" providerId="ADAL" clId="{49CC30DB-2C05-4E8B-A842-7963D1D42ED3}" dt="2024-06-14T21:26:07.596" v="82"/>
      <pc:docMkLst>
        <pc:docMk/>
      </pc:docMkLst>
      <pc:sldChg chg="addSp modSp">
        <pc:chgData name="Ogburn, Sarah E" userId="c40d2df0-46c9-4be9-b5a6-5c158e399904" providerId="ADAL" clId="{49CC30DB-2C05-4E8B-A842-7963D1D42ED3}" dt="2024-06-14T21:18:51.178" v="1"/>
        <pc:sldMkLst>
          <pc:docMk/>
          <pc:sldMk cId="554041295" sldId="257"/>
        </pc:sldMkLst>
        <pc:picChg chg="add mod">
          <ac:chgData name="Ogburn, Sarah E" userId="c40d2df0-46c9-4be9-b5a6-5c158e399904" providerId="ADAL" clId="{49CC30DB-2C05-4E8B-A842-7963D1D42ED3}" dt="2024-06-14T21:18:51.178" v="1"/>
          <ac:picMkLst>
            <pc:docMk/>
            <pc:sldMk cId="554041295" sldId="257"/>
            <ac:picMk id="6" creationId="{3C9D5338-D7DD-B1B1-8CED-87AAD5B62228}"/>
          </ac:picMkLst>
        </pc:picChg>
        <pc:picChg chg="add mod">
          <ac:chgData name="Ogburn, Sarah E" userId="c40d2df0-46c9-4be9-b5a6-5c158e399904" providerId="ADAL" clId="{49CC30DB-2C05-4E8B-A842-7963D1D42ED3}" dt="2024-06-14T21:18:51.178" v="1"/>
          <ac:picMkLst>
            <pc:docMk/>
            <pc:sldMk cId="554041295" sldId="257"/>
            <ac:picMk id="8" creationId="{6D54960A-A248-9F98-3C6D-0317DDE95696}"/>
          </ac:picMkLst>
        </pc:picChg>
      </pc:sldChg>
      <pc:sldChg chg="addSp modSp">
        <pc:chgData name="Ogburn, Sarah E" userId="c40d2df0-46c9-4be9-b5a6-5c158e399904" providerId="ADAL" clId="{49CC30DB-2C05-4E8B-A842-7963D1D42ED3}" dt="2024-06-14T21:18:56.641" v="3"/>
        <pc:sldMkLst>
          <pc:docMk/>
          <pc:sldMk cId="2759957147" sldId="258"/>
        </pc:sldMkLst>
        <pc:picChg chg="add mod">
          <ac:chgData name="Ogburn, Sarah E" userId="c40d2df0-46c9-4be9-b5a6-5c158e399904" providerId="ADAL" clId="{49CC30DB-2C05-4E8B-A842-7963D1D42ED3}" dt="2024-06-14T21:18:56.641" v="3"/>
          <ac:picMkLst>
            <pc:docMk/>
            <pc:sldMk cId="2759957147" sldId="258"/>
            <ac:picMk id="3" creationId="{B4BDE603-689E-6091-F743-77534A239A08}"/>
          </ac:picMkLst>
        </pc:picChg>
        <pc:picChg chg="add mod">
          <ac:chgData name="Ogburn, Sarah E" userId="c40d2df0-46c9-4be9-b5a6-5c158e399904" providerId="ADAL" clId="{49CC30DB-2C05-4E8B-A842-7963D1D42ED3}" dt="2024-06-14T21:18:56.641" v="3"/>
          <ac:picMkLst>
            <pc:docMk/>
            <pc:sldMk cId="2759957147" sldId="258"/>
            <ac:picMk id="4" creationId="{4459E64A-F108-AA15-A3A5-05E874672C7A}"/>
          </ac:picMkLst>
        </pc:picChg>
      </pc:sldChg>
      <pc:sldChg chg="addSp modSp">
        <pc:chgData name="Ogburn, Sarah E" userId="c40d2df0-46c9-4be9-b5a6-5c158e399904" providerId="ADAL" clId="{49CC30DB-2C05-4E8B-A842-7963D1D42ED3}" dt="2024-06-14T21:18:54.268" v="2"/>
        <pc:sldMkLst>
          <pc:docMk/>
          <pc:sldMk cId="381394141" sldId="261"/>
        </pc:sldMkLst>
        <pc:picChg chg="add mod">
          <ac:chgData name="Ogburn, Sarah E" userId="c40d2df0-46c9-4be9-b5a6-5c158e399904" providerId="ADAL" clId="{49CC30DB-2C05-4E8B-A842-7963D1D42ED3}" dt="2024-06-14T21:18:54.268" v="2"/>
          <ac:picMkLst>
            <pc:docMk/>
            <pc:sldMk cId="381394141" sldId="261"/>
            <ac:picMk id="4" creationId="{7C6253BD-ACB4-8791-6E28-E170DB2255D8}"/>
          </ac:picMkLst>
        </pc:picChg>
        <pc:picChg chg="add mod">
          <ac:chgData name="Ogburn, Sarah E" userId="c40d2df0-46c9-4be9-b5a6-5c158e399904" providerId="ADAL" clId="{49CC30DB-2C05-4E8B-A842-7963D1D42ED3}" dt="2024-06-14T21:18:54.268" v="2"/>
          <ac:picMkLst>
            <pc:docMk/>
            <pc:sldMk cId="381394141" sldId="261"/>
            <ac:picMk id="5" creationId="{33D6759F-2694-0F92-5291-370AE0A1DD48}"/>
          </ac:picMkLst>
        </pc:picChg>
      </pc:sldChg>
      <pc:sldChg chg="addSp modSp">
        <pc:chgData name="Ogburn, Sarah E" userId="c40d2df0-46c9-4be9-b5a6-5c158e399904" providerId="ADAL" clId="{49CC30DB-2C05-4E8B-A842-7963D1D42ED3}" dt="2024-06-14T21:18:58.480" v="4"/>
        <pc:sldMkLst>
          <pc:docMk/>
          <pc:sldMk cId="716309508" sldId="262"/>
        </pc:sldMkLst>
        <pc:picChg chg="add mod">
          <ac:chgData name="Ogburn, Sarah E" userId="c40d2df0-46c9-4be9-b5a6-5c158e399904" providerId="ADAL" clId="{49CC30DB-2C05-4E8B-A842-7963D1D42ED3}" dt="2024-06-14T21:18:58.480" v="4"/>
          <ac:picMkLst>
            <pc:docMk/>
            <pc:sldMk cId="716309508" sldId="262"/>
            <ac:picMk id="4" creationId="{549CBDD8-FAA5-43B3-CC3F-61CEFE494ABE}"/>
          </ac:picMkLst>
        </pc:picChg>
        <pc:picChg chg="add mod">
          <ac:chgData name="Ogburn, Sarah E" userId="c40d2df0-46c9-4be9-b5a6-5c158e399904" providerId="ADAL" clId="{49CC30DB-2C05-4E8B-A842-7963D1D42ED3}" dt="2024-06-14T21:18:58.480" v="4"/>
          <ac:picMkLst>
            <pc:docMk/>
            <pc:sldMk cId="716309508" sldId="262"/>
            <ac:picMk id="5" creationId="{00031700-8E0C-4A39-2A8A-0265ABD93577}"/>
          </ac:picMkLst>
        </pc:picChg>
      </pc:sldChg>
      <pc:sldChg chg="addSp modSp">
        <pc:chgData name="Ogburn, Sarah E" userId="c40d2df0-46c9-4be9-b5a6-5c158e399904" providerId="ADAL" clId="{49CC30DB-2C05-4E8B-A842-7963D1D42ED3}" dt="2024-06-14T21:18:49.733" v="0"/>
        <pc:sldMkLst>
          <pc:docMk/>
          <pc:sldMk cId="121811507" sldId="266"/>
        </pc:sldMkLst>
        <pc:picChg chg="add mod">
          <ac:chgData name="Ogburn, Sarah E" userId="c40d2df0-46c9-4be9-b5a6-5c158e399904" providerId="ADAL" clId="{49CC30DB-2C05-4E8B-A842-7963D1D42ED3}" dt="2024-06-14T21:18:49.733" v="0"/>
          <ac:picMkLst>
            <pc:docMk/>
            <pc:sldMk cId="121811507" sldId="266"/>
            <ac:picMk id="4" creationId="{702B1852-5808-2E58-0188-3EA380E267C9}"/>
          </ac:picMkLst>
        </pc:picChg>
        <pc:picChg chg="add mod">
          <ac:chgData name="Ogburn, Sarah E" userId="c40d2df0-46c9-4be9-b5a6-5c158e399904" providerId="ADAL" clId="{49CC30DB-2C05-4E8B-A842-7963D1D42ED3}" dt="2024-06-14T21:18:49.733" v="0"/>
          <ac:picMkLst>
            <pc:docMk/>
            <pc:sldMk cId="121811507" sldId="266"/>
            <ac:picMk id="7" creationId="{789391D0-A0B0-E389-3C56-085E9BED3D74}"/>
          </ac:picMkLst>
        </pc:picChg>
      </pc:sldChg>
      <pc:sldChg chg="addSp modSp">
        <pc:chgData name="Ogburn, Sarah E" userId="c40d2df0-46c9-4be9-b5a6-5c158e399904" providerId="ADAL" clId="{49CC30DB-2C05-4E8B-A842-7963D1D42ED3}" dt="2024-06-14T21:19:01.955" v="6"/>
        <pc:sldMkLst>
          <pc:docMk/>
          <pc:sldMk cId="1804998734" sldId="267"/>
        </pc:sldMkLst>
        <pc:picChg chg="add mod">
          <ac:chgData name="Ogburn, Sarah E" userId="c40d2df0-46c9-4be9-b5a6-5c158e399904" providerId="ADAL" clId="{49CC30DB-2C05-4E8B-A842-7963D1D42ED3}" dt="2024-06-14T21:19:01.955" v="6"/>
          <ac:picMkLst>
            <pc:docMk/>
            <pc:sldMk cId="1804998734" sldId="267"/>
            <ac:picMk id="3" creationId="{7DBD74F0-2352-F76F-5B34-576EB17B60CD}"/>
          </ac:picMkLst>
        </pc:picChg>
        <pc:picChg chg="add mod">
          <ac:chgData name="Ogburn, Sarah E" userId="c40d2df0-46c9-4be9-b5a6-5c158e399904" providerId="ADAL" clId="{49CC30DB-2C05-4E8B-A842-7963D1D42ED3}" dt="2024-06-14T21:19:01.955" v="6"/>
          <ac:picMkLst>
            <pc:docMk/>
            <pc:sldMk cId="1804998734" sldId="267"/>
            <ac:picMk id="4" creationId="{97A6C19F-35BA-5C51-81C3-E034363E8D8E}"/>
          </ac:picMkLst>
        </pc:picChg>
      </pc:sldChg>
      <pc:sldChg chg="addSp modSp">
        <pc:chgData name="Ogburn, Sarah E" userId="c40d2df0-46c9-4be9-b5a6-5c158e399904" providerId="ADAL" clId="{49CC30DB-2C05-4E8B-A842-7963D1D42ED3}" dt="2024-06-14T21:19:08.709" v="7"/>
        <pc:sldMkLst>
          <pc:docMk/>
          <pc:sldMk cId="2821153153" sldId="284"/>
        </pc:sldMkLst>
        <pc:picChg chg="add mod">
          <ac:chgData name="Ogburn, Sarah E" userId="c40d2df0-46c9-4be9-b5a6-5c158e399904" providerId="ADAL" clId="{49CC30DB-2C05-4E8B-A842-7963D1D42ED3}" dt="2024-06-14T21:19:08.709" v="7"/>
          <ac:picMkLst>
            <pc:docMk/>
            <pc:sldMk cId="2821153153" sldId="284"/>
            <ac:picMk id="4" creationId="{FEB9927C-3551-DB9F-E3FA-978F2A882C0A}"/>
          </ac:picMkLst>
        </pc:picChg>
        <pc:picChg chg="add mod">
          <ac:chgData name="Ogburn, Sarah E" userId="c40d2df0-46c9-4be9-b5a6-5c158e399904" providerId="ADAL" clId="{49CC30DB-2C05-4E8B-A842-7963D1D42ED3}" dt="2024-06-14T21:19:08.709" v="7"/>
          <ac:picMkLst>
            <pc:docMk/>
            <pc:sldMk cId="2821153153" sldId="284"/>
            <ac:picMk id="6" creationId="{BFC540CB-0527-C872-79F5-5BB11D492D52}"/>
          </ac:picMkLst>
        </pc:picChg>
      </pc:sldChg>
      <pc:sldChg chg="addSp modSp">
        <pc:chgData name="Ogburn, Sarah E" userId="c40d2df0-46c9-4be9-b5a6-5c158e399904" providerId="ADAL" clId="{49CC30DB-2C05-4E8B-A842-7963D1D42ED3}" dt="2024-06-14T21:19:11.038" v="9"/>
        <pc:sldMkLst>
          <pc:docMk/>
          <pc:sldMk cId="3172257097" sldId="286"/>
        </pc:sldMkLst>
        <pc:picChg chg="add mod">
          <ac:chgData name="Ogburn, Sarah E" userId="c40d2df0-46c9-4be9-b5a6-5c158e399904" providerId="ADAL" clId="{49CC30DB-2C05-4E8B-A842-7963D1D42ED3}" dt="2024-06-14T21:19:11.038" v="9"/>
          <ac:picMkLst>
            <pc:docMk/>
            <pc:sldMk cId="3172257097" sldId="286"/>
            <ac:picMk id="2" creationId="{A8AC2BBE-DE30-6023-904B-67D4D0343357}"/>
          </ac:picMkLst>
        </pc:picChg>
        <pc:picChg chg="add mod">
          <ac:chgData name="Ogburn, Sarah E" userId="c40d2df0-46c9-4be9-b5a6-5c158e399904" providerId="ADAL" clId="{49CC30DB-2C05-4E8B-A842-7963D1D42ED3}" dt="2024-06-14T21:19:11.038" v="9"/>
          <ac:picMkLst>
            <pc:docMk/>
            <pc:sldMk cId="3172257097" sldId="286"/>
            <ac:picMk id="3" creationId="{E439C2D2-7BF0-5B7A-F34C-33A7D7F866CE}"/>
          </ac:picMkLst>
        </pc:picChg>
      </pc:sldChg>
      <pc:sldChg chg="addSp modSp">
        <pc:chgData name="Ogburn, Sarah E" userId="c40d2df0-46c9-4be9-b5a6-5c158e399904" providerId="ADAL" clId="{49CC30DB-2C05-4E8B-A842-7963D1D42ED3}" dt="2024-06-14T21:19:09.815" v="8"/>
        <pc:sldMkLst>
          <pc:docMk/>
          <pc:sldMk cId="2005951018" sldId="287"/>
        </pc:sldMkLst>
        <pc:picChg chg="add mod">
          <ac:chgData name="Ogburn, Sarah E" userId="c40d2df0-46c9-4be9-b5a6-5c158e399904" providerId="ADAL" clId="{49CC30DB-2C05-4E8B-A842-7963D1D42ED3}" dt="2024-06-14T21:19:09.815" v="8"/>
          <ac:picMkLst>
            <pc:docMk/>
            <pc:sldMk cId="2005951018" sldId="287"/>
            <ac:picMk id="2" creationId="{B2E8833E-9F74-49D8-2FE4-1312E4F3D4D4}"/>
          </ac:picMkLst>
        </pc:picChg>
        <pc:picChg chg="add mod">
          <ac:chgData name="Ogburn, Sarah E" userId="c40d2df0-46c9-4be9-b5a6-5c158e399904" providerId="ADAL" clId="{49CC30DB-2C05-4E8B-A842-7963D1D42ED3}" dt="2024-06-14T21:19:09.815" v="8"/>
          <ac:picMkLst>
            <pc:docMk/>
            <pc:sldMk cId="2005951018" sldId="287"/>
            <ac:picMk id="4" creationId="{8152DD07-37F7-3F9B-726C-B4A7792DE518}"/>
          </ac:picMkLst>
        </pc:picChg>
      </pc:sldChg>
      <pc:sldChg chg="addSp modSp mod">
        <pc:chgData name="Ogburn, Sarah E" userId="c40d2df0-46c9-4be9-b5a6-5c158e399904" providerId="ADAL" clId="{49CC30DB-2C05-4E8B-A842-7963D1D42ED3}" dt="2024-06-14T21:24:10.065" v="46" actId="1076"/>
        <pc:sldMkLst>
          <pc:docMk/>
          <pc:sldMk cId="561686059" sldId="305"/>
        </pc:sldMkLst>
        <pc:spChg chg="add mod">
          <ac:chgData name="Ogburn, Sarah E" userId="c40d2df0-46c9-4be9-b5a6-5c158e399904" providerId="ADAL" clId="{49CC30DB-2C05-4E8B-A842-7963D1D42ED3}" dt="2024-06-14T21:24:10.065" v="46" actId="1076"/>
          <ac:spMkLst>
            <pc:docMk/>
            <pc:sldMk cId="561686059" sldId="305"/>
            <ac:spMk id="3" creationId="{D112C598-1777-0AAB-631A-9D80C243BD1C}"/>
          </ac:spMkLst>
        </pc:spChg>
        <pc:spChg chg="mod">
          <ac:chgData name="Ogburn, Sarah E" userId="c40d2df0-46c9-4be9-b5a6-5c158e399904" providerId="ADAL" clId="{49CC30DB-2C05-4E8B-A842-7963D1D42ED3}" dt="2024-06-14T21:23:12.776" v="30" actId="113"/>
          <ac:spMkLst>
            <pc:docMk/>
            <pc:sldMk cId="561686059" sldId="305"/>
            <ac:spMk id="11" creationId="{D83B0647-58D9-046F-CEC7-92D22714902E}"/>
          </ac:spMkLst>
        </pc:spChg>
        <pc:grpChg chg="mod">
          <ac:chgData name="Ogburn, Sarah E" userId="c40d2df0-46c9-4be9-b5a6-5c158e399904" providerId="ADAL" clId="{49CC30DB-2C05-4E8B-A842-7963D1D42ED3}" dt="2024-06-14T21:22:42.869" v="21" actId="1076"/>
          <ac:grpSpMkLst>
            <pc:docMk/>
            <pc:sldMk cId="561686059" sldId="305"/>
            <ac:grpSpMk id="19" creationId="{32544FDA-1F52-9E72-2E61-F719BA7C58CB}"/>
          </ac:grpSpMkLst>
        </pc:grpChg>
      </pc:sldChg>
      <pc:sldChg chg="addSp modSp">
        <pc:chgData name="Ogburn, Sarah E" userId="c40d2df0-46c9-4be9-b5a6-5c158e399904" providerId="ADAL" clId="{49CC30DB-2C05-4E8B-A842-7963D1D42ED3}" dt="2024-06-14T21:19:20.296" v="11"/>
        <pc:sldMkLst>
          <pc:docMk/>
          <pc:sldMk cId="2641657311" sldId="477"/>
        </pc:sldMkLst>
        <pc:picChg chg="add mod">
          <ac:chgData name="Ogburn, Sarah E" userId="c40d2df0-46c9-4be9-b5a6-5c158e399904" providerId="ADAL" clId="{49CC30DB-2C05-4E8B-A842-7963D1D42ED3}" dt="2024-06-14T21:19:20.296" v="11"/>
          <ac:picMkLst>
            <pc:docMk/>
            <pc:sldMk cId="2641657311" sldId="477"/>
            <ac:picMk id="5" creationId="{BC7E35C3-B95A-2365-8FFF-7E847982C023}"/>
          </ac:picMkLst>
        </pc:picChg>
        <pc:picChg chg="add mod">
          <ac:chgData name="Ogburn, Sarah E" userId="c40d2df0-46c9-4be9-b5a6-5c158e399904" providerId="ADAL" clId="{49CC30DB-2C05-4E8B-A842-7963D1D42ED3}" dt="2024-06-14T21:19:20.296" v="11"/>
          <ac:picMkLst>
            <pc:docMk/>
            <pc:sldMk cId="2641657311" sldId="477"/>
            <ac:picMk id="6" creationId="{8E3FB451-B049-C187-1075-CC95F44BC1EC}"/>
          </ac:picMkLst>
        </pc:picChg>
      </pc:sldChg>
      <pc:sldChg chg="addSp modSp">
        <pc:chgData name="Ogburn, Sarah E" userId="c40d2df0-46c9-4be9-b5a6-5c158e399904" providerId="ADAL" clId="{49CC30DB-2C05-4E8B-A842-7963D1D42ED3}" dt="2024-06-14T21:18:59.473" v="5"/>
        <pc:sldMkLst>
          <pc:docMk/>
          <pc:sldMk cId="2228273672" sldId="479"/>
        </pc:sldMkLst>
        <pc:picChg chg="add mod">
          <ac:chgData name="Ogburn, Sarah E" userId="c40d2df0-46c9-4be9-b5a6-5c158e399904" providerId="ADAL" clId="{49CC30DB-2C05-4E8B-A842-7963D1D42ED3}" dt="2024-06-14T21:18:59.473" v="5"/>
          <ac:picMkLst>
            <pc:docMk/>
            <pc:sldMk cId="2228273672" sldId="479"/>
            <ac:picMk id="5" creationId="{9C7C1AF8-4192-273B-C97F-1A2CF3273021}"/>
          </ac:picMkLst>
        </pc:picChg>
        <pc:picChg chg="add mod">
          <ac:chgData name="Ogburn, Sarah E" userId="c40d2df0-46c9-4be9-b5a6-5c158e399904" providerId="ADAL" clId="{49CC30DB-2C05-4E8B-A842-7963D1D42ED3}" dt="2024-06-14T21:18:59.473" v="5"/>
          <ac:picMkLst>
            <pc:docMk/>
            <pc:sldMk cId="2228273672" sldId="479"/>
            <ac:picMk id="6" creationId="{D8C37500-B951-CA48-A514-B496285263A9}"/>
          </ac:picMkLst>
        </pc:picChg>
      </pc:sldChg>
      <pc:sldChg chg="addSp modSp mod">
        <pc:chgData name="Ogburn, Sarah E" userId="c40d2df0-46c9-4be9-b5a6-5c158e399904" providerId="ADAL" clId="{49CC30DB-2C05-4E8B-A842-7963D1D42ED3}" dt="2024-06-14T21:24:06.653" v="44" actId="1076"/>
        <pc:sldMkLst>
          <pc:docMk/>
          <pc:sldMk cId="4089178007" sldId="481"/>
        </pc:sldMkLst>
        <pc:spChg chg="add mod">
          <ac:chgData name="Ogburn, Sarah E" userId="c40d2df0-46c9-4be9-b5a6-5c158e399904" providerId="ADAL" clId="{49CC30DB-2C05-4E8B-A842-7963D1D42ED3}" dt="2024-06-14T21:24:06.653" v="44" actId="1076"/>
          <ac:spMkLst>
            <pc:docMk/>
            <pc:sldMk cId="4089178007" sldId="481"/>
            <ac:spMk id="5" creationId="{48B8BDD8-459B-DA8A-B2AA-710FE6259C03}"/>
          </ac:spMkLst>
        </pc:spChg>
        <pc:spChg chg="mod">
          <ac:chgData name="Ogburn, Sarah E" userId="c40d2df0-46c9-4be9-b5a6-5c158e399904" providerId="ADAL" clId="{49CC30DB-2C05-4E8B-A842-7963D1D42ED3}" dt="2024-06-14T21:23:19.571" v="32" actId="113"/>
          <ac:spMkLst>
            <pc:docMk/>
            <pc:sldMk cId="4089178007" sldId="481"/>
            <ac:spMk id="6" creationId="{FDA92FC3-9F5A-BE16-37DA-F72497878EFB}"/>
          </ac:spMkLst>
        </pc:spChg>
        <pc:grpChg chg="mod">
          <ac:chgData name="Ogburn, Sarah E" userId="c40d2df0-46c9-4be9-b5a6-5c158e399904" providerId="ADAL" clId="{49CC30DB-2C05-4E8B-A842-7963D1D42ED3}" dt="2024-06-14T21:23:00.130" v="26" actId="1076"/>
          <ac:grpSpMkLst>
            <pc:docMk/>
            <pc:sldMk cId="4089178007" sldId="481"/>
            <ac:grpSpMk id="3" creationId="{C5D44B55-1725-51AD-89E0-F4453E36F538}"/>
          </ac:grpSpMkLst>
        </pc:grpChg>
      </pc:sldChg>
      <pc:sldChg chg="addSp modSp mod">
        <pc:chgData name="Ogburn, Sarah E" userId="c40d2df0-46c9-4be9-b5a6-5c158e399904" providerId="ADAL" clId="{49CC30DB-2C05-4E8B-A842-7963D1D42ED3}" dt="2024-06-14T21:23:55.623" v="42" actId="208"/>
        <pc:sldMkLst>
          <pc:docMk/>
          <pc:sldMk cId="267514937" sldId="482"/>
        </pc:sldMkLst>
        <pc:spChg chg="add mod">
          <ac:chgData name="Ogburn, Sarah E" userId="c40d2df0-46c9-4be9-b5a6-5c158e399904" providerId="ADAL" clId="{49CC30DB-2C05-4E8B-A842-7963D1D42ED3}" dt="2024-06-14T21:23:55.623" v="42" actId="208"/>
          <ac:spMkLst>
            <pc:docMk/>
            <pc:sldMk cId="267514937" sldId="482"/>
            <ac:spMk id="5" creationId="{48F096E9-AD97-602F-6C80-C331B489E8DF}"/>
          </ac:spMkLst>
        </pc:spChg>
        <pc:spChg chg="mod">
          <ac:chgData name="Ogburn, Sarah E" userId="c40d2df0-46c9-4be9-b5a6-5c158e399904" providerId="ADAL" clId="{49CC30DB-2C05-4E8B-A842-7963D1D42ED3}" dt="2024-06-14T21:23:40.295" v="39" actId="1076"/>
          <ac:spMkLst>
            <pc:docMk/>
            <pc:sldMk cId="267514937" sldId="482"/>
            <ac:spMk id="6" creationId="{FDA92FC3-9F5A-BE16-37DA-F72497878EFB}"/>
          </ac:spMkLst>
        </pc:spChg>
        <pc:grpChg chg="mod">
          <ac:chgData name="Ogburn, Sarah E" userId="c40d2df0-46c9-4be9-b5a6-5c158e399904" providerId="ADAL" clId="{49CC30DB-2C05-4E8B-A842-7963D1D42ED3}" dt="2024-06-14T21:23:30.589" v="35" actId="1076"/>
          <ac:grpSpMkLst>
            <pc:docMk/>
            <pc:sldMk cId="267514937" sldId="482"/>
            <ac:grpSpMk id="3" creationId="{C5D44B55-1725-51AD-89E0-F4453E36F538}"/>
          </ac:grpSpMkLst>
        </pc:grpChg>
      </pc:sldChg>
      <pc:sldChg chg="addSp delSp modSp mod">
        <pc:chgData name="Ogburn, Sarah E" userId="c40d2df0-46c9-4be9-b5a6-5c158e399904" providerId="ADAL" clId="{49CC30DB-2C05-4E8B-A842-7963D1D42ED3}" dt="2024-06-14T21:25:46.928" v="78" actId="170"/>
        <pc:sldMkLst>
          <pc:docMk/>
          <pc:sldMk cId="1669700401" sldId="483"/>
        </pc:sldMkLst>
        <pc:spChg chg="add mod">
          <ac:chgData name="Ogburn, Sarah E" userId="c40d2df0-46c9-4be9-b5a6-5c158e399904" providerId="ADAL" clId="{49CC30DB-2C05-4E8B-A842-7963D1D42ED3}" dt="2024-06-14T21:25:34.996" v="73" actId="1076"/>
          <ac:spMkLst>
            <pc:docMk/>
            <pc:sldMk cId="1669700401" sldId="483"/>
            <ac:spMk id="5" creationId="{356628C3-07B3-CB3A-BE02-69B5AB9C49E5}"/>
          </ac:spMkLst>
        </pc:spChg>
        <pc:spChg chg="mod ord topLvl">
          <ac:chgData name="Ogburn, Sarah E" userId="c40d2df0-46c9-4be9-b5a6-5c158e399904" providerId="ADAL" clId="{49CC30DB-2C05-4E8B-A842-7963D1D42ED3}" dt="2024-06-14T21:25:34.336" v="72" actId="166"/>
          <ac:spMkLst>
            <pc:docMk/>
            <pc:sldMk cId="1669700401" sldId="483"/>
            <ac:spMk id="6" creationId="{FDA92FC3-9F5A-BE16-37DA-F72497878EFB}"/>
          </ac:spMkLst>
        </pc:spChg>
        <pc:spChg chg="mod">
          <ac:chgData name="Ogburn, Sarah E" userId="c40d2df0-46c9-4be9-b5a6-5c158e399904" providerId="ADAL" clId="{49CC30DB-2C05-4E8B-A842-7963D1D42ED3}" dt="2024-06-14T21:22:08.613" v="14" actId="1076"/>
          <ac:spMkLst>
            <pc:docMk/>
            <pc:sldMk cId="1669700401" sldId="483"/>
            <ac:spMk id="7" creationId="{B87335C0-1D42-2458-DD0C-5F7EE95B51C7}"/>
          </ac:spMkLst>
        </pc:spChg>
        <pc:spChg chg="add mod ord">
          <ac:chgData name="Ogburn, Sarah E" userId="c40d2df0-46c9-4be9-b5a6-5c158e399904" providerId="ADAL" clId="{49CC30DB-2C05-4E8B-A842-7963D1D42ED3}" dt="2024-06-14T21:25:46.928" v="78" actId="170"/>
          <ac:spMkLst>
            <pc:docMk/>
            <pc:sldMk cId="1669700401" sldId="483"/>
            <ac:spMk id="8" creationId="{957DF8C4-9723-7F7A-0F23-5A38ECFEE5E5}"/>
          </ac:spMkLst>
        </pc:spChg>
        <pc:spChg chg="add del mod">
          <ac:chgData name="Ogburn, Sarah E" userId="c40d2df0-46c9-4be9-b5a6-5c158e399904" providerId="ADAL" clId="{49CC30DB-2C05-4E8B-A842-7963D1D42ED3}" dt="2024-06-14T21:25:45.091" v="77" actId="478"/>
          <ac:spMkLst>
            <pc:docMk/>
            <pc:sldMk cId="1669700401" sldId="483"/>
            <ac:spMk id="9" creationId="{D76AF318-9FF7-9969-F861-8511F43B82FC}"/>
          </ac:spMkLst>
        </pc:spChg>
        <pc:grpChg chg="del mod">
          <ac:chgData name="Ogburn, Sarah E" userId="c40d2df0-46c9-4be9-b5a6-5c158e399904" providerId="ADAL" clId="{49CC30DB-2C05-4E8B-A842-7963D1D42ED3}" dt="2024-06-14T21:25:25.389" v="69" actId="165"/>
          <ac:grpSpMkLst>
            <pc:docMk/>
            <pc:sldMk cId="1669700401" sldId="483"/>
            <ac:grpSpMk id="3" creationId="{C5D44B55-1725-51AD-89E0-F4453E36F538}"/>
          </ac:grpSpMkLst>
        </pc:grpChg>
        <pc:picChg chg="mod ord topLvl">
          <ac:chgData name="Ogburn, Sarah E" userId="c40d2df0-46c9-4be9-b5a6-5c158e399904" providerId="ADAL" clId="{49CC30DB-2C05-4E8B-A842-7963D1D42ED3}" dt="2024-06-14T21:25:26.340" v="70" actId="170"/>
          <ac:picMkLst>
            <pc:docMk/>
            <pc:sldMk cId="1669700401" sldId="483"/>
            <ac:picMk id="4" creationId="{952A0C41-91C8-B6E5-1A4D-DEC2F1818A76}"/>
          </ac:picMkLst>
        </pc:picChg>
        <pc:picChg chg="mod">
          <ac:chgData name="Ogburn, Sarah E" userId="c40d2df0-46c9-4be9-b5a6-5c158e399904" providerId="ADAL" clId="{49CC30DB-2C05-4E8B-A842-7963D1D42ED3}" dt="2024-06-14T21:24:35.759" v="51" actId="14100"/>
          <ac:picMkLst>
            <pc:docMk/>
            <pc:sldMk cId="1669700401" sldId="483"/>
            <ac:picMk id="4098" creationId="{3CC63078-3A13-A17A-7E9E-8D5EA4F33224}"/>
          </ac:picMkLst>
        </pc:picChg>
      </pc:sldChg>
      <pc:sldChg chg="addSp delSp modSp mod">
        <pc:chgData name="Ogburn, Sarah E" userId="c40d2df0-46c9-4be9-b5a6-5c158e399904" providerId="ADAL" clId="{49CC30DB-2C05-4E8B-A842-7963D1D42ED3}" dt="2024-06-14T21:26:07.596" v="82"/>
        <pc:sldMkLst>
          <pc:docMk/>
          <pc:sldMk cId="440945705" sldId="484"/>
        </pc:sldMkLst>
        <pc:spChg chg="add mod">
          <ac:chgData name="Ogburn, Sarah E" userId="c40d2df0-46c9-4be9-b5a6-5c158e399904" providerId="ADAL" clId="{49CC30DB-2C05-4E8B-A842-7963D1D42ED3}" dt="2024-06-14T21:26:07.596" v="82"/>
          <ac:spMkLst>
            <pc:docMk/>
            <pc:sldMk cId="440945705" sldId="484"/>
            <ac:spMk id="8" creationId="{D602E8B1-58F3-9C09-F558-062876F7E38B}"/>
          </ac:spMkLst>
        </pc:spChg>
        <pc:spChg chg="add mod">
          <ac:chgData name="Ogburn, Sarah E" userId="c40d2df0-46c9-4be9-b5a6-5c158e399904" providerId="ADAL" clId="{49CC30DB-2C05-4E8B-A842-7963D1D42ED3}" dt="2024-06-14T21:26:07.596" v="82"/>
          <ac:spMkLst>
            <pc:docMk/>
            <pc:sldMk cId="440945705" sldId="484"/>
            <ac:spMk id="9" creationId="{51A58EA9-340E-7141-951D-A05CCF915B39}"/>
          </ac:spMkLst>
        </pc:spChg>
        <pc:spChg chg="add mod">
          <ac:chgData name="Ogburn, Sarah E" userId="c40d2df0-46c9-4be9-b5a6-5c158e399904" providerId="ADAL" clId="{49CC30DB-2C05-4E8B-A842-7963D1D42ED3}" dt="2024-06-14T21:26:07.596" v="82"/>
          <ac:spMkLst>
            <pc:docMk/>
            <pc:sldMk cId="440945705" sldId="484"/>
            <ac:spMk id="10" creationId="{8DA68EFB-13C5-C005-697E-5670841F64BF}"/>
          </ac:spMkLst>
        </pc:spChg>
        <pc:grpChg chg="del mod">
          <ac:chgData name="Ogburn, Sarah E" userId="c40d2df0-46c9-4be9-b5a6-5c158e399904" providerId="ADAL" clId="{49CC30DB-2C05-4E8B-A842-7963D1D42ED3}" dt="2024-06-14T21:26:06.639" v="81" actId="478"/>
          <ac:grpSpMkLst>
            <pc:docMk/>
            <pc:sldMk cId="440945705" sldId="484"/>
            <ac:grpSpMk id="3" creationId="{C5D44B55-1725-51AD-89E0-F4453E36F538}"/>
          </ac:grpSpMkLst>
        </pc:grpChg>
        <pc:picChg chg="add mod">
          <ac:chgData name="Ogburn, Sarah E" userId="c40d2df0-46c9-4be9-b5a6-5c158e399904" providerId="ADAL" clId="{49CC30DB-2C05-4E8B-A842-7963D1D42ED3}" dt="2024-06-14T21:26:07.596" v="82"/>
          <ac:picMkLst>
            <pc:docMk/>
            <pc:sldMk cId="440945705" sldId="484"/>
            <ac:picMk id="5" creationId="{27749EEE-3968-973E-3DBA-31C9B147A3CE}"/>
          </ac:picMkLst>
        </pc:picChg>
      </pc:sldChg>
      <pc:sldChg chg="addSp modSp">
        <pc:chgData name="Ogburn, Sarah E" userId="c40d2df0-46c9-4be9-b5a6-5c158e399904" providerId="ADAL" clId="{49CC30DB-2C05-4E8B-A842-7963D1D42ED3}" dt="2024-06-14T21:19:12.822" v="10"/>
        <pc:sldMkLst>
          <pc:docMk/>
          <pc:sldMk cId="2934484154" sldId="486"/>
        </pc:sldMkLst>
        <pc:picChg chg="add mod">
          <ac:chgData name="Ogburn, Sarah E" userId="c40d2df0-46c9-4be9-b5a6-5c158e399904" providerId="ADAL" clId="{49CC30DB-2C05-4E8B-A842-7963D1D42ED3}" dt="2024-06-14T21:19:12.822" v="10"/>
          <ac:picMkLst>
            <pc:docMk/>
            <pc:sldMk cId="2934484154" sldId="486"/>
            <ac:picMk id="2" creationId="{0E069184-C1C6-8153-64E0-FDF85E74788A}"/>
          </ac:picMkLst>
        </pc:picChg>
        <pc:picChg chg="add mod">
          <ac:chgData name="Ogburn, Sarah E" userId="c40d2df0-46c9-4be9-b5a6-5c158e399904" providerId="ADAL" clId="{49CC30DB-2C05-4E8B-A842-7963D1D42ED3}" dt="2024-06-14T21:19:12.822" v="10"/>
          <ac:picMkLst>
            <pc:docMk/>
            <pc:sldMk cId="2934484154" sldId="486"/>
            <ac:picMk id="4" creationId="{E88AA815-3903-7910-50AD-88D9730058F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147914-07E1-4608-B3F3-2CC71C1ABCE9}" type="datetimeFigureOut">
              <a:rPr lang="en-US" smtClean="0"/>
              <a:t>6/13/2024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C778F-2C9A-4C47-8010-5B4F2A995606}" type="slidenum">
              <a:rPr lang="en-US" smtClean="0"/>
              <a:t>‹#›</a:t>
            </a:fld>
            <a:endParaRPr lang="en-US"/>
          </a:p>
        </p:txBody>
      </p:sp>
    </p:spTree>
    <p:extLst>
      <p:ext uri="{BB962C8B-B14F-4D97-AF65-F5344CB8AC3E}">
        <p14:creationId xmlns:p14="http://schemas.microsoft.com/office/powerpoint/2010/main" val="2028561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3616A3-2900-4B39-9482-A85FD1ADAE28}"/>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5" name="Footer Placeholder 4">
            <a:extLst>
              <a:ext uri="{FF2B5EF4-FFF2-40B4-BE49-F238E27FC236}">
                <a16:creationId xmlns:a16="http://schemas.microsoft.com/office/drawing/2014/main" id="{63B9E64D-1A70-4B30-A9A4-5452E8BB8903}"/>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4AE86DFE-5686-48E2-8E4B-6531A6133A09}"/>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362169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216EB76C-25E5-4281-9AF7-E66FED3C3F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9" r="519"/>
          <a:stretch>
            <a:fillRect/>
          </a:stretch>
        </p:blipFill>
        <p:spPr bwMode="auto">
          <a:xfrm>
            <a:off x="0" y="5986463"/>
            <a:ext cx="121920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838200" y="1825625"/>
            <a:ext cx="10515600" cy="40241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95752CD7-A4CC-4D10-BA75-A14DCB8F556E}"/>
              </a:ext>
            </a:extLst>
          </p:cNvPr>
          <p:cNvSpPr>
            <a:spLocks noGrp="1"/>
          </p:cNvSpPr>
          <p:nvPr>
            <p:ph type="ftr" sz="quarter" idx="10"/>
          </p:nvPr>
        </p:nvSpPr>
        <p:spPr/>
        <p:txBody>
          <a:bodyPr/>
          <a:lstStyle>
            <a:lvl1pPr>
              <a:defRPr dirty="0"/>
            </a:lvl1pPr>
          </a:lstStyle>
          <a:p>
            <a:endParaRPr lang="en-US"/>
          </a:p>
        </p:txBody>
      </p:sp>
      <p:sp>
        <p:nvSpPr>
          <p:cNvPr id="6" name="Slide Number Placeholder 5">
            <a:extLst>
              <a:ext uri="{FF2B5EF4-FFF2-40B4-BE49-F238E27FC236}">
                <a16:creationId xmlns:a16="http://schemas.microsoft.com/office/drawing/2014/main" id="{38DE7E3E-A7D7-4071-9CC6-6DB73DBB3F63}"/>
              </a:ext>
            </a:extLst>
          </p:cNvPr>
          <p:cNvSpPr>
            <a:spLocks noGrp="1"/>
          </p:cNvSpPr>
          <p:nvPr>
            <p:ph type="sldNum" sz="quarter" idx="11"/>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4116036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6" descr="A close up of a logo&#10;&#10;Description automatically generated">
            <a:extLst>
              <a:ext uri="{FF2B5EF4-FFF2-40B4-BE49-F238E27FC236}">
                <a16:creationId xmlns:a16="http://schemas.microsoft.com/office/drawing/2014/main" id="{40D1E460-0BE4-4DD5-9942-B70092B65B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8" y="1778000"/>
            <a:ext cx="12193588" cy="284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676400" y="576263"/>
            <a:ext cx="10515600" cy="2852737"/>
          </a:xfrm>
        </p:spPr>
        <p:txBody>
          <a:bodyPr anchor="b"/>
          <a:lstStyle>
            <a:lvl1pPr algn="r">
              <a:defRPr sz="6000">
                <a:latin typeface="Lato" panose="020F0502020204030203" pitchFamily="34" charset="0"/>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7D10321A-60E0-4FE1-9153-C24485FEB631}"/>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6" name="Footer Placeholder 4">
            <a:extLst>
              <a:ext uri="{FF2B5EF4-FFF2-40B4-BE49-F238E27FC236}">
                <a16:creationId xmlns:a16="http://schemas.microsoft.com/office/drawing/2014/main" id="{31CCD987-B61C-48D4-A2FE-DCE7ECFB427B}"/>
              </a:ext>
            </a:extLst>
          </p:cNvPr>
          <p:cNvSpPr>
            <a:spLocks noGrp="1"/>
          </p:cNvSpPr>
          <p:nvPr>
            <p:ph type="ftr" sz="quarter" idx="11"/>
          </p:nvPr>
        </p:nvSpPr>
        <p:spPr/>
        <p:txBody>
          <a:bodyPr/>
          <a:lstStyle>
            <a:lvl1pPr>
              <a:defRPr/>
            </a:lvl1pPr>
          </a:lstStyle>
          <a:p>
            <a:endParaRPr lang="en-US"/>
          </a:p>
        </p:txBody>
      </p:sp>
      <p:sp>
        <p:nvSpPr>
          <p:cNvPr id="7" name="Slide Number Placeholder 5">
            <a:extLst>
              <a:ext uri="{FF2B5EF4-FFF2-40B4-BE49-F238E27FC236}">
                <a16:creationId xmlns:a16="http://schemas.microsoft.com/office/drawing/2014/main" id="{87ADA79D-C71F-47AB-A082-70681CDD3AF1}"/>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2915844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83DAB296-4BBF-444C-A587-90663B0ED2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9" r="519"/>
          <a:stretch>
            <a:fillRect/>
          </a:stretch>
        </p:blipFill>
        <p:spPr bwMode="auto">
          <a:xfrm>
            <a:off x="0" y="5986463"/>
            <a:ext cx="121920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4ABD84C6-A1CC-479F-9018-EDB01C319B14}"/>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7" name="Footer Placeholder 5">
            <a:extLst>
              <a:ext uri="{FF2B5EF4-FFF2-40B4-BE49-F238E27FC236}">
                <a16:creationId xmlns:a16="http://schemas.microsoft.com/office/drawing/2014/main" id="{1E75D144-618B-412D-A4A1-D0359AB82189}"/>
              </a:ext>
            </a:extLst>
          </p:cNvPr>
          <p:cNvSpPr>
            <a:spLocks noGrp="1"/>
          </p:cNvSpPr>
          <p:nvPr>
            <p:ph type="ftr" sz="quarter" idx="11"/>
          </p:nvPr>
        </p:nvSpPr>
        <p:spPr/>
        <p:txBody>
          <a:bodyPr/>
          <a:lstStyle>
            <a:lvl1pPr>
              <a:defRPr/>
            </a:lvl1pPr>
          </a:lstStyle>
          <a:p>
            <a:endParaRPr lang="en-US"/>
          </a:p>
        </p:txBody>
      </p:sp>
      <p:sp>
        <p:nvSpPr>
          <p:cNvPr id="8" name="Slide Number Placeholder 6">
            <a:extLst>
              <a:ext uri="{FF2B5EF4-FFF2-40B4-BE49-F238E27FC236}">
                <a16:creationId xmlns:a16="http://schemas.microsoft.com/office/drawing/2014/main" id="{AABE2118-6ACB-4141-ADBE-17C02E6EB8BC}"/>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2846365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9E4A8-CF23-4D73-9EFC-1593EBDC1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9" r="519"/>
          <a:stretch>
            <a:fillRect/>
          </a:stretch>
        </p:blipFill>
        <p:spPr bwMode="auto">
          <a:xfrm>
            <a:off x="0" y="5986463"/>
            <a:ext cx="121920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a:extLst>
              <a:ext uri="{FF2B5EF4-FFF2-40B4-BE49-F238E27FC236}">
                <a16:creationId xmlns:a16="http://schemas.microsoft.com/office/drawing/2014/main" id="{BE980295-7CA2-4988-95A9-EBA42337CDBC}"/>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9" name="Footer Placeholder 7">
            <a:extLst>
              <a:ext uri="{FF2B5EF4-FFF2-40B4-BE49-F238E27FC236}">
                <a16:creationId xmlns:a16="http://schemas.microsoft.com/office/drawing/2014/main" id="{A3336ECC-7EBD-4F73-AAC8-557525034597}"/>
              </a:ext>
            </a:extLst>
          </p:cNvPr>
          <p:cNvSpPr>
            <a:spLocks noGrp="1"/>
          </p:cNvSpPr>
          <p:nvPr>
            <p:ph type="ftr" sz="quarter" idx="11"/>
          </p:nvPr>
        </p:nvSpPr>
        <p:spPr/>
        <p:txBody>
          <a:bodyPr/>
          <a:lstStyle>
            <a:lvl1pPr>
              <a:defRPr/>
            </a:lvl1pPr>
          </a:lstStyle>
          <a:p>
            <a:endParaRPr lang="en-US"/>
          </a:p>
        </p:txBody>
      </p:sp>
      <p:sp>
        <p:nvSpPr>
          <p:cNvPr id="10" name="Slide Number Placeholder 8">
            <a:extLst>
              <a:ext uri="{FF2B5EF4-FFF2-40B4-BE49-F238E27FC236}">
                <a16:creationId xmlns:a16="http://schemas.microsoft.com/office/drawing/2014/main" id="{1F23A6D6-9D4C-4AA6-B0DC-B6518F6BB741}"/>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3509252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02979A7A-DD76-41FA-B08A-408D141C27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9" r="519"/>
          <a:stretch>
            <a:fillRect/>
          </a:stretch>
        </p:blipFill>
        <p:spPr bwMode="auto">
          <a:xfrm>
            <a:off x="0" y="5986463"/>
            <a:ext cx="121920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4" name="Date Placeholder 2">
            <a:extLst>
              <a:ext uri="{FF2B5EF4-FFF2-40B4-BE49-F238E27FC236}">
                <a16:creationId xmlns:a16="http://schemas.microsoft.com/office/drawing/2014/main" id="{554F48D4-9745-4678-ADF8-30359985C529}"/>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5" name="Footer Placeholder 3">
            <a:extLst>
              <a:ext uri="{FF2B5EF4-FFF2-40B4-BE49-F238E27FC236}">
                <a16:creationId xmlns:a16="http://schemas.microsoft.com/office/drawing/2014/main" id="{237FA7CF-97EF-437C-8A38-0601AD1AB581}"/>
              </a:ext>
            </a:extLst>
          </p:cNvPr>
          <p:cNvSpPr>
            <a:spLocks noGrp="1"/>
          </p:cNvSpPr>
          <p:nvPr>
            <p:ph type="ftr" sz="quarter" idx="11"/>
          </p:nvPr>
        </p:nvSpPr>
        <p:spPr/>
        <p:txBody>
          <a:bodyPr/>
          <a:lstStyle>
            <a:lvl1pPr>
              <a:defRPr/>
            </a:lvl1pPr>
          </a:lstStyle>
          <a:p>
            <a:endParaRPr lang="en-US"/>
          </a:p>
        </p:txBody>
      </p:sp>
      <p:sp>
        <p:nvSpPr>
          <p:cNvPr id="6" name="Slide Number Placeholder 4">
            <a:extLst>
              <a:ext uri="{FF2B5EF4-FFF2-40B4-BE49-F238E27FC236}">
                <a16:creationId xmlns:a16="http://schemas.microsoft.com/office/drawing/2014/main" id="{E2907E7D-D944-45EF-BC3A-03FABB8AFB64}"/>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3034606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89DB65A-541D-4755-ACA6-D11D98374019}"/>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3" name="Footer Placeholder 4">
            <a:extLst>
              <a:ext uri="{FF2B5EF4-FFF2-40B4-BE49-F238E27FC236}">
                <a16:creationId xmlns:a16="http://schemas.microsoft.com/office/drawing/2014/main" id="{8FA9A649-B972-4731-A0D9-40C5CBB099BB}"/>
              </a:ext>
            </a:extLst>
          </p:cNvPr>
          <p:cNvSpPr>
            <a:spLocks noGrp="1"/>
          </p:cNvSpPr>
          <p:nvPr>
            <p:ph type="ftr" sz="quarter" idx="11"/>
          </p:nvPr>
        </p:nvSpPr>
        <p:spPr/>
        <p:txBody>
          <a:bodyPr/>
          <a:lstStyle>
            <a:lvl1pPr>
              <a:defRPr/>
            </a:lvl1pPr>
          </a:lstStyle>
          <a:p>
            <a:endParaRPr lang="en-US"/>
          </a:p>
        </p:txBody>
      </p:sp>
      <p:sp>
        <p:nvSpPr>
          <p:cNvPr id="4" name="Slide Number Placeholder 5">
            <a:extLst>
              <a:ext uri="{FF2B5EF4-FFF2-40B4-BE49-F238E27FC236}">
                <a16:creationId xmlns:a16="http://schemas.microsoft.com/office/drawing/2014/main" id="{8CCCB81A-FB0F-439F-AD02-AC02BF8F99F4}"/>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693408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89A9F5C1-07A0-477C-A27B-C7CE3C01FB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9" r="519"/>
          <a:stretch>
            <a:fillRect/>
          </a:stretch>
        </p:blipFill>
        <p:spPr bwMode="auto">
          <a:xfrm>
            <a:off x="0" y="5986463"/>
            <a:ext cx="121920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4">
            <a:extLst>
              <a:ext uri="{FF2B5EF4-FFF2-40B4-BE49-F238E27FC236}">
                <a16:creationId xmlns:a16="http://schemas.microsoft.com/office/drawing/2014/main" id="{97BB8921-78D2-41DB-887D-D500C17D1455}"/>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7" name="Footer Placeholder 5">
            <a:extLst>
              <a:ext uri="{FF2B5EF4-FFF2-40B4-BE49-F238E27FC236}">
                <a16:creationId xmlns:a16="http://schemas.microsoft.com/office/drawing/2014/main" id="{89D05E97-6A62-4268-A1A3-15CD963E8988}"/>
              </a:ext>
            </a:extLst>
          </p:cNvPr>
          <p:cNvSpPr>
            <a:spLocks noGrp="1"/>
          </p:cNvSpPr>
          <p:nvPr>
            <p:ph type="ftr" sz="quarter" idx="11"/>
          </p:nvPr>
        </p:nvSpPr>
        <p:spPr/>
        <p:txBody>
          <a:bodyPr/>
          <a:lstStyle>
            <a:lvl1pPr>
              <a:defRPr/>
            </a:lvl1pPr>
          </a:lstStyle>
          <a:p>
            <a:endParaRPr lang="en-US"/>
          </a:p>
        </p:txBody>
      </p:sp>
      <p:sp>
        <p:nvSpPr>
          <p:cNvPr id="8" name="Slide Number Placeholder 6">
            <a:extLst>
              <a:ext uri="{FF2B5EF4-FFF2-40B4-BE49-F238E27FC236}">
                <a16:creationId xmlns:a16="http://schemas.microsoft.com/office/drawing/2014/main" id="{1CB364E3-0194-4DC7-9140-5AA58E7CBE98}"/>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706383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E0DCFCD7-4FE3-4925-9B28-D450EAF365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9" r="519"/>
          <a:stretch>
            <a:fillRect/>
          </a:stretch>
        </p:blipFill>
        <p:spPr bwMode="auto">
          <a:xfrm>
            <a:off x="0" y="5986463"/>
            <a:ext cx="121920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4">
            <a:extLst>
              <a:ext uri="{FF2B5EF4-FFF2-40B4-BE49-F238E27FC236}">
                <a16:creationId xmlns:a16="http://schemas.microsoft.com/office/drawing/2014/main" id="{C2F1912D-3BD1-405C-BDC1-FED149AC1ABA}"/>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7" name="Footer Placeholder 5">
            <a:extLst>
              <a:ext uri="{FF2B5EF4-FFF2-40B4-BE49-F238E27FC236}">
                <a16:creationId xmlns:a16="http://schemas.microsoft.com/office/drawing/2014/main" id="{9D7D2ECB-41F2-4D5B-8DCE-BCA77908E8C4}"/>
              </a:ext>
            </a:extLst>
          </p:cNvPr>
          <p:cNvSpPr>
            <a:spLocks noGrp="1"/>
          </p:cNvSpPr>
          <p:nvPr>
            <p:ph type="ftr" sz="quarter" idx="11"/>
          </p:nvPr>
        </p:nvSpPr>
        <p:spPr/>
        <p:txBody>
          <a:bodyPr/>
          <a:lstStyle>
            <a:lvl1pPr>
              <a:defRPr/>
            </a:lvl1pPr>
          </a:lstStyle>
          <a:p>
            <a:endParaRPr lang="en-US"/>
          </a:p>
        </p:txBody>
      </p:sp>
      <p:sp>
        <p:nvSpPr>
          <p:cNvPr id="8" name="Slide Number Placeholder 6">
            <a:extLst>
              <a:ext uri="{FF2B5EF4-FFF2-40B4-BE49-F238E27FC236}">
                <a16:creationId xmlns:a16="http://schemas.microsoft.com/office/drawing/2014/main" id="{BB2D1E7A-36B4-477B-B436-25428CAB5559}"/>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1954298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32520C-E1DE-4C56-BA69-B33B57FBB23E}"/>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5" name="Footer Placeholder 4">
            <a:extLst>
              <a:ext uri="{FF2B5EF4-FFF2-40B4-BE49-F238E27FC236}">
                <a16:creationId xmlns:a16="http://schemas.microsoft.com/office/drawing/2014/main" id="{9160FA84-A6DE-480C-812E-7CD6983399DE}"/>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DF1D62B6-2072-4B29-92B4-14293A921D61}"/>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2202950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9FC194-D67E-417E-8C18-C99196D1C79C}"/>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5" name="Footer Placeholder 4">
            <a:extLst>
              <a:ext uri="{FF2B5EF4-FFF2-40B4-BE49-F238E27FC236}">
                <a16:creationId xmlns:a16="http://schemas.microsoft.com/office/drawing/2014/main" id="{4B36B9EF-36DF-4D98-A502-6CE60DB462E7}"/>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2B6E818E-CC69-4817-8A7C-8EE2C5D4AD4A}"/>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3239894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2947A22-8762-4A4D-A60D-B1EC7FB97A6C}"/>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EC1068D7-7182-4755-9884-C3059196A0A7}"/>
              </a:ext>
            </a:extLst>
          </p:cNvPr>
          <p:cNvSpPr>
            <a:spLocks noGrp="1" noChangeArrowheads="1"/>
          </p:cNvSpPr>
          <p:nvPr>
            <p:ph type="body" idx="1"/>
          </p:nvPr>
        </p:nvSpPr>
        <p:spPr bwMode="auto">
          <a:xfrm>
            <a:off x="838200" y="1825625"/>
            <a:ext cx="10515600" cy="401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27206DD-091A-42E3-A3C0-03359DD9A0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Lato" panose="020F0502020204030203" pitchFamily="34" charset="0"/>
              </a:defRPr>
            </a:lvl1pPr>
          </a:lstStyle>
          <a:p>
            <a:fld id="{B3607B9F-0CFE-4047-B112-69E23659C53E}" type="datetimeFigureOut">
              <a:rPr lang="en-US" smtClean="0"/>
              <a:t>6/13/2024</a:t>
            </a:fld>
            <a:endParaRPr lang="en-US"/>
          </a:p>
        </p:txBody>
      </p:sp>
      <p:sp>
        <p:nvSpPr>
          <p:cNvPr id="5" name="Footer Placeholder 4">
            <a:extLst>
              <a:ext uri="{FF2B5EF4-FFF2-40B4-BE49-F238E27FC236}">
                <a16:creationId xmlns:a16="http://schemas.microsoft.com/office/drawing/2014/main" id="{416724A8-D0B1-4117-B805-56E7C027B9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84C57-6FFE-442F-BB01-0DB28E8CE3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Lato" panose="020F0502020204030203" pitchFamily="34" charset="0"/>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15771334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lnSpc>
          <a:spcPct val="90000"/>
        </a:lnSpc>
        <a:spcBef>
          <a:spcPct val="0"/>
        </a:spcBef>
        <a:spcAft>
          <a:spcPct val="0"/>
        </a:spcAft>
        <a:defRPr sz="4400" kern="1200">
          <a:solidFill>
            <a:schemeClr val="tx1"/>
          </a:solidFill>
          <a:latin typeface="Lato" panose="020F0502020204030203" pitchFamily="34" charset="0"/>
          <a:ea typeface="+mj-ea"/>
          <a:cs typeface="+mj-cs"/>
        </a:defRPr>
      </a:lvl1pPr>
      <a:lvl2pPr algn="l" rtl="0" eaLnBrk="1" fontAlgn="base" hangingPunct="1">
        <a:lnSpc>
          <a:spcPct val="90000"/>
        </a:lnSpc>
        <a:spcBef>
          <a:spcPct val="0"/>
        </a:spcBef>
        <a:spcAft>
          <a:spcPct val="0"/>
        </a:spcAft>
        <a:defRPr sz="4400">
          <a:solidFill>
            <a:schemeClr val="tx1"/>
          </a:solidFill>
          <a:latin typeface="Lato" panose="020F0502020204030203" pitchFamily="34" charset="0"/>
        </a:defRPr>
      </a:lvl2pPr>
      <a:lvl3pPr algn="l" rtl="0" eaLnBrk="1" fontAlgn="base" hangingPunct="1">
        <a:lnSpc>
          <a:spcPct val="90000"/>
        </a:lnSpc>
        <a:spcBef>
          <a:spcPct val="0"/>
        </a:spcBef>
        <a:spcAft>
          <a:spcPct val="0"/>
        </a:spcAft>
        <a:defRPr sz="4400">
          <a:solidFill>
            <a:schemeClr val="tx1"/>
          </a:solidFill>
          <a:latin typeface="Lato" panose="020F0502020204030203" pitchFamily="34" charset="0"/>
        </a:defRPr>
      </a:lvl3pPr>
      <a:lvl4pPr algn="l" rtl="0" eaLnBrk="1" fontAlgn="base" hangingPunct="1">
        <a:lnSpc>
          <a:spcPct val="90000"/>
        </a:lnSpc>
        <a:spcBef>
          <a:spcPct val="0"/>
        </a:spcBef>
        <a:spcAft>
          <a:spcPct val="0"/>
        </a:spcAft>
        <a:defRPr sz="4400">
          <a:solidFill>
            <a:schemeClr val="tx1"/>
          </a:solidFill>
          <a:latin typeface="Lato" panose="020F0502020204030203" pitchFamily="34" charset="0"/>
        </a:defRPr>
      </a:lvl4pPr>
      <a:lvl5pPr algn="l" rtl="0" eaLnBrk="1" fontAlgn="base" hangingPunct="1">
        <a:lnSpc>
          <a:spcPct val="90000"/>
        </a:lnSpc>
        <a:spcBef>
          <a:spcPct val="0"/>
        </a:spcBef>
        <a:spcAft>
          <a:spcPct val="0"/>
        </a:spcAft>
        <a:defRPr sz="4400">
          <a:solidFill>
            <a:schemeClr val="tx1"/>
          </a:solidFill>
          <a:latin typeface="Lato" panose="020F0502020204030203" pitchFamily="34" charset="0"/>
        </a:defRPr>
      </a:lvl5pPr>
      <a:lvl6pPr marL="457200" algn="l" rtl="0" eaLnBrk="1" fontAlgn="base" hangingPunct="1">
        <a:lnSpc>
          <a:spcPct val="90000"/>
        </a:lnSpc>
        <a:spcBef>
          <a:spcPct val="0"/>
        </a:spcBef>
        <a:spcAft>
          <a:spcPct val="0"/>
        </a:spcAft>
        <a:defRPr sz="4400">
          <a:solidFill>
            <a:schemeClr val="tx1"/>
          </a:solidFill>
          <a:latin typeface="Lato" panose="020F0502020204030203" pitchFamily="34" charset="0"/>
        </a:defRPr>
      </a:lvl6pPr>
      <a:lvl7pPr marL="914400" algn="l" rtl="0" eaLnBrk="1" fontAlgn="base" hangingPunct="1">
        <a:lnSpc>
          <a:spcPct val="90000"/>
        </a:lnSpc>
        <a:spcBef>
          <a:spcPct val="0"/>
        </a:spcBef>
        <a:spcAft>
          <a:spcPct val="0"/>
        </a:spcAft>
        <a:defRPr sz="4400">
          <a:solidFill>
            <a:schemeClr val="tx1"/>
          </a:solidFill>
          <a:latin typeface="Lato" panose="020F0502020204030203" pitchFamily="34" charset="0"/>
        </a:defRPr>
      </a:lvl7pPr>
      <a:lvl8pPr marL="1371600" algn="l" rtl="0" eaLnBrk="1" fontAlgn="base" hangingPunct="1">
        <a:lnSpc>
          <a:spcPct val="90000"/>
        </a:lnSpc>
        <a:spcBef>
          <a:spcPct val="0"/>
        </a:spcBef>
        <a:spcAft>
          <a:spcPct val="0"/>
        </a:spcAft>
        <a:defRPr sz="4400">
          <a:solidFill>
            <a:schemeClr val="tx1"/>
          </a:solidFill>
          <a:latin typeface="Lato" panose="020F0502020204030203" pitchFamily="34" charset="0"/>
        </a:defRPr>
      </a:lvl8pPr>
      <a:lvl9pPr marL="1828800" algn="l" rtl="0" eaLnBrk="1" fontAlgn="base" hangingPunct="1">
        <a:lnSpc>
          <a:spcPct val="90000"/>
        </a:lnSpc>
        <a:spcBef>
          <a:spcPct val="0"/>
        </a:spcBef>
        <a:spcAft>
          <a:spcPct val="0"/>
        </a:spcAft>
        <a:defRPr sz="4400">
          <a:solidFill>
            <a:schemeClr val="tx1"/>
          </a:solidFill>
          <a:latin typeface="Lato" panose="020F0502020204030203"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Lato" panose="020F0502020204030203" pitchFamily="34" charset="0"/>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Lato" panose="020F0502020204030203" pitchFamily="34" charset="0"/>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Lato" panose="020F0502020204030203" pitchFamily="34" charset="0"/>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Lato" panose="020F0502020204030203" pitchFamily="34" charset="0"/>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hyperlink" Target="https://books.google.com/books?hl=en&amp;lr=&amp;id=BvoYAQAAMAAJ&amp;oi=fnd&amp;pg=PA119&amp;dq=+(Haugerud+%26+Greenberg+1998&amp;ots=WS5KiqCkEA&amp;sig=dFoNx1lHCPDCBTa2cKQpKG9KYwE#v=onepage&amp;q=(Haugerud%20%26%20Greenberg%201998&amp;f=false" TargetMode="External"/><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hyperlink" Target="https://doi.org/10.1007/s00445-007-0124-7" TargetMode="External"/><Relationship Id="rId4" Type="http://schemas.openxmlformats.org/officeDocument/2006/relationships/hyperlink" Target="https://doi.org/10.5408/1089-9995-50.4.428"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0.jpe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1.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2.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2.png"/><Relationship Id="rId1" Type="http://schemas.openxmlformats.org/officeDocument/2006/relationships/slideLayout" Target="../slideLayouts/slideLayout5.xml"/><Relationship Id="rId4" Type="http://schemas.openxmlformats.org/officeDocument/2006/relationships/hyperlink" Target="http://science.sciencemag.org/content/194/4263/374.1"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hyperlink" Target="http://colorbrewer2.org/" TargetMode="Externa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800F3A-311C-4C6D-A35E-1F0E2D768F37}"/>
              </a:ext>
            </a:extLst>
          </p:cNvPr>
          <p:cNvSpPr>
            <a:spLocks noGrp="1"/>
          </p:cNvSpPr>
          <p:nvPr>
            <p:ph type="title"/>
          </p:nvPr>
        </p:nvSpPr>
        <p:spPr>
          <a:xfrm>
            <a:off x="4156364" y="576263"/>
            <a:ext cx="8035636" cy="2852737"/>
          </a:xfrm>
        </p:spPr>
        <p:txBody>
          <a:bodyPr/>
          <a:lstStyle/>
          <a:p>
            <a:r>
              <a:rPr lang="en-US" sz="3600" dirty="0"/>
              <a:t>Design and cartographic elements</a:t>
            </a:r>
            <a:br>
              <a:rPr lang="en-US" sz="3600" dirty="0"/>
            </a:br>
            <a:endParaRPr lang="en-US" sz="3600" dirty="0"/>
          </a:p>
        </p:txBody>
      </p:sp>
      <p:sp>
        <p:nvSpPr>
          <p:cNvPr id="4" name="Text Placeholder 3">
            <a:extLst>
              <a:ext uri="{FF2B5EF4-FFF2-40B4-BE49-F238E27FC236}">
                <a16:creationId xmlns:a16="http://schemas.microsoft.com/office/drawing/2014/main" id="{9EEB80EB-8DAB-4CD4-9883-B650A73A984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17446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2B4D2FD-0421-4CFE-ACEC-2EDFAF1CD3F1}"/>
              </a:ext>
            </a:extLst>
          </p:cNvPr>
          <p:cNvSpPr txBox="1">
            <a:spLocks/>
          </p:cNvSpPr>
          <p:nvPr/>
        </p:nvSpPr>
        <p:spPr>
          <a:xfrm>
            <a:off x="1524000" y="105337"/>
            <a:ext cx="6851142" cy="994172"/>
          </a:xfrm>
          <a:prstGeom prst="rect">
            <a:avLst/>
          </a:prstGeom>
        </p:spPr>
        <p:txBody>
          <a:bodyPr/>
          <a:lstStyle>
            <a:lvl1pPr algn="l" rtl="0" eaLnBrk="1" fontAlgn="base" hangingPunct="1">
              <a:lnSpc>
                <a:spcPct val="90000"/>
              </a:lnSpc>
              <a:spcBef>
                <a:spcPct val="0"/>
              </a:spcBef>
              <a:spcAft>
                <a:spcPct val="0"/>
              </a:spcAft>
              <a:defRPr sz="4400" kern="1200">
                <a:solidFill>
                  <a:schemeClr val="tx1"/>
                </a:solidFill>
                <a:latin typeface="Lato" panose="020F0502020204030203" pitchFamily="34" charset="0"/>
                <a:ea typeface="+mj-ea"/>
                <a:cs typeface="+mj-cs"/>
              </a:defRPr>
            </a:lvl1pPr>
            <a:lvl2pPr algn="l" rtl="0" eaLnBrk="1" fontAlgn="base" hangingPunct="1">
              <a:lnSpc>
                <a:spcPct val="90000"/>
              </a:lnSpc>
              <a:spcBef>
                <a:spcPct val="0"/>
              </a:spcBef>
              <a:spcAft>
                <a:spcPct val="0"/>
              </a:spcAft>
              <a:defRPr sz="4400">
                <a:solidFill>
                  <a:schemeClr val="tx1"/>
                </a:solidFill>
                <a:latin typeface="Lato" panose="020F0502020204030203" pitchFamily="34" charset="0"/>
              </a:defRPr>
            </a:lvl2pPr>
            <a:lvl3pPr algn="l" rtl="0" eaLnBrk="1" fontAlgn="base" hangingPunct="1">
              <a:lnSpc>
                <a:spcPct val="90000"/>
              </a:lnSpc>
              <a:spcBef>
                <a:spcPct val="0"/>
              </a:spcBef>
              <a:spcAft>
                <a:spcPct val="0"/>
              </a:spcAft>
              <a:defRPr sz="4400">
                <a:solidFill>
                  <a:schemeClr val="tx1"/>
                </a:solidFill>
                <a:latin typeface="Lato" panose="020F0502020204030203" pitchFamily="34" charset="0"/>
              </a:defRPr>
            </a:lvl3pPr>
            <a:lvl4pPr algn="l" rtl="0" eaLnBrk="1" fontAlgn="base" hangingPunct="1">
              <a:lnSpc>
                <a:spcPct val="90000"/>
              </a:lnSpc>
              <a:spcBef>
                <a:spcPct val="0"/>
              </a:spcBef>
              <a:spcAft>
                <a:spcPct val="0"/>
              </a:spcAft>
              <a:defRPr sz="4400">
                <a:solidFill>
                  <a:schemeClr val="tx1"/>
                </a:solidFill>
                <a:latin typeface="Lato" panose="020F0502020204030203" pitchFamily="34" charset="0"/>
              </a:defRPr>
            </a:lvl4pPr>
            <a:lvl5pPr algn="l" rtl="0" eaLnBrk="1" fontAlgn="base" hangingPunct="1">
              <a:lnSpc>
                <a:spcPct val="90000"/>
              </a:lnSpc>
              <a:spcBef>
                <a:spcPct val="0"/>
              </a:spcBef>
              <a:spcAft>
                <a:spcPct val="0"/>
              </a:spcAft>
              <a:defRPr sz="4400">
                <a:solidFill>
                  <a:schemeClr val="tx1"/>
                </a:solidFill>
                <a:latin typeface="Lato" panose="020F0502020204030203" pitchFamily="34" charset="0"/>
              </a:defRPr>
            </a:lvl5pPr>
            <a:lvl6pPr marL="457200" algn="l" rtl="0" eaLnBrk="1" fontAlgn="base" hangingPunct="1">
              <a:lnSpc>
                <a:spcPct val="90000"/>
              </a:lnSpc>
              <a:spcBef>
                <a:spcPct val="0"/>
              </a:spcBef>
              <a:spcAft>
                <a:spcPct val="0"/>
              </a:spcAft>
              <a:defRPr sz="4400">
                <a:solidFill>
                  <a:schemeClr val="tx1"/>
                </a:solidFill>
                <a:latin typeface="Lato" panose="020F0502020204030203" pitchFamily="34" charset="0"/>
              </a:defRPr>
            </a:lvl6pPr>
            <a:lvl7pPr marL="914400" algn="l" rtl="0" eaLnBrk="1" fontAlgn="base" hangingPunct="1">
              <a:lnSpc>
                <a:spcPct val="90000"/>
              </a:lnSpc>
              <a:spcBef>
                <a:spcPct val="0"/>
              </a:spcBef>
              <a:spcAft>
                <a:spcPct val="0"/>
              </a:spcAft>
              <a:defRPr sz="4400">
                <a:solidFill>
                  <a:schemeClr val="tx1"/>
                </a:solidFill>
                <a:latin typeface="Lato" panose="020F0502020204030203" pitchFamily="34" charset="0"/>
              </a:defRPr>
            </a:lvl7pPr>
            <a:lvl8pPr marL="1371600" algn="l" rtl="0" eaLnBrk="1" fontAlgn="base" hangingPunct="1">
              <a:lnSpc>
                <a:spcPct val="90000"/>
              </a:lnSpc>
              <a:spcBef>
                <a:spcPct val="0"/>
              </a:spcBef>
              <a:spcAft>
                <a:spcPct val="0"/>
              </a:spcAft>
              <a:defRPr sz="4400">
                <a:solidFill>
                  <a:schemeClr val="tx1"/>
                </a:solidFill>
                <a:latin typeface="Lato" panose="020F0502020204030203" pitchFamily="34" charset="0"/>
              </a:defRPr>
            </a:lvl8pPr>
            <a:lvl9pPr marL="1828800" algn="l" rtl="0" eaLnBrk="1" fontAlgn="base" hangingPunct="1">
              <a:lnSpc>
                <a:spcPct val="90000"/>
              </a:lnSpc>
              <a:spcBef>
                <a:spcPct val="0"/>
              </a:spcBef>
              <a:spcAft>
                <a:spcPct val="0"/>
              </a:spcAft>
              <a:defRPr sz="4400">
                <a:solidFill>
                  <a:schemeClr val="tx1"/>
                </a:solidFill>
                <a:latin typeface="Lato" panose="020F0502020204030203"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2700" b="0" i="0" u="none" strike="noStrike" kern="1200" cap="none" spc="0" normalizeH="0" baseline="0" noProof="0" dirty="0">
                <a:ln>
                  <a:noFill/>
                </a:ln>
                <a:solidFill>
                  <a:prstClr val="black"/>
                </a:solidFill>
                <a:effectLst/>
                <a:uLnTx/>
                <a:uFillTx/>
                <a:latin typeface="Lato" panose="020F0502020204030203" pitchFamily="34" charset="0"/>
                <a:ea typeface="+mj-ea"/>
                <a:cs typeface="+mj-cs"/>
              </a:rPr>
              <a:t>Design elements</a:t>
            </a:r>
          </a:p>
        </p:txBody>
      </p:sp>
      <p:pic>
        <p:nvPicPr>
          <p:cNvPr id="3" name="Picture 2" descr="A picture containing map&#10;&#10;Description automatically generated">
            <a:extLst>
              <a:ext uri="{FF2B5EF4-FFF2-40B4-BE49-F238E27FC236}">
                <a16:creationId xmlns:a16="http://schemas.microsoft.com/office/drawing/2014/main" id="{F21DB963-3B75-D430-ADCE-796D55D7A3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80" y="757766"/>
            <a:ext cx="4394202" cy="3661834"/>
          </a:xfrm>
          <a:prstGeom prst="rect">
            <a:avLst/>
          </a:prstGeom>
        </p:spPr>
      </p:pic>
      <p:pic>
        <p:nvPicPr>
          <p:cNvPr id="2" name="Picture 1">
            <a:extLst>
              <a:ext uri="{FF2B5EF4-FFF2-40B4-BE49-F238E27FC236}">
                <a16:creationId xmlns:a16="http://schemas.microsoft.com/office/drawing/2014/main" id="{882EC386-C1EA-9CD9-A219-37D88100BBFA}"/>
              </a:ext>
            </a:extLst>
          </p:cNvPr>
          <p:cNvPicPr>
            <a:picLocks noChangeAspect="1"/>
          </p:cNvPicPr>
          <p:nvPr/>
        </p:nvPicPr>
        <p:blipFill>
          <a:blip r:embed="rId3"/>
          <a:stretch>
            <a:fillRect/>
          </a:stretch>
        </p:blipFill>
        <p:spPr>
          <a:xfrm>
            <a:off x="6431770" y="304149"/>
            <a:ext cx="1943372" cy="1028843"/>
          </a:xfrm>
          <a:prstGeom prst="rect">
            <a:avLst/>
          </a:prstGeom>
        </p:spPr>
      </p:pic>
      <p:pic>
        <p:nvPicPr>
          <p:cNvPr id="5" name="Picture 4">
            <a:extLst>
              <a:ext uri="{FF2B5EF4-FFF2-40B4-BE49-F238E27FC236}">
                <a16:creationId xmlns:a16="http://schemas.microsoft.com/office/drawing/2014/main" id="{4222F5EE-95AD-076C-3B6F-7253B5E55031}"/>
              </a:ext>
            </a:extLst>
          </p:cNvPr>
          <p:cNvPicPr>
            <a:picLocks noChangeAspect="1"/>
          </p:cNvPicPr>
          <p:nvPr/>
        </p:nvPicPr>
        <p:blipFill>
          <a:blip r:embed="rId4"/>
          <a:stretch>
            <a:fillRect/>
          </a:stretch>
        </p:blipFill>
        <p:spPr>
          <a:xfrm>
            <a:off x="6448336" y="1422301"/>
            <a:ext cx="1443239" cy="1050278"/>
          </a:xfrm>
          <a:prstGeom prst="rect">
            <a:avLst/>
          </a:prstGeom>
        </p:spPr>
      </p:pic>
      <p:pic>
        <p:nvPicPr>
          <p:cNvPr id="6" name="Picture 5">
            <a:extLst>
              <a:ext uri="{FF2B5EF4-FFF2-40B4-BE49-F238E27FC236}">
                <a16:creationId xmlns:a16="http://schemas.microsoft.com/office/drawing/2014/main" id="{B03C835E-1CBB-B1A2-EE87-592EB39CF3EE}"/>
              </a:ext>
            </a:extLst>
          </p:cNvPr>
          <p:cNvPicPr>
            <a:picLocks noChangeAspect="1"/>
          </p:cNvPicPr>
          <p:nvPr/>
        </p:nvPicPr>
        <p:blipFill>
          <a:blip r:embed="rId5"/>
          <a:stretch>
            <a:fillRect/>
          </a:stretch>
        </p:blipFill>
        <p:spPr>
          <a:xfrm>
            <a:off x="8524576" y="304148"/>
            <a:ext cx="2143424" cy="1643292"/>
          </a:xfrm>
          <a:prstGeom prst="rect">
            <a:avLst/>
          </a:prstGeom>
        </p:spPr>
      </p:pic>
      <p:pic>
        <p:nvPicPr>
          <p:cNvPr id="8" name="Picture 7">
            <a:extLst>
              <a:ext uri="{FF2B5EF4-FFF2-40B4-BE49-F238E27FC236}">
                <a16:creationId xmlns:a16="http://schemas.microsoft.com/office/drawing/2014/main" id="{6ACFDA6E-6D4E-C11C-2270-532956C3B13D}"/>
              </a:ext>
            </a:extLst>
          </p:cNvPr>
          <p:cNvPicPr>
            <a:picLocks noChangeAspect="1"/>
          </p:cNvPicPr>
          <p:nvPr/>
        </p:nvPicPr>
        <p:blipFill>
          <a:blip r:embed="rId6"/>
          <a:stretch>
            <a:fillRect/>
          </a:stretch>
        </p:blipFill>
        <p:spPr>
          <a:xfrm>
            <a:off x="8524576" y="2112023"/>
            <a:ext cx="1950516" cy="1050278"/>
          </a:xfrm>
          <a:prstGeom prst="rect">
            <a:avLst/>
          </a:prstGeom>
        </p:spPr>
      </p:pic>
      <p:grpSp>
        <p:nvGrpSpPr>
          <p:cNvPr id="9" name="Group 8">
            <a:extLst>
              <a:ext uri="{FF2B5EF4-FFF2-40B4-BE49-F238E27FC236}">
                <a16:creationId xmlns:a16="http://schemas.microsoft.com/office/drawing/2014/main" id="{28439B1E-A701-5D9E-C248-E42C727F69A8}"/>
              </a:ext>
            </a:extLst>
          </p:cNvPr>
          <p:cNvGrpSpPr/>
          <p:nvPr/>
        </p:nvGrpSpPr>
        <p:grpSpPr>
          <a:xfrm>
            <a:off x="6096000" y="3162302"/>
            <a:ext cx="4689218" cy="3590362"/>
            <a:chOff x="451089" y="923637"/>
            <a:chExt cx="8012407" cy="5827747"/>
          </a:xfrm>
        </p:grpSpPr>
        <p:grpSp>
          <p:nvGrpSpPr>
            <p:cNvPr id="10" name="Group 9">
              <a:extLst>
                <a:ext uri="{FF2B5EF4-FFF2-40B4-BE49-F238E27FC236}">
                  <a16:creationId xmlns:a16="http://schemas.microsoft.com/office/drawing/2014/main" id="{70DD6F2E-C218-4BEA-57B5-77961B9349FD}"/>
                </a:ext>
              </a:extLst>
            </p:cNvPr>
            <p:cNvGrpSpPr/>
            <p:nvPr/>
          </p:nvGrpSpPr>
          <p:grpSpPr>
            <a:xfrm>
              <a:off x="451089" y="923637"/>
              <a:ext cx="8012407" cy="5827747"/>
              <a:chOff x="1947610" y="249821"/>
              <a:chExt cx="8296780" cy="6358358"/>
            </a:xfrm>
          </p:grpSpPr>
          <p:pic>
            <p:nvPicPr>
              <p:cNvPr id="14" name="Picture 13" descr="A close up of a logo&#10;&#10;Description automatically generated">
                <a:extLst>
                  <a:ext uri="{FF2B5EF4-FFF2-40B4-BE49-F238E27FC236}">
                    <a16:creationId xmlns:a16="http://schemas.microsoft.com/office/drawing/2014/main" id="{9516B23F-91AF-DF8D-BB2A-FD4E5CC30A3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47610" y="249821"/>
                <a:ext cx="8296780" cy="6358358"/>
              </a:xfrm>
              <a:prstGeom prst="rect">
                <a:avLst/>
              </a:prstGeom>
            </p:spPr>
          </p:pic>
          <p:sp>
            <p:nvSpPr>
              <p:cNvPr id="15" name="TextBox 14">
                <a:extLst>
                  <a:ext uri="{FF2B5EF4-FFF2-40B4-BE49-F238E27FC236}">
                    <a16:creationId xmlns:a16="http://schemas.microsoft.com/office/drawing/2014/main" id="{E2068F57-71F1-6E5F-2690-EC5508E36DB2}"/>
                  </a:ext>
                </a:extLst>
              </p:cNvPr>
              <p:cNvSpPr txBox="1"/>
              <p:nvPr/>
            </p:nvSpPr>
            <p:spPr>
              <a:xfrm>
                <a:off x="2013527" y="323273"/>
                <a:ext cx="1422508" cy="486560"/>
              </a:xfrm>
              <a:prstGeom prst="rect">
                <a:avLst/>
              </a:prstGeom>
              <a:solidFill>
                <a:schemeClr val="bg1"/>
              </a:solid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Symbology</a:t>
                </a:r>
              </a:p>
            </p:txBody>
          </p:sp>
          <p:sp>
            <p:nvSpPr>
              <p:cNvPr id="16" name="TextBox 15">
                <a:extLst>
                  <a:ext uri="{FF2B5EF4-FFF2-40B4-BE49-F238E27FC236}">
                    <a16:creationId xmlns:a16="http://schemas.microsoft.com/office/drawing/2014/main" id="{3E5EE340-74A3-E5E2-B6AB-97EB78C64180}"/>
                  </a:ext>
                </a:extLst>
              </p:cNvPr>
              <p:cNvSpPr txBox="1"/>
              <p:nvPr/>
            </p:nvSpPr>
            <p:spPr>
              <a:xfrm>
                <a:off x="4748950" y="272668"/>
                <a:ext cx="1838229" cy="486560"/>
              </a:xfrm>
              <a:prstGeom prst="rect">
                <a:avLst/>
              </a:prstGeom>
              <a:solidFill>
                <a:schemeClr val="bg1"/>
              </a:solid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Buffer zones</a:t>
                </a:r>
              </a:p>
            </p:txBody>
          </p:sp>
          <p:sp>
            <p:nvSpPr>
              <p:cNvPr id="17" name="TextBox 16">
                <a:extLst>
                  <a:ext uri="{FF2B5EF4-FFF2-40B4-BE49-F238E27FC236}">
                    <a16:creationId xmlns:a16="http://schemas.microsoft.com/office/drawing/2014/main" id="{98B8103D-57C7-F9EE-8B6F-7DDFD71FF954}"/>
                  </a:ext>
                </a:extLst>
              </p:cNvPr>
              <p:cNvSpPr txBox="1"/>
              <p:nvPr/>
            </p:nvSpPr>
            <p:spPr>
              <a:xfrm>
                <a:off x="7489582" y="323273"/>
                <a:ext cx="2754808" cy="436046"/>
              </a:xfrm>
              <a:prstGeom prst="rect">
                <a:avLst/>
              </a:prstGeom>
              <a:solidFill>
                <a:schemeClr val="bg1"/>
              </a:solid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Fuzzy boundaries/shading</a:t>
                </a:r>
              </a:p>
            </p:txBody>
          </p:sp>
          <p:sp>
            <p:nvSpPr>
              <p:cNvPr id="18" name="TextBox 17">
                <a:extLst>
                  <a:ext uri="{FF2B5EF4-FFF2-40B4-BE49-F238E27FC236}">
                    <a16:creationId xmlns:a16="http://schemas.microsoft.com/office/drawing/2014/main" id="{A81A4666-CCF8-3804-BC3B-4B727901616D}"/>
                  </a:ext>
                </a:extLst>
              </p:cNvPr>
              <p:cNvSpPr txBox="1"/>
              <p:nvPr/>
            </p:nvSpPr>
            <p:spPr>
              <a:xfrm>
                <a:off x="2217751" y="3426602"/>
                <a:ext cx="2571492" cy="4865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Confidence limits</a:t>
                </a:r>
              </a:p>
            </p:txBody>
          </p:sp>
          <p:sp>
            <p:nvSpPr>
              <p:cNvPr id="19" name="TextBox 18">
                <a:extLst>
                  <a:ext uri="{FF2B5EF4-FFF2-40B4-BE49-F238E27FC236}">
                    <a16:creationId xmlns:a16="http://schemas.microsoft.com/office/drawing/2014/main" id="{661D7DA3-CA9C-87F4-F832-7845D5E54358}"/>
                  </a:ext>
                </a:extLst>
              </p:cNvPr>
              <p:cNvSpPr txBox="1"/>
              <p:nvPr/>
            </p:nvSpPr>
            <p:spPr>
              <a:xfrm>
                <a:off x="4928530" y="3426602"/>
                <a:ext cx="5119458" cy="48656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Different versions depicting evolving uncertainty</a:t>
                </a:r>
              </a:p>
            </p:txBody>
          </p:sp>
        </p:grpSp>
        <p:grpSp>
          <p:nvGrpSpPr>
            <p:cNvPr id="11" name="Group 10">
              <a:extLst>
                <a:ext uri="{FF2B5EF4-FFF2-40B4-BE49-F238E27FC236}">
                  <a16:creationId xmlns:a16="http://schemas.microsoft.com/office/drawing/2014/main" id="{9E20A2C2-BD3B-C363-76AC-483527BF77D3}"/>
                </a:ext>
              </a:extLst>
            </p:cNvPr>
            <p:cNvGrpSpPr/>
            <p:nvPr/>
          </p:nvGrpSpPr>
          <p:grpSpPr>
            <a:xfrm>
              <a:off x="528917" y="3881717"/>
              <a:ext cx="2868705" cy="277905"/>
              <a:chOff x="528917" y="3881717"/>
              <a:chExt cx="2868705" cy="277905"/>
            </a:xfrm>
          </p:grpSpPr>
          <p:sp>
            <p:nvSpPr>
              <p:cNvPr id="12" name="Rectangle 11">
                <a:extLst>
                  <a:ext uri="{FF2B5EF4-FFF2-40B4-BE49-F238E27FC236}">
                    <a16:creationId xmlns:a16="http://schemas.microsoft.com/office/drawing/2014/main" id="{49200490-CD4A-A09F-F5C5-E229316FDBD9}"/>
                  </a:ext>
                </a:extLst>
              </p:cNvPr>
              <p:cNvSpPr/>
              <p:nvPr/>
            </p:nvSpPr>
            <p:spPr>
              <a:xfrm>
                <a:off x="528917" y="3881717"/>
                <a:ext cx="259976" cy="2779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EEEEC0A2-D062-B20B-B046-6FF7F3A66C10}"/>
                  </a:ext>
                </a:extLst>
              </p:cNvPr>
              <p:cNvSpPr/>
              <p:nvPr/>
            </p:nvSpPr>
            <p:spPr>
              <a:xfrm>
                <a:off x="3137646" y="3881717"/>
                <a:ext cx="259976" cy="2779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pic>
        <p:nvPicPr>
          <p:cNvPr id="20" name="Picture 19">
            <a:extLst>
              <a:ext uri="{FF2B5EF4-FFF2-40B4-BE49-F238E27FC236}">
                <a16:creationId xmlns:a16="http://schemas.microsoft.com/office/drawing/2014/main" id="{87BCE18A-148B-D1DF-0816-2832DD92DB05}"/>
              </a:ext>
            </a:extLst>
          </p:cNvPr>
          <p:cNvPicPr>
            <a:picLocks noChangeAspect="1"/>
          </p:cNvPicPr>
          <p:nvPr/>
        </p:nvPicPr>
        <p:blipFill>
          <a:blip r:embed="rId8"/>
          <a:stretch>
            <a:fillRect/>
          </a:stretch>
        </p:blipFill>
        <p:spPr>
          <a:xfrm>
            <a:off x="561995" y="4800807"/>
            <a:ext cx="4531319" cy="1808714"/>
          </a:xfrm>
          <a:prstGeom prst="rect">
            <a:avLst/>
          </a:prstGeom>
        </p:spPr>
      </p:pic>
    </p:spTree>
    <p:extLst>
      <p:ext uri="{BB962C8B-B14F-4D97-AF65-F5344CB8AC3E}">
        <p14:creationId xmlns:p14="http://schemas.microsoft.com/office/powerpoint/2010/main" val="184745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9823" y="-154004"/>
            <a:ext cx="10515600" cy="1325563"/>
          </a:xfrm>
        </p:spPr>
        <p:txBody>
          <a:bodyPr/>
          <a:lstStyle/>
          <a:p>
            <a:r>
              <a:rPr lang="en-US" dirty="0"/>
              <a:t>Color and contrast</a:t>
            </a:r>
          </a:p>
        </p:txBody>
      </p:sp>
      <p:sp>
        <p:nvSpPr>
          <p:cNvPr id="8" name="Content Placeholder 3"/>
          <p:cNvSpPr txBox="1">
            <a:spLocks/>
          </p:cNvSpPr>
          <p:nvPr/>
        </p:nvSpPr>
        <p:spPr>
          <a:xfrm>
            <a:off x="759822" y="1279069"/>
            <a:ext cx="10604863" cy="4038600"/>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buClr>
                <a:srgbClr val="D16349"/>
              </a:buClr>
            </a:pPr>
            <a:r>
              <a:rPr lang="en-US" sz="2400" dirty="0">
                <a:solidFill>
                  <a:prstClr val="black"/>
                </a:solidFill>
              </a:rPr>
              <a:t>The use of color helps to delineate shapes on maps, because human eyes are less sensitive to shapes than to color. </a:t>
            </a:r>
          </a:p>
          <a:p>
            <a:pPr>
              <a:buClr>
                <a:srgbClr val="D16349"/>
              </a:buClr>
            </a:pPr>
            <a:endParaRPr lang="en-US" sz="2400" dirty="0">
              <a:solidFill>
                <a:prstClr val="black"/>
              </a:solidFill>
            </a:endParaRPr>
          </a:p>
          <a:p>
            <a:pPr>
              <a:buClr>
                <a:srgbClr val="D16349"/>
              </a:buClr>
            </a:pPr>
            <a:r>
              <a:rPr lang="en-US" sz="2400" dirty="0">
                <a:solidFill>
                  <a:prstClr val="black"/>
                </a:solidFill>
              </a:rPr>
              <a:t>For this reason, the use of contrasting colors can help users identify the edges of shapes [Keller and Keller 1993]. </a:t>
            </a:r>
          </a:p>
          <a:p>
            <a:pPr>
              <a:buClr>
                <a:srgbClr val="D16349"/>
              </a:buClr>
            </a:pPr>
            <a:endParaRPr lang="en-US" sz="2400" dirty="0">
              <a:solidFill>
                <a:prstClr val="black"/>
              </a:solidFill>
            </a:endParaRPr>
          </a:p>
          <a:p>
            <a:pPr>
              <a:buClr>
                <a:srgbClr val="D16349"/>
              </a:buClr>
            </a:pPr>
            <a:r>
              <a:rPr lang="en-US" sz="2400" dirty="0">
                <a:solidFill>
                  <a:prstClr val="black"/>
                </a:solidFill>
              </a:rPr>
              <a:t>The good use of color can positively influence the ability of a map to communicate hazard information, while poor use creates confusion.  </a:t>
            </a:r>
          </a:p>
          <a:p>
            <a:pPr>
              <a:buClr>
                <a:srgbClr val="D16349"/>
              </a:buClr>
            </a:pPr>
            <a:endParaRPr lang="en-US" sz="2400" dirty="0">
              <a:solidFill>
                <a:prstClr val="black"/>
              </a:solidFill>
            </a:endParaRPr>
          </a:p>
          <a:p>
            <a:pPr>
              <a:buClr>
                <a:srgbClr val="D16349"/>
              </a:buClr>
            </a:pPr>
            <a:endParaRPr lang="en-US" sz="2400" dirty="0">
              <a:solidFill>
                <a:prstClr val="black"/>
              </a:solidFill>
            </a:endParaRPr>
          </a:p>
        </p:txBody>
      </p:sp>
      <p:sp>
        <p:nvSpPr>
          <p:cNvPr id="3" name="Rectangle 2"/>
          <p:cNvSpPr/>
          <p:nvPr/>
        </p:nvSpPr>
        <p:spPr>
          <a:xfrm>
            <a:off x="1714500" y="4876483"/>
            <a:ext cx="2539670" cy="369332"/>
          </a:xfrm>
          <a:prstGeom prst="rect">
            <a:avLst/>
          </a:prstGeom>
        </p:spPr>
        <p:txBody>
          <a:bodyPr wrap="none">
            <a:spAutoFit/>
          </a:bodyPr>
          <a:lstStyle/>
          <a:p>
            <a:r>
              <a:rPr lang="en-US" dirty="0"/>
              <a:t>http://colorbrewer2.org/</a:t>
            </a:r>
          </a:p>
        </p:txBody>
      </p:sp>
      <p:sp>
        <p:nvSpPr>
          <p:cNvPr id="5" name="TextBox 4"/>
          <p:cNvSpPr txBox="1"/>
          <p:nvPr/>
        </p:nvSpPr>
        <p:spPr>
          <a:xfrm>
            <a:off x="1714500" y="5114904"/>
            <a:ext cx="6218562" cy="369332"/>
          </a:xfrm>
          <a:prstGeom prst="rect">
            <a:avLst/>
          </a:prstGeom>
          <a:noFill/>
        </p:spPr>
        <p:txBody>
          <a:bodyPr wrap="none" rtlCol="0">
            <a:spAutoFit/>
          </a:bodyPr>
          <a:lstStyle/>
          <a:p>
            <a:r>
              <a:rPr lang="en-US" dirty="0"/>
              <a:t>colorusage.arc.nasa.gov    NASA AMES Color Usage Research Lab</a:t>
            </a:r>
          </a:p>
        </p:txBody>
      </p:sp>
      <p:sp>
        <p:nvSpPr>
          <p:cNvPr id="6" name="Rectangle 5"/>
          <p:cNvSpPr/>
          <p:nvPr/>
        </p:nvSpPr>
        <p:spPr>
          <a:xfrm>
            <a:off x="1714500" y="5353325"/>
            <a:ext cx="5840859" cy="369332"/>
          </a:xfrm>
          <a:prstGeom prst="rect">
            <a:avLst/>
          </a:prstGeom>
        </p:spPr>
        <p:txBody>
          <a:bodyPr wrap="square">
            <a:spAutoFit/>
          </a:bodyPr>
          <a:lstStyle/>
          <a:p>
            <a:r>
              <a:rPr lang="en-US" dirty="0"/>
              <a:t>https://eagereyes.org/basics/rainbow-color-map</a:t>
            </a:r>
          </a:p>
        </p:txBody>
      </p:sp>
      <p:pic>
        <p:nvPicPr>
          <p:cNvPr id="4" name="Picture 3" descr="USGS.png">
            <a:extLst>
              <a:ext uri="{FF2B5EF4-FFF2-40B4-BE49-F238E27FC236}">
                <a16:creationId xmlns:a16="http://schemas.microsoft.com/office/drawing/2014/main" id="{702B1852-5808-2E58-0188-3EA380E267C9}"/>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72484" y="6227010"/>
            <a:ext cx="1182149" cy="435970"/>
          </a:xfrm>
          <a:prstGeom prst="rect">
            <a:avLst/>
          </a:prstGeom>
        </p:spPr>
      </p:pic>
      <p:pic>
        <p:nvPicPr>
          <p:cNvPr id="7" name="Picture 6" descr="A picture containing text, sign&#10;&#10;Description automatically generated">
            <a:extLst>
              <a:ext uri="{FF2B5EF4-FFF2-40B4-BE49-F238E27FC236}">
                <a16:creationId xmlns:a16="http://schemas.microsoft.com/office/drawing/2014/main" id="{789391D0-A0B0-E389-3C56-085E9BED3D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4633" y="6227010"/>
            <a:ext cx="1459992" cy="435970"/>
          </a:xfrm>
          <a:prstGeom prst="rect">
            <a:avLst/>
          </a:prstGeom>
        </p:spPr>
      </p:pic>
    </p:spTree>
    <p:extLst>
      <p:ext uri="{BB962C8B-B14F-4D97-AF65-F5344CB8AC3E}">
        <p14:creationId xmlns:p14="http://schemas.microsoft.com/office/powerpoint/2010/main" val="121811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7349" y="175138"/>
            <a:ext cx="10515600" cy="1325563"/>
          </a:xfrm>
        </p:spPr>
        <p:txBody>
          <a:bodyPr/>
          <a:lstStyle/>
          <a:p>
            <a:r>
              <a:rPr lang="en-US" dirty="0"/>
              <a:t>Color basics</a:t>
            </a:r>
          </a:p>
        </p:txBody>
      </p:sp>
      <p:sp>
        <p:nvSpPr>
          <p:cNvPr id="3" name="Content Placeholder 2"/>
          <p:cNvSpPr>
            <a:spLocks noGrp="1"/>
          </p:cNvSpPr>
          <p:nvPr>
            <p:ph sz="half" idx="1"/>
          </p:nvPr>
        </p:nvSpPr>
        <p:spPr>
          <a:xfrm>
            <a:off x="823232" y="1253331"/>
            <a:ext cx="5181600" cy="4351338"/>
          </a:xfrm>
        </p:spPr>
        <p:txBody>
          <a:bodyPr/>
          <a:lstStyle/>
          <a:p>
            <a:r>
              <a:rPr lang="en-US" dirty="0"/>
              <a:t>Hue: what most people mean by ‘color’</a:t>
            </a:r>
          </a:p>
          <a:p>
            <a:endParaRPr lang="en-US" dirty="0"/>
          </a:p>
          <a:p>
            <a:r>
              <a:rPr lang="en-US" dirty="0"/>
              <a:t>Saturation: ‘paleness’ or ‘vividness’, distance from </a:t>
            </a:r>
            <a:r>
              <a:rPr lang="en-US" dirty="0" err="1"/>
              <a:t>grayscale</a:t>
            </a:r>
            <a:endParaRPr lang="en-US" dirty="0"/>
          </a:p>
          <a:p>
            <a:endParaRPr lang="en-US" dirty="0"/>
          </a:p>
          <a:p>
            <a:r>
              <a:rPr lang="en-US" dirty="0"/>
              <a:t>Brightness/Luminance: ‘tone’, low values are ‘dark’, high values are ‘light’</a:t>
            </a:r>
          </a:p>
        </p:txBody>
      </p:sp>
      <p:sp>
        <p:nvSpPr>
          <p:cNvPr id="4" name="Content Placeholder 3"/>
          <p:cNvSpPr>
            <a:spLocks noGrp="1"/>
          </p:cNvSpPr>
          <p:nvPr>
            <p:ph sz="half" idx="2"/>
          </p:nvPr>
        </p:nvSpPr>
        <p:spPr/>
        <p:txBody>
          <a:bodyPr/>
          <a:lstStyle/>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4629" y="253851"/>
            <a:ext cx="2869734"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7009" y="1230560"/>
            <a:ext cx="2869734" cy="422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7434209" y="5520166"/>
            <a:ext cx="1155124" cy="369332"/>
          </a:xfrm>
          <a:prstGeom prst="rect">
            <a:avLst/>
          </a:prstGeom>
          <a:noFill/>
        </p:spPr>
        <p:txBody>
          <a:bodyPr wrap="none" rtlCol="0">
            <a:spAutoFit/>
          </a:bodyPr>
          <a:lstStyle/>
          <a:p>
            <a:r>
              <a:rPr lang="en-US" dirty="0">
                <a:solidFill>
                  <a:prstClr val="black"/>
                </a:solidFill>
              </a:rPr>
              <a:t>Saturation</a:t>
            </a:r>
          </a:p>
        </p:txBody>
      </p:sp>
      <p:cxnSp>
        <p:nvCxnSpPr>
          <p:cNvPr id="7" name="Straight Arrow Connector 6"/>
          <p:cNvCxnSpPr>
            <a:stCxn id="5" idx="3"/>
          </p:cNvCxnSpPr>
          <p:nvPr/>
        </p:nvCxnSpPr>
        <p:spPr>
          <a:xfrm>
            <a:off x="8589334" y="5704832"/>
            <a:ext cx="1398697"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rot="16200000">
            <a:off x="6590609" y="4731007"/>
            <a:ext cx="1208985" cy="369332"/>
          </a:xfrm>
          <a:prstGeom prst="rect">
            <a:avLst/>
          </a:prstGeom>
          <a:noFill/>
        </p:spPr>
        <p:txBody>
          <a:bodyPr wrap="none" rtlCol="0">
            <a:spAutoFit/>
          </a:bodyPr>
          <a:lstStyle/>
          <a:p>
            <a:r>
              <a:rPr lang="en-US" dirty="0">
                <a:solidFill>
                  <a:prstClr val="black"/>
                </a:solidFill>
              </a:rPr>
              <a:t>Luminance</a:t>
            </a:r>
          </a:p>
        </p:txBody>
      </p:sp>
      <p:cxnSp>
        <p:nvCxnSpPr>
          <p:cNvPr id="11" name="Straight Arrow Connector 10"/>
          <p:cNvCxnSpPr/>
          <p:nvPr/>
        </p:nvCxnSpPr>
        <p:spPr>
          <a:xfrm flipH="1" flipV="1">
            <a:off x="7195101" y="1978236"/>
            <a:ext cx="8614" cy="227042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6" name="Picture 5" descr="USGS.png">
            <a:extLst>
              <a:ext uri="{FF2B5EF4-FFF2-40B4-BE49-F238E27FC236}">
                <a16:creationId xmlns:a16="http://schemas.microsoft.com/office/drawing/2014/main" id="{3C9D5338-D7DD-B1B1-8CED-87AAD5B62228}"/>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72484" y="6227010"/>
            <a:ext cx="1182149" cy="435970"/>
          </a:xfrm>
          <a:prstGeom prst="rect">
            <a:avLst/>
          </a:prstGeom>
        </p:spPr>
      </p:pic>
      <p:pic>
        <p:nvPicPr>
          <p:cNvPr id="8" name="Picture 7" descr="A picture containing text, sign&#10;&#10;Description automatically generated">
            <a:extLst>
              <a:ext uri="{FF2B5EF4-FFF2-40B4-BE49-F238E27FC236}">
                <a16:creationId xmlns:a16="http://schemas.microsoft.com/office/drawing/2014/main" id="{6D54960A-A248-9F98-3C6D-0317DDE956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54633" y="6227010"/>
            <a:ext cx="1459992" cy="435970"/>
          </a:xfrm>
          <a:prstGeom prst="rect">
            <a:avLst/>
          </a:prstGeom>
        </p:spPr>
      </p:pic>
    </p:spTree>
    <p:extLst>
      <p:ext uri="{BB962C8B-B14F-4D97-AF65-F5344CB8AC3E}">
        <p14:creationId xmlns:p14="http://schemas.microsoft.com/office/powerpoint/2010/main" val="554041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4B5893-F16B-2397-05B3-76467CE05FAE}"/>
              </a:ext>
            </a:extLst>
          </p:cNvPr>
          <p:cNvPicPr>
            <a:picLocks noChangeAspect="1"/>
          </p:cNvPicPr>
          <p:nvPr/>
        </p:nvPicPr>
        <p:blipFill>
          <a:blip r:embed="rId2"/>
          <a:stretch>
            <a:fillRect/>
          </a:stretch>
        </p:blipFill>
        <p:spPr>
          <a:xfrm>
            <a:off x="302249" y="121510"/>
            <a:ext cx="1943372" cy="1028843"/>
          </a:xfrm>
          <a:prstGeom prst="rect">
            <a:avLst/>
          </a:prstGeom>
        </p:spPr>
      </p:pic>
      <p:pic>
        <p:nvPicPr>
          <p:cNvPr id="5" name="Picture 4">
            <a:extLst>
              <a:ext uri="{FF2B5EF4-FFF2-40B4-BE49-F238E27FC236}">
                <a16:creationId xmlns:a16="http://schemas.microsoft.com/office/drawing/2014/main" id="{DA177ADF-1564-5913-EB77-A158876963AA}"/>
              </a:ext>
            </a:extLst>
          </p:cNvPr>
          <p:cNvPicPr>
            <a:picLocks noChangeAspect="1"/>
          </p:cNvPicPr>
          <p:nvPr/>
        </p:nvPicPr>
        <p:blipFill>
          <a:blip r:embed="rId3"/>
          <a:stretch>
            <a:fillRect/>
          </a:stretch>
        </p:blipFill>
        <p:spPr>
          <a:xfrm>
            <a:off x="302249" y="3844458"/>
            <a:ext cx="1565729" cy="1139417"/>
          </a:xfrm>
          <a:prstGeom prst="rect">
            <a:avLst/>
          </a:prstGeom>
        </p:spPr>
      </p:pic>
      <p:pic>
        <p:nvPicPr>
          <p:cNvPr id="7" name="Picture 6">
            <a:extLst>
              <a:ext uri="{FF2B5EF4-FFF2-40B4-BE49-F238E27FC236}">
                <a16:creationId xmlns:a16="http://schemas.microsoft.com/office/drawing/2014/main" id="{0BECC5D2-AF5E-28A8-8CBC-BC0A6E9BE673}"/>
              </a:ext>
            </a:extLst>
          </p:cNvPr>
          <p:cNvPicPr>
            <a:picLocks noChangeAspect="1"/>
          </p:cNvPicPr>
          <p:nvPr/>
        </p:nvPicPr>
        <p:blipFill>
          <a:blip r:embed="rId4"/>
          <a:stretch>
            <a:fillRect/>
          </a:stretch>
        </p:blipFill>
        <p:spPr>
          <a:xfrm>
            <a:off x="6451110" y="121510"/>
            <a:ext cx="2143424" cy="1643292"/>
          </a:xfrm>
          <a:prstGeom prst="rect">
            <a:avLst/>
          </a:prstGeom>
        </p:spPr>
      </p:pic>
      <p:pic>
        <p:nvPicPr>
          <p:cNvPr id="9" name="Picture 8">
            <a:extLst>
              <a:ext uri="{FF2B5EF4-FFF2-40B4-BE49-F238E27FC236}">
                <a16:creationId xmlns:a16="http://schemas.microsoft.com/office/drawing/2014/main" id="{D0D98681-5BFC-90E6-A7F7-AA856E2C3A46}"/>
              </a:ext>
            </a:extLst>
          </p:cNvPr>
          <p:cNvPicPr>
            <a:picLocks noChangeAspect="1"/>
          </p:cNvPicPr>
          <p:nvPr/>
        </p:nvPicPr>
        <p:blipFill>
          <a:blip r:embed="rId5"/>
          <a:stretch>
            <a:fillRect/>
          </a:stretch>
        </p:blipFill>
        <p:spPr>
          <a:xfrm>
            <a:off x="6353051" y="3599383"/>
            <a:ext cx="2116060" cy="1139417"/>
          </a:xfrm>
          <a:prstGeom prst="rect">
            <a:avLst/>
          </a:prstGeom>
        </p:spPr>
      </p:pic>
      <p:sp>
        <p:nvSpPr>
          <p:cNvPr id="17" name="TextBox 16">
            <a:extLst>
              <a:ext uri="{FF2B5EF4-FFF2-40B4-BE49-F238E27FC236}">
                <a16:creationId xmlns:a16="http://schemas.microsoft.com/office/drawing/2014/main" id="{F54ECB38-076D-F4C4-398C-6F04FC7C2CD9}"/>
              </a:ext>
            </a:extLst>
          </p:cNvPr>
          <p:cNvSpPr txBox="1"/>
          <p:nvPr/>
        </p:nvSpPr>
        <p:spPr>
          <a:xfrm>
            <a:off x="280783" y="4993537"/>
            <a:ext cx="4570821" cy="1815882"/>
          </a:xfrm>
          <a:prstGeom prst="rect">
            <a:avLst/>
          </a:prstGeom>
          <a:noFill/>
        </p:spPr>
        <p:txBody>
          <a:bodyPr wrap="square">
            <a:spAutoFit/>
          </a:bodyPr>
          <a:lstStyle/>
          <a:p>
            <a:pPr marL="214313" indent="-214313">
              <a:buFont typeface="Arial" panose="020B0604020202020204" pitchFamily="34" charset="0"/>
              <a:buChar char="•"/>
            </a:pPr>
            <a:r>
              <a:rPr lang="en-US" sz="1600" dirty="0">
                <a:solidFill>
                  <a:srgbClr val="1A1A1A"/>
                </a:solidFill>
                <a:latin typeface="Lato" panose="020F0502020204030203" pitchFamily="34" charset="0"/>
              </a:rPr>
              <a:t>Most commonly used</a:t>
            </a:r>
          </a:p>
          <a:p>
            <a:pPr marL="214313" indent="-214313">
              <a:buFont typeface="Arial" panose="020B0604020202020204" pitchFamily="34" charset="0"/>
              <a:buChar char="•"/>
            </a:pPr>
            <a:r>
              <a:rPr lang="en-US" sz="1600" dirty="0">
                <a:solidFill>
                  <a:srgbClr val="1A1A1A"/>
                </a:solidFill>
                <a:latin typeface="Lato" panose="020F0502020204030203" pitchFamily="34" charset="0"/>
              </a:rPr>
              <a:t>Users are able to quickly order hazard zones from highest to lowest hazard</a:t>
            </a:r>
          </a:p>
          <a:p>
            <a:pPr marL="214313" indent="-214313">
              <a:buFont typeface="Arial" panose="020B0604020202020204" pitchFamily="34" charset="0"/>
              <a:buChar char="•"/>
            </a:pPr>
            <a:r>
              <a:rPr lang="en-US" sz="1600" dirty="0">
                <a:solidFill>
                  <a:srgbClr val="1A1A1A"/>
                </a:solidFill>
                <a:latin typeface="Lato" panose="020F0502020204030203" pitchFamily="34" charset="0"/>
              </a:rPr>
              <a:t>No zones are misinterpreted to be ‘safe zones’ (as is the case when using the color green)</a:t>
            </a:r>
          </a:p>
          <a:p>
            <a:pPr marL="214313" indent="-214313">
              <a:buFont typeface="Arial" panose="020B0604020202020204" pitchFamily="34" charset="0"/>
              <a:buChar char="•"/>
            </a:pPr>
            <a:r>
              <a:rPr lang="en-US" sz="1600" dirty="0">
                <a:solidFill>
                  <a:srgbClr val="1A1A1A"/>
                </a:solidFill>
                <a:latin typeface="Lato" panose="020F0502020204030203" pitchFamily="34" charset="0"/>
              </a:rPr>
              <a:t>More easily understood by people with color-blindness</a:t>
            </a:r>
            <a:endParaRPr lang="en-US" sz="1600" dirty="0"/>
          </a:p>
        </p:txBody>
      </p:sp>
      <p:sp>
        <p:nvSpPr>
          <p:cNvPr id="19" name="TextBox 18">
            <a:extLst>
              <a:ext uri="{FF2B5EF4-FFF2-40B4-BE49-F238E27FC236}">
                <a16:creationId xmlns:a16="http://schemas.microsoft.com/office/drawing/2014/main" id="{72495052-2F6F-AE33-A0E9-4F71BD34C540}"/>
              </a:ext>
            </a:extLst>
          </p:cNvPr>
          <p:cNvSpPr txBox="1"/>
          <p:nvPr/>
        </p:nvSpPr>
        <p:spPr>
          <a:xfrm>
            <a:off x="280783" y="1280251"/>
            <a:ext cx="5460109" cy="2554545"/>
          </a:xfrm>
          <a:prstGeom prst="rect">
            <a:avLst/>
          </a:prstGeom>
          <a:noFill/>
        </p:spPr>
        <p:txBody>
          <a:bodyPr wrap="square">
            <a:spAutoFit/>
          </a:bodyPr>
          <a:lstStyle/>
          <a:p>
            <a:pPr marL="214313" indent="-214313">
              <a:buFont typeface="Arial" panose="020B0604020202020204" pitchFamily="34" charset="0"/>
              <a:buChar char="•"/>
            </a:pPr>
            <a:r>
              <a:rPr lang="en-US" sz="1600" dirty="0">
                <a:solidFill>
                  <a:srgbClr val="1A1A1A"/>
                </a:solidFill>
                <a:latin typeface="Lato" panose="020F0502020204030203" pitchFamily="34" charset="0"/>
              </a:rPr>
              <a:t>The logical ordering of sequential red-to-green “stoplight” color schemes (red means danger, yellow means caution, and green means safe) is fairly universal among cultures </a:t>
            </a:r>
          </a:p>
          <a:p>
            <a:pPr marL="214313" indent="-214313">
              <a:buFont typeface="Arial" panose="020B0604020202020204" pitchFamily="34" charset="0"/>
              <a:buChar char="•"/>
            </a:pPr>
            <a:r>
              <a:rPr lang="en-US" sz="1600" dirty="0">
                <a:solidFill>
                  <a:srgbClr val="1A1A1A"/>
                </a:solidFill>
                <a:latin typeface="Lato" panose="020F0502020204030203" pitchFamily="34" charset="0"/>
              </a:rPr>
              <a:t>This makes red-to-green color schemes easily understood for relative hazard levels </a:t>
            </a:r>
          </a:p>
          <a:p>
            <a:pPr marL="214313" indent="-214313">
              <a:buFont typeface="Arial" panose="020B0604020202020204" pitchFamily="34" charset="0"/>
              <a:buChar char="•"/>
            </a:pPr>
            <a:r>
              <a:rPr lang="en-US" sz="1600" dirty="0">
                <a:solidFill>
                  <a:srgbClr val="1A1A1A"/>
                </a:solidFill>
                <a:latin typeface="Lato" panose="020F0502020204030203" pitchFamily="34" charset="0"/>
              </a:rPr>
              <a:t>Red-to-green color scales may incorrectly imply that green zones are ‘safe’ rather than just the lowest hazard</a:t>
            </a:r>
          </a:p>
          <a:p>
            <a:pPr marL="214313" indent="-214313">
              <a:buFont typeface="Arial" panose="020B0604020202020204" pitchFamily="34" charset="0"/>
              <a:buChar char="•"/>
            </a:pPr>
            <a:r>
              <a:rPr lang="en-US" sz="1600" dirty="0">
                <a:solidFill>
                  <a:srgbClr val="1A1A1A"/>
                </a:solidFill>
                <a:latin typeface="Lato" panose="020F0502020204030203" pitchFamily="34" charset="0"/>
              </a:rPr>
              <a:t>Red-to-green color schemes can pose issues for  individuals with red-green colorblindness</a:t>
            </a:r>
          </a:p>
        </p:txBody>
      </p:sp>
      <p:sp>
        <p:nvSpPr>
          <p:cNvPr id="21" name="TextBox 20">
            <a:extLst>
              <a:ext uri="{FF2B5EF4-FFF2-40B4-BE49-F238E27FC236}">
                <a16:creationId xmlns:a16="http://schemas.microsoft.com/office/drawing/2014/main" id="{88A2FBD5-E93A-B6D3-5332-0891B9E5F08E}"/>
              </a:ext>
            </a:extLst>
          </p:cNvPr>
          <p:cNvSpPr txBox="1"/>
          <p:nvPr/>
        </p:nvSpPr>
        <p:spPr>
          <a:xfrm>
            <a:off x="6353051" y="1919850"/>
            <a:ext cx="4314950" cy="1569660"/>
          </a:xfrm>
          <a:prstGeom prst="rect">
            <a:avLst/>
          </a:prstGeom>
          <a:noFill/>
        </p:spPr>
        <p:txBody>
          <a:bodyPr wrap="square">
            <a:spAutoFit/>
          </a:bodyPr>
          <a:lstStyle/>
          <a:p>
            <a:pPr marL="214313" indent="-214313">
              <a:buFont typeface="Arial" panose="020B0604020202020204" pitchFamily="34" charset="0"/>
              <a:buChar char="•"/>
            </a:pPr>
            <a:r>
              <a:rPr lang="en-US" sz="1600" dirty="0">
                <a:solidFill>
                  <a:srgbClr val="1A1A1A"/>
                </a:solidFill>
                <a:latin typeface="Lato" panose="020F0502020204030203" pitchFamily="34" charset="0"/>
              </a:rPr>
              <a:t>Dark-to-light sequential color schemes are also well-suited for conveying the relative degree of hazard for different hazard zones </a:t>
            </a:r>
          </a:p>
          <a:p>
            <a:pPr marL="214313" indent="-214313">
              <a:buFont typeface="Arial" panose="020B0604020202020204" pitchFamily="34" charset="0"/>
              <a:buChar char="•"/>
            </a:pPr>
            <a:r>
              <a:rPr lang="en-US" sz="1600" dirty="0">
                <a:solidFill>
                  <a:srgbClr val="1A1A1A"/>
                </a:solidFill>
                <a:latin typeface="Lato" panose="020F0502020204030203" pitchFamily="34" charset="0"/>
              </a:rPr>
              <a:t>Most effective when the darkest or most saturated hue represents high values </a:t>
            </a:r>
          </a:p>
          <a:p>
            <a:pPr marL="214313" indent="-214313">
              <a:buFont typeface="Arial" panose="020B0604020202020204" pitchFamily="34" charset="0"/>
              <a:buChar char="•"/>
            </a:pPr>
            <a:r>
              <a:rPr lang="en-US" sz="1600" dirty="0">
                <a:solidFill>
                  <a:srgbClr val="1A1A1A"/>
                </a:solidFill>
                <a:latin typeface="Lato" panose="020F0502020204030203" pitchFamily="34" charset="0"/>
              </a:rPr>
              <a:t>Appropriate for the color-blind</a:t>
            </a:r>
            <a:endParaRPr lang="en-US" sz="1600" dirty="0"/>
          </a:p>
        </p:txBody>
      </p:sp>
      <p:sp>
        <p:nvSpPr>
          <p:cNvPr id="23" name="TextBox 22">
            <a:extLst>
              <a:ext uri="{FF2B5EF4-FFF2-40B4-BE49-F238E27FC236}">
                <a16:creationId xmlns:a16="http://schemas.microsoft.com/office/drawing/2014/main" id="{901E5F88-CC41-B876-39E8-CF305FE1E7D6}"/>
              </a:ext>
            </a:extLst>
          </p:cNvPr>
          <p:cNvSpPr txBox="1"/>
          <p:nvPr/>
        </p:nvSpPr>
        <p:spPr>
          <a:xfrm>
            <a:off x="6353051" y="4738800"/>
            <a:ext cx="4972174" cy="2062103"/>
          </a:xfrm>
          <a:prstGeom prst="rect">
            <a:avLst/>
          </a:prstGeom>
          <a:noFill/>
        </p:spPr>
        <p:txBody>
          <a:bodyPr wrap="square">
            <a:spAutoFit/>
          </a:bodyPr>
          <a:lstStyle/>
          <a:p>
            <a:pPr marL="214313" indent="-214313">
              <a:buFont typeface="Arial" panose="020B0604020202020204" pitchFamily="34" charset="0"/>
              <a:buChar char="•"/>
            </a:pPr>
            <a:r>
              <a:rPr lang="en-US" sz="1600" dirty="0">
                <a:solidFill>
                  <a:srgbClr val="1A1A1A"/>
                </a:solidFill>
                <a:latin typeface="Lato" panose="020F0502020204030203" pitchFamily="34" charset="0"/>
              </a:rPr>
              <a:t>Sequential hazard levels (high-med-low) are more difficult to discern on maps using categorical or qualitative color schemes, as the map reader must closely study the map legend</a:t>
            </a:r>
          </a:p>
          <a:p>
            <a:pPr marL="214313" indent="-214313">
              <a:buFont typeface="Arial" panose="020B0604020202020204" pitchFamily="34" charset="0"/>
              <a:buChar char="•"/>
            </a:pPr>
            <a:r>
              <a:rPr lang="en-US" sz="1600" dirty="0">
                <a:solidFill>
                  <a:srgbClr val="1A1A1A"/>
                </a:solidFill>
                <a:latin typeface="Lato" panose="020F0502020204030203" pitchFamily="34" charset="0"/>
              </a:rPr>
              <a:t>However, </a:t>
            </a:r>
            <a:r>
              <a:rPr lang="en-US" sz="1600" dirty="0">
                <a:latin typeface="Lato" panose="020F0502020204030203" pitchFamily="34" charset="0"/>
              </a:rPr>
              <a:t>well-selected c</a:t>
            </a:r>
            <a:r>
              <a:rPr lang="en-US" sz="1600" dirty="0">
                <a:solidFill>
                  <a:srgbClr val="1A1A1A"/>
                </a:solidFill>
                <a:latin typeface="Lato" panose="020F0502020204030203" pitchFamily="34" charset="0"/>
              </a:rPr>
              <a:t>ategorical colors may be appropriate for maps displaying non-ordered or categorical data, as is the case for hazard process-focused maps</a:t>
            </a:r>
          </a:p>
        </p:txBody>
      </p:sp>
    </p:spTree>
    <p:extLst>
      <p:ext uri="{BB962C8B-B14F-4D97-AF65-F5344CB8AC3E}">
        <p14:creationId xmlns:p14="http://schemas.microsoft.com/office/powerpoint/2010/main" val="1316303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CD1DF33C-D0FD-C8A6-7A88-6D7700971F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6629"/>
            <a:ext cx="4049855" cy="529841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77832BA-6EB1-770C-1E6C-D9658412C73F}"/>
              </a:ext>
            </a:extLst>
          </p:cNvPr>
          <p:cNvSpPr txBox="1"/>
          <p:nvPr/>
        </p:nvSpPr>
        <p:spPr>
          <a:xfrm>
            <a:off x="64021" y="6127627"/>
            <a:ext cx="6257637" cy="338554"/>
          </a:xfrm>
          <a:prstGeom prst="rect">
            <a:avLst/>
          </a:prstGeom>
          <a:noFill/>
        </p:spPr>
        <p:txBody>
          <a:bodyPr wrap="square" lIns="91440" tIns="45720" rIns="91440" bIns="45720" anchor="t">
            <a:spAutoFit/>
          </a:bodyPr>
          <a:lstStyle/>
          <a:p>
            <a:r>
              <a:rPr lang="en-US" sz="1600" b="1" i="0" dirty="0">
                <a:solidFill>
                  <a:srgbClr val="1A1A1A"/>
                </a:solidFill>
                <a:effectLst/>
                <a:latin typeface="+mn-lt"/>
              </a:rPr>
              <a:t>Soufrière St. Vincent</a:t>
            </a:r>
            <a:r>
              <a:rPr lang="en-US" sz="1600" b="1" dirty="0">
                <a:solidFill>
                  <a:srgbClr val="1A1A1A"/>
                </a:solidFill>
                <a:latin typeface="+mn-lt"/>
              </a:rPr>
              <a:t> (Robertson, 2005)</a:t>
            </a:r>
            <a:endParaRPr lang="en-US" sz="1600" b="1" i="0" dirty="0">
              <a:solidFill>
                <a:srgbClr val="1A1A1A"/>
              </a:solidFill>
              <a:effectLst/>
              <a:latin typeface="+mn-lt"/>
            </a:endParaRPr>
          </a:p>
        </p:txBody>
      </p:sp>
      <p:pic>
        <p:nvPicPr>
          <p:cNvPr id="6" name="Picture 5">
            <a:extLst>
              <a:ext uri="{FF2B5EF4-FFF2-40B4-BE49-F238E27FC236}">
                <a16:creationId xmlns:a16="http://schemas.microsoft.com/office/drawing/2014/main" id="{2B95D944-1164-6B7E-F82B-3657221EEB2F}"/>
              </a:ext>
            </a:extLst>
          </p:cNvPr>
          <p:cNvPicPr>
            <a:picLocks noChangeAspect="1"/>
          </p:cNvPicPr>
          <p:nvPr/>
        </p:nvPicPr>
        <p:blipFill>
          <a:blip r:embed="rId3"/>
          <a:stretch>
            <a:fillRect/>
          </a:stretch>
        </p:blipFill>
        <p:spPr>
          <a:xfrm>
            <a:off x="0" y="918542"/>
            <a:ext cx="1946949" cy="1030737"/>
          </a:xfrm>
          <a:prstGeom prst="rect">
            <a:avLst/>
          </a:prstGeom>
        </p:spPr>
      </p:pic>
      <p:sp>
        <p:nvSpPr>
          <p:cNvPr id="8" name="TextBox 7">
            <a:extLst>
              <a:ext uri="{FF2B5EF4-FFF2-40B4-BE49-F238E27FC236}">
                <a16:creationId xmlns:a16="http://schemas.microsoft.com/office/drawing/2014/main" id="{307F83D1-7041-4A5D-3D2D-B7C48EA2C963}"/>
              </a:ext>
            </a:extLst>
          </p:cNvPr>
          <p:cNvSpPr txBox="1"/>
          <p:nvPr/>
        </p:nvSpPr>
        <p:spPr>
          <a:xfrm>
            <a:off x="64021" y="68152"/>
            <a:ext cx="5433436" cy="523220"/>
          </a:xfrm>
          <a:prstGeom prst="rect">
            <a:avLst/>
          </a:prstGeom>
          <a:noFill/>
        </p:spPr>
        <p:txBody>
          <a:bodyPr wrap="square" rtlCol="0">
            <a:spAutoFit/>
          </a:bodyPr>
          <a:lstStyle/>
          <a:p>
            <a:r>
              <a:rPr lang="en-US" sz="2800" b="1" dirty="0">
                <a:solidFill>
                  <a:schemeClr val="bg2">
                    <a:lumMod val="50000"/>
                  </a:schemeClr>
                </a:solidFill>
                <a:latin typeface="+mn-lt"/>
              </a:rPr>
              <a:t>Hazard level-focused (integrated)</a:t>
            </a:r>
          </a:p>
        </p:txBody>
      </p:sp>
      <p:pic>
        <p:nvPicPr>
          <p:cNvPr id="11" name="Picture 10">
            <a:extLst>
              <a:ext uri="{FF2B5EF4-FFF2-40B4-BE49-F238E27FC236}">
                <a16:creationId xmlns:a16="http://schemas.microsoft.com/office/drawing/2014/main" id="{BF09799E-D520-0762-FDAD-6A9456A28C31}"/>
              </a:ext>
            </a:extLst>
          </p:cNvPr>
          <p:cNvPicPr>
            <a:picLocks noChangeAspect="1"/>
          </p:cNvPicPr>
          <p:nvPr/>
        </p:nvPicPr>
        <p:blipFill rotWithShape="1">
          <a:blip r:embed="rId4"/>
          <a:srcRect r="29465"/>
          <a:stretch/>
        </p:blipFill>
        <p:spPr>
          <a:xfrm>
            <a:off x="4049855" y="918542"/>
            <a:ext cx="3771543" cy="5216504"/>
          </a:xfrm>
          <a:prstGeom prst="rect">
            <a:avLst/>
          </a:prstGeom>
        </p:spPr>
      </p:pic>
      <p:pic>
        <p:nvPicPr>
          <p:cNvPr id="14" name="Picture 13">
            <a:extLst>
              <a:ext uri="{FF2B5EF4-FFF2-40B4-BE49-F238E27FC236}">
                <a16:creationId xmlns:a16="http://schemas.microsoft.com/office/drawing/2014/main" id="{8C95CA8E-6235-4F25-1257-73B7BA1C6921}"/>
              </a:ext>
            </a:extLst>
          </p:cNvPr>
          <p:cNvPicPr>
            <a:picLocks noChangeAspect="1"/>
          </p:cNvPicPr>
          <p:nvPr/>
        </p:nvPicPr>
        <p:blipFill>
          <a:blip r:embed="rId5"/>
          <a:stretch>
            <a:fillRect/>
          </a:stretch>
        </p:blipFill>
        <p:spPr>
          <a:xfrm>
            <a:off x="7821398" y="960482"/>
            <a:ext cx="4143953" cy="5325218"/>
          </a:xfrm>
          <a:prstGeom prst="rect">
            <a:avLst/>
          </a:prstGeom>
        </p:spPr>
      </p:pic>
      <p:pic>
        <p:nvPicPr>
          <p:cNvPr id="12" name="Picture 11">
            <a:extLst>
              <a:ext uri="{FF2B5EF4-FFF2-40B4-BE49-F238E27FC236}">
                <a16:creationId xmlns:a16="http://schemas.microsoft.com/office/drawing/2014/main" id="{8724FA81-FC0E-201D-072A-5CD5AECAB029}"/>
              </a:ext>
            </a:extLst>
          </p:cNvPr>
          <p:cNvPicPr>
            <a:picLocks noChangeAspect="1"/>
          </p:cNvPicPr>
          <p:nvPr/>
        </p:nvPicPr>
        <p:blipFill rotWithShape="1">
          <a:blip r:embed="rId6"/>
          <a:srcRect b="40713"/>
          <a:stretch/>
        </p:blipFill>
        <p:spPr>
          <a:xfrm>
            <a:off x="7801670" y="975015"/>
            <a:ext cx="2143424" cy="974264"/>
          </a:xfrm>
          <a:prstGeom prst="rect">
            <a:avLst/>
          </a:prstGeom>
        </p:spPr>
      </p:pic>
      <p:pic>
        <p:nvPicPr>
          <p:cNvPr id="4" name="Picture 3">
            <a:extLst>
              <a:ext uri="{FF2B5EF4-FFF2-40B4-BE49-F238E27FC236}">
                <a16:creationId xmlns:a16="http://schemas.microsoft.com/office/drawing/2014/main" id="{339F505E-5BBA-3799-7E4E-4F6BBA080550}"/>
              </a:ext>
            </a:extLst>
          </p:cNvPr>
          <p:cNvPicPr>
            <a:picLocks noChangeAspect="1"/>
          </p:cNvPicPr>
          <p:nvPr/>
        </p:nvPicPr>
        <p:blipFill>
          <a:blip r:embed="rId7"/>
          <a:stretch>
            <a:fillRect/>
          </a:stretch>
        </p:blipFill>
        <p:spPr>
          <a:xfrm>
            <a:off x="4131973" y="918542"/>
            <a:ext cx="1565729" cy="1139417"/>
          </a:xfrm>
          <a:prstGeom prst="rect">
            <a:avLst/>
          </a:prstGeom>
        </p:spPr>
      </p:pic>
      <p:sp>
        <p:nvSpPr>
          <p:cNvPr id="15" name="TextBox 14">
            <a:extLst>
              <a:ext uri="{FF2B5EF4-FFF2-40B4-BE49-F238E27FC236}">
                <a16:creationId xmlns:a16="http://schemas.microsoft.com/office/drawing/2014/main" id="{3D3C4725-FD3C-F10B-F60F-AB1E466EC240}"/>
              </a:ext>
            </a:extLst>
          </p:cNvPr>
          <p:cNvSpPr txBox="1"/>
          <p:nvPr/>
        </p:nvSpPr>
        <p:spPr>
          <a:xfrm>
            <a:off x="3898849" y="6157507"/>
            <a:ext cx="6257637" cy="338554"/>
          </a:xfrm>
          <a:prstGeom prst="rect">
            <a:avLst/>
          </a:prstGeom>
          <a:noFill/>
        </p:spPr>
        <p:txBody>
          <a:bodyPr wrap="square" lIns="91440" tIns="45720" rIns="91440" bIns="45720" anchor="t">
            <a:spAutoFit/>
          </a:bodyPr>
          <a:lstStyle/>
          <a:p>
            <a:r>
              <a:rPr lang="en-US" sz="1600" b="1" i="0" dirty="0" err="1">
                <a:solidFill>
                  <a:srgbClr val="1A1A1A"/>
                </a:solidFill>
                <a:effectLst/>
                <a:latin typeface="+mn-lt"/>
              </a:rPr>
              <a:t>Isluga</a:t>
            </a:r>
            <a:r>
              <a:rPr lang="en-US" sz="1600" b="1" i="0" dirty="0">
                <a:solidFill>
                  <a:srgbClr val="1A1A1A"/>
                </a:solidFill>
                <a:effectLst/>
                <a:latin typeface="+mn-lt"/>
              </a:rPr>
              <a:t>, Chile (</a:t>
            </a:r>
            <a:r>
              <a:rPr lang="en-US" sz="1600" b="1" i="0" dirty="0" err="1">
                <a:solidFill>
                  <a:srgbClr val="1A1A1A"/>
                </a:solidFill>
                <a:effectLst/>
                <a:latin typeface="+mn-lt"/>
              </a:rPr>
              <a:t>Bertin</a:t>
            </a:r>
            <a:r>
              <a:rPr lang="en-US" sz="1600" b="1" i="0" dirty="0">
                <a:solidFill>
                  <a:srgbClr val="1A1A1A"/>
                </a:solidFill>
                <a:effectLst/>
                <a:latin typeface="+mn-lt"/>
              </a:rPr>
              <a:t> &amp; Amigo, 2013)</a:t>
            </a:r>
          </a:p>
        </p:txBody>
      </p:sp>
      <p:sp>
        <p:nvSpPr>
          <p:cNvPr id="16" name="TextBox 15">
            <a:extLst>
              <a:ext uri="{FF2B5EF4-FFF2-40B4-BE49-F238E27FC236}">
                <a16:creationId xmlns:a16="http://schemas.microsoft.com/office/drawing/2014/main" id="{5CF6CDBC-081A-5887-E703-8D215CFDD000}"/>
              </a:ext>
            </a:extLst>
          </p:cNvPr>
          <p:cNvSpPr txBox="1"/>
          <p:nvPr/>
        </p:nvSpPr>
        <p:spPr>
          <a:xfrm>
            <a:off x="7932100" y="6308161"/>
            <a:ext cx="6257637" cy="338554"/>
          </a:xfrm>
          <a:prstGeom prst="rect">
            <a:avLst/>
          </a:prstGeom>
          <a:noFill/>
        </p:spPr>
        <p:txBody>
          <a:bodyPr wrap="square" lIns="91440" tIns="45720" rIns="91440" bIns="45720" anchor="t">
            <a:spAutoFit/>
          </a:bodyPr>
          <a:lstStyle/>
          <a:p>
            <a:r>
              <a:rPr lang="en-US" sz="1600" b="1" i="0" dirty="0">
                <a:solidFill>
                  <a:srgbClr val="1A1A1A"/>
                </a:solidFill>
                <a:effectLst/>
                <a:latin typeface="+mn-lt"/>
              </a:rPr>
              <a:t>Tungurahua, Ecuador (</a:t>
            </a:r>
            <a:r>
              <a:rPr lang="en-US" sz="1600" b="1" i="0" dirty="0" err="1">
                <a:solidFill>
                  <a:srgbClr val="1A1A1A"/>
                </a:solidFill>
                <a:effectLst/>
                <a:latin typeface="+mn-lt"/>
              </a:rPr>
              <a:t>Samaniengo</a:t>
            </a:r>
            <a:r>
              <a:rPr lang="en-US" sz="1600" b="1" i="0" dirty="0">
                <a:solidFill>
                  <a:srgbClr val="1A1A1A"/>
                </a:solidFill>
                <a:effectLst/>
                <a:latin typeface="+mn-lt"/>
              </a:rPr>
              <a:t> et al., 2008)</a:t>
            </a:r>
          </a:p>
        </p:txBody>
      </p:sp>
    </p:spTree>
    <p:extLst>
      <p:ext uri="{BB962C8B-B14F-4D97-AF65-F5344CB8AC3E}">
        <p14:creationId xmlns:p14="http://schemas.microsoft.com/office/powerpoint/2010/main" val="3528938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7832BA-6EB1-770C-1E6C-D9658412C73F}"/>
              </a:ext>
            </a:extLst>
          </p:cNvPr>
          <p:cNvSpPr txBox="1"/>
          <p:nvPr/>
        </p:nvSpPr>
        <p:spPr>
          <a:xfrm>
            <a:off x="1464323" y="6343571"/>
            <a:ext cx="6257637" cy="369332"/>
          </a:xfrm>
          <a:prstGeom prst="rect">
            <a:avLst/>
          </a:prstGeom>
          <a:noFill/>
        </p:spPr>
        <p:txBody>
          <a:bodyPr wrap="square" lIns="91440" tIns="45720" rIns="91440" bIns="45720" anchor="t">
            <a:spAutoFit/>
          </a:bodyPr>
          <a:lstStyle/>
          <a:p>
            <a:r>
              <a:rPr lang="en-US" b="1" i="0" dirty="0">
                <a:solidFill>
                  <a:srgbClr val="1A1A1A"/>
                </a:solidFill>
                <a:effectLst/>
                <a:latin typeface="+mn-lt"/>
              </a:rPr>
              <a:t>Iwatesan, Japan (1998)</a:t>
            </a:r>
          </a:p>
        </p:txBody>
      </p:sp>
      <p:pic>
        <p:nvPicPr>
          <p:cNvPr id="5" name="Picture 4">
            <a:extLst>
              <a:ext uri="{FF2B5EF4-FFF2-40B4-BE49-F238E27FC236}">
                <a16:creationId xmlns:a16="http://schemas.microsoft.com/office/drawing/2014/main" id="{646216AF-0826-C18A-B0A1-6C95F26C1CE3}"/>
              </a:ext>
            </a:extLst>
          </p:cNvPr>
          <p:cNvPicPr>
            <a:picLocks noChangeAspect="1"/>
          </p:cNvPicPr>
          <p:nvPr/>
        </p:nvPicPr>
        <p:blipFill>
          <a:blip r:embed="rId2"/>
          <a:stretch>
            <a:fillRect/>
          </a:stretch>
        </p:blipFill>
        <p:spPr>
          <a:xfrm>
            <a:off x="1464323" y="763011"/>
            <a:ext cx="3870646" cy="5525435"/>
          </a:xfrm>
          <a:prstGeom prst="rect">
            <a:avLst/>
          </a:prstGeom>
        </p:spPr>
      </p:pic>
      <p:sp>
        <p:nvSpPr>
          <p:cNvPr id="10" name="TextBox 9">
            <a:extLst>
              <a:ext uri="{FF2B5EF4-FFF2-40B4-BE49-F238E27FC236}">
                <a16:creationId xmlns:a16="http://schemas.microsoft.com/office/drawing/2014/main" id="{A3EA8A5D-6B9F-690A-0EE3-16990C9D5506}"/>
              </a:ext>
            </a:extLst>
          </p:cNvPr>
          <p:cNvSpPr txBox="1"/>
          <p:nvPr/>
        </p:nvSpPr>
        <p:spPr>
          <a:xfrm>
            <a:off x="74435" y="0"/>
            <a:ext cx="6728701" cy="523220"/>
          </a:xfrm>
          <a:prstGeom prst="rect">
            <a:avLst/>
          </a:prstGeom>
          <a:noFill/>
        </p:spPr>
        <p:txBody>
          <a:bodyPr wrap="square" rtlCol="0">
            <a:spAutoFit/>
          </a:bodyPr>
          <a:lstStyle/>
          <a:p>
            <a:r>
              <a:rPr lang="en-US" sz="2800" b="1" dirty="0">
                <a:solidFill>
                  <a:srgbClr val="9933CC"/>
                </a:solidFill>
                <a:latin typeface="+mn-lt"/>
              </a:rPr>
              <a:t>Hazard process-focused (separated)</a:t>
            </a:r>
          </a:p>
        </p:txBody>
      </p:sp>
      <p:pic>
        <p:nvPicPr>
          <p:cNvPr id="12" name="Picture 11">
            <a:extLst>
              <a:ext uri="{FF2B5EF4-FFF2-40B4-BE49-F238E27FC236}">
                <a16:creationId xmlns:a16="http://schemas.microsoft.com/office/drawing/2014/main" id="{C35D1AEE-86BC-BD94-9CF5-E5CB27D67A0D}"/>
              </a:ext>
            </a:extLst>
          </p:cNvPr>
          <p:cNvPicPr>
            <a:picLocks noChangeAspect="1"/>
          </p:cNvPicPr>
          <p:nvPr/>
        </p:nvPicPr>
        <p:blipFill>
          <a:blip r:embed="rId3"/>
          <a:stretch>
            <a:fillRect/>
          </a:stretch>
        </p:blipFill>
        <p:spPr>
          <a:xfrm>
            <a:off x="5478020" y="1068017"/>
            <a:ext cx="5430008" cy="5220429"/>
          </a:xfrm>
          <a:prstGeom prst="rect">
            <a:avLst/>
          </a:prstGeom>
        </p:spPr>
      </p:pic>
      <p:sp>
        <p:nvSpPr>
          <p:cNvPr id="13" name="TextBox 12">
            <a:extLst>
              <a:ext uri="{FF2B5EF4-FFF2-40B4-BE49-F238E27FC236}">
                <a16:creationId xmlns:a16="http://schemas.microsoft.com/office/drawing/2014/main" id="{84739747-B16A-CA8B-7F02-C168C879C7AE}"/>
              </a:ext>
            </a:extLst>
          </p:cNvPr>
          <p:cNvSpPr txBox="1"/>
          <p:nvPr/>
        </p:nvSpPr>
        <p:spPr>
          <a:xfrm>
            <a:off x="6234443" y="6341206"/>
            <a:ext cx="6257637" cy="369332"/>
          </a:xfrm>
          <a:prstGeom prst="rect">
            <a:avLst/>
          </a:prstGeom>
          <a:noFill/>
        </p:spPr>
        <p:txBody>
          <a:bodyPr wrap="square" lIns="91440" tIns="45720" rIns="91440" bIns="45720" anchor="t">
            <a:spAutoFit/>
          </a:bodyPr>
          <a:lstStyle/>
          <a:p>
            <a:r>
              <a:rPr lang="en-US" b="1" i="0" dirty="0">
                <a:solidFill>
                  <a:srgbClr val="1A1A1A"/>
                </a:solidFill>
                <a:effectLst/>
                <a:latin typeface="+mn-lt"/>
              </a:rPr>
              <a:t>Baker, United States (Gardner et al., 1995)</a:t>
            </a:r>
          </a:p>
        </p:txBody>
      </p:sp>
      <p:pic>
        <p:nvPicPr>
          <p:cNvPr id="7" name="Picture 6">
            <a:extLst>
              <a:ext uri="{FF2B5EF4-FFF2-40B4-BE49-F238E27FC236}">
                <a16:creationId xmlns:a16="http://schemas.microsoft.com/office/drawing/2014/main" id="{48EE51BE-39D7-0BF4-F53E-FAC0D6B88969}"/>
              </a:ext>
            </a:extLst>
          </p:cNvPr>
          <p:cNvPicPr>
            <a:picLocks noChangeAspect="1"/>
          </p:cNvPicPr>
          <p:nvPr/>
        </p:nvPicPr>
        <p:blipFill>
          <a:blip r:embed="rId4"/>
          <a:stretch>
            <a:fillRect/>
          </a:stretch>
        </p:blipFill>
        <p:spPr>
          <a:xfrm>
            <a:off x="5039627" y="3525728"/>
            <a:ext cx="2116060" cy="1139417"/>
          </a:xfrm>
          <a:prstGeom prst="rect">
            <a:avLst/>
          </a:prstGeom>
        </p:spPr>
      </p:pic>
    </p:spTree>
    <p:extLst>
      <p:ext uri="{BB962C8B-B14F-4D97-AF65-F5344CB8AC3E}">
        <p14:creationId xmlns:p14="http://schemas.microsoft.com/office/powerpoint/2010/main" val="3115740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4000"/>
            <a:ext cx="10515600" cy="1325563"/>
          </a:xfrm>
        </p:spPr>
        <p:txBody>
          <a:bodyPr/>
          <a:lstStyle/>
          <a:p>
            <a:r>
              <a:rPr lang="en-US" dirty="0"/>
              <a:t>Color-coding</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1" y="676276"/>
            <a:ext cx="2867025"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1" y="2581276"/>
            <a:ext cx="2867025"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801" y="4638676"/>
            <a:ext cx="1057275"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52450" y="989027"/>
            <a:ext cx="5619750" cy="4893647"/>
          </a:xfrm>
          <a:prstGeom prst="rect">
            <a:avLst/>
          </a:prstGeom>
          <a:noFill/>
        </p:spPr>
        <p:txBody>
          <a:bodyPr wrap="square" rtlCol="0">
            <a:spAutoFit/>
          </a:bodyPr>
          <a:lstStyle/>
          <a:p>
            <a:r>
              <a:rPr lang="en-US" sz="2400" dirty="0">
                <a:solidFill>
                  <a:prstClr val="black"/>
                </a:solidFill>
              </a:rPr>
              <a:t>Small color differences can be distinguished when the areas to be discriminated are large, immediately adjacent to each other and are displayed at the same time. </a:t>
            </a:r>
          </a:p>
          <a:p>
            <a:endParaRPr lang="en-US" sz="2400" dirty="0">
              <a:solidFill>
                <a:prstClr val="black"/>
              </a:solidFill>
            </a:endParaRPr>
          </a:p>
          <a:p>
            <a:r>
              <a:rPr lang="en-US" sz="2400" dirty="0">
                <a:solidFill>
                  <a:prstClr val="black"/>
                </a:solidFill>
              </a:rPr>
              <a:t>These conditions occur, for example, in visualization of quantized continuous data as in maps of weather, temperatures, pressures or terrain. </a:t>
            </a:r>
          </a:p>
          <a:p>
            <a:endParaRPr lang="en-US" sz="2400" dirty="0">
              <a:solidFill>
                <a:prstClr val="black"/>
              </a:solidFill>
            </a:endParaRPr>
          </a:p>
          <a:p>
            <a:r>
              <a:rPr lang="en-US" sz="2400" dirty="0">
                <a:solidFill>
                  <a:prstClr val="black"/>
                </a:solidFill>
              </a:rPr>
              <a:t>Larger color differences are required whenever conditions deviate from this optimum.</a:t>
            </a:r>
          </a:p>
        </p:txBody>
      </p:sp>
      <p:pic>
        <p:nvPicPr>
          <p:cNvPr id="4" name="Picture 3" descr="USGS.png">
            <a:extLst>
              <a:ext uri="{FF2B5EF4-FFF2-40B4-BE49-F238E27FC236}">
                <a16:creationId xmlns:a16="http://schemas.microsoft.com/office/drawing/2014/main" id="{7C6253BD-ACB4-8791-6E28-E170DB2255D8}"/>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72484" y="6227010"/>
            <a:ext cx="1182149" cy="435970"/>
          </a:xfrm>
          <a:prstGeom prst="rect">
            <a:avLst/>
          </a:prstGeom>
        </p:spPr>
      </p:pic>
      <p:pic>
        <p:nvPicPr>
          <p:cNvPr id="5" name="Picture 4" descr="A picture containing text, sign&#10;&#10;Description automatically generated">
            <a:extLst>
              <a:ext uri="{FF2B5EF4-FFF2-40B4-BE49-F238E27FC236}">
                <a16:creationId xmlns:a16="http://schemas.microsoft.com/office/drawing/2014/main" id="{33D6759F-2694-0F92-5291-370AE0A1DD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54633" y="6227010"/>
            <a:ext cx="1459992" cy="435970"/>
          </a:xfrm>
          <a:prstGeom prst="rect">
            <a:avLst/>
          </a:prstGeom>
        </p:spPr>
      </p:pic>
    </p:spTree>
    <p:extLst>
      <p:ext uri="{BB962C8B-B14F-4D97-AF65-F5344CB8AC3E}">
        <p14:creationId xmlns:p14="http://schemas.microsoft.com/office/powerpoint/2010/main" val="381394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294171"/>
            <a:ext cx="5715000" cy="435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5"/>
          <p:cNvSpPr>
            <a:spLocks noGrp="1"/>
          </p:cNvSpPr>
          <p:nvPr>
            <p:ph type="title"/>
          </p:nvPr>
        </p:nvSpPr>
        <p:spPr>
          <a:xfrm>
            <a:off x="838200" y="-105143"/>
            <a:ext cx="10515600" cy="1325563"/>
          </a:xfrm>
        </p:spPr>
        <p:txBody>
          <a:bodyPr/>
          <a:lstStyle/>
          <a:p>
            <a:r>
              <a:rPr lang="en-US" dirty="0" err="1"/>
              <a:t>Isoluminance</a:t>
            </a:r>
            <a:endParaRPr lang="en-US" dirty="0"/>
          </a:p>
        </p:txBody>
      </p:sp>
      <p:pic>
        <p:nvPicPr>
          <p:cNvPr id="103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968133"/>
            <a:ext cx="7467600" cy="2870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658850" y="5625732"/>
            <a:ext cx="1515543" cy="369332"/>
          </a:xfrm>
          <a:prstGeom prst="rect">
            <a:avLst/>
          </a:prstGeom>
          <a:noFill/>
        </p:spPr>
        <p:txBody>
          <a:bodyPr wrap="none" rtlCol="0">
            <a:spAutoFit/>
          </a:bodyPr>
          <a:lstStyle/>
          <a:p>
            <a:r>
              <a:rPr lang="en-US" dirty="0"/>
              <a:t>Claude Monet</a:t>
            </a:r>
          </a:p>
        </p:txBody>
      </p:sp>
      <p:pic>
        <p:nvPicPr>
          <p:cNvPr id="3" name="Picture 2" descr="USGS.png">
            <a:extLst>
              <a:ext uri="{FF2B5EF4-FFF2-40B4-BE49-F238E27FC236}">
                <a16:creationId xmlns:a16="http://schemas.microsoft.com/office/drawing/2014/main" id="{B4BDE603-689E-6091-F743-77534A239A08}"/>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72484" y="6227010"/>
            <a:ext cx="1182149" cy="435970"/>
          </a:xfrm>
          <a:prstGeom prst="rect">
            <a:avLst/>
          </a:prstGeom>
        </p:spPr>
      </p:pic>
      <p:pic>
        <p:nvPicPr>
          <p:cNvPr id="4" name="Picture 3" descr="A picture containing text, sign&#10;&#10;Description automatically generated">
            <a:extLst>
              <a:ext uri="{FF2B5EF4-FFF2-40B4-BE49-F238E27FC236}">
                <a16:creationId xmlns:a16="http://schemas.microsoft.com/office/drawing/2014/main" id="{4459E64A-F108-AA15-A3A5-05E874672C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54633" y="6227010"/>
            <a:ext cx="1459992" cy="435970"/>
          </a:xfrm>
          <a:prstGeom prst="rect">
            <a:avLst/>
          </a:prstGeom>
        </p:spPr>
      </p:pic>
    </p:spTree>
    <p:extLst>
      <p:ext uri="{BB962C8B-B14F-4D97-AF65-F5344CB8AC3E}">
        <p14:creationId xmlns:p14="http://schemas.microsoft.com/office/powerpoint/2010/main" val="2759957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 name="Group 9"/>
          <p:cNvGrpSpPr>
            <a:grpSpLocks noChangeAspect="1"/>
          </p:cNvGrpSpPr>
          <p:nvPr/>
        </p:nvGrpSpPr>
        <p:grpSpPr>
          <a:xfrm>
            <a:off x="1676402" y="738040"/>
            <a:ext cx="3689277" cy="3008663"/>
            <a:chOff x="152400" y="609600"/>
            <a:chExt cx="3886200" cy="3169257"/>
          </a:xfrm>
        </p:grpSpPr>
        <p:sp>
          <p:nvSpPr>
            <p:cNvPr id="2" name="Rectangle 1"/>
            <p:cNvSpPr/>
            <p:nvPr/>
          </p:nvSpPr>
          <p:spPr>
            <a:xfrm>
              <a:off x="152400" y="609600"/>
              <a:ext cx="3886200" cy="316925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Freeform 2"/>
            <p:cNvSpPr/>
            <p:nvPr/>
          </p:nvSpPr>
          <p:spPr>
            <a:xfrm>
              <a:off x="457200" y="914400"/>
              <a:ext cx="3200400" cy="2438400"/>
            </a:xfrm>
            <a:custGeom>
              <a:avLst/>
              <a:gdLst>
                <a:gd name="connsiteX0" fmla="*/ 747423 w 2671703"/>
                <a:gd name="connsiteY0" fmla="*/ 87464 h 2449002"/>
                <a:gd name="connsiteX1" fmla="*/ 389614 w 2671703"/>
                <a:gd name="connsiteY1" fmla="*/ 198783 h 2449002"/>
                <a:gd name="connsiteX2" fmla="*/ 349857 w 2671703"/>
                <a:gd name="connsiteY2" fmla="*/ 341906 h 2449002"/>
                <a:gd name="connsiteX3" fmla="*/ 389614 w 2671703"/>
                <a:gd name="connsiteY3" fmla="*/ 683812 h 2449002"/>
                <a:gd name="connsiteX4" fmla="*/ 739471 w 2671703"/>
                <a:gd name="connsiteY4" fmla="*/ 723569 h 2449002"/>
                <a:gd name="connsiteX5" fmla="*/ 803082 w 2671703"/>
                <a:gd name="connsiteY5" fmla="*/ 763325 h 2449002"/>
                <a:gd name="connsiteX6" fmla="*/ 803082 w 2671703"/>
                <a:gd name="connsiteY6" fmla="*/ 763325 h 2449002"/>
                <a:gd name="connsiteX7" fmla="*/ 914400 w 2671703"/>
                <a:gd name="connsiteY7" fmla="*/ 1057523 h 2449002"/>
                <a:gd name="connsiteX8" fmla="*/ 699715 w 2671703"/>
                <a:gd name="connsiteY8" fmla="*/ 1240403 h 2449002"/>
                <a:gd name="connsiteX9" fmla="*/ 644056 w 2671703"/>
                <a:gd name="connsiteY9" fmla="*/ 1288111 h 2449002"/>
                <a:gd name="connsiteX10" fmla="*/ 628153 w 2671703"/>
                <a:gd name="connsiteY10" fmla="*/ 1351722 h 2449002"/>
                <a:gd name="connsiteX11" fmla="*/ 604299 w 2671703"/>
                <a:gd name="connsiteY11" fmla="*/ 1439186 h 2449002"/>
                <a:gd name="connsiteX12" fmla="*/ 588397 w 2671703"/>
                <a:gd name="connsiteY12" fmla="*/ 1486894 h 2449002"/>
                <a:gd name="connsiteX13" fmla="*/ 580445 w 2671703"/>
                <a:gd name="connsiteY13" fmla="*/ 1518699 h 2449002"/>
                <a:gd name="connsiteX14" fmla="*/ 564543 w 2671703"/>
                <a:gd name="connsiteY14" fmla="*/ 1558456 h 2449002"/>
                <a:gd name="connsiteX15" fmla="*/ 556591 w 2671703"/>
                <a:gd name="connsiteY15" fmla="*/ 1598212 h 2449002"/>
                <a:gd name="connsiteX16" fmla="*/ 540689 w 2671703"/>
                <a:gd name="connsiteY16" fmla="*/ 1637969 h 2449002"/>
                <a:gd name="connsiteX17" fmla="*/ 532737 w 2671703"/>
                <a:gd name="connsiteY17" fmla="*/ 1677725 h 2449002"/>
                <a:gd name="connsiteX18" fmla="*/ 532737 w 2671703"/>
                <a:gd name="connsiteY18" fmla="*/ 1677725 h 2449002"/>
                <a:gd name="connsiteX19" fmla="*/ 469127 w 2671703"/>
                <a:gd name="connsiteY19" fmla="*/ 1709530 h 2449002"/>
                <a:gd name="connsiteX20" fmla="*/ 421419 w 2671703"/>
                <a:gd name="connsiteY20" fmla="*/ 1725433 h 2449002"/>
                <a:gd name="connsiteX21" fmla="*/ 326003 w 2671703"/>
                <a:gd name="connsiteY21" fmla="*/ 1773141 h 2449002"/>
                <a:gd name="connsiteX22" fmla="*/ 294198 w 2671703"/>
                <a:gd name="connsiteY22" fmla="*/ 1789043 h 2449002"/>
                <a:gd name="connsiteX23" fmla="*/ 262393 w 2671703"/>
                <a:gd name="connsiteY23" fmla="*/ 1804946 h 2449002"/>
                <a:gd name="connsiteX24" fmla="*/ 39757 w 2671703"/>
                <a:gd name="connsiteY24" fmla="*/ 1900362 h 2449002"/>
                <a:gd name="connsiteX25" fmla="*/ 0 w 2671703"/>
                <a:gd name="connsiteY25" fmla="*/ 1956021 h 2449002"/>
                <a:gd name="connsiteX26" fmla="*/ 135172 w 2671703"/>
                <a:gd name="connsiteY26" fmla="*/ 2449002 h 2449002"/>
                <a:gd name="connsiteX27" fmla="*/ 723569 w 2671703"/>
                <a:gd name="connsiteY27" fmla="*/ 2449002 h 2449002"/>
                <a:gd name="connsiteX28" fmla="*/ 811033 w 2671703"/>
                <a:gd name="connsiteY28" fmla="*/ 2425148 h 2449002"/>
                <a:gd name="connsiteX29" fmla="*/ 811033 w 2671703"/>
                <a:gd name="connsiteY29" fmla="*/ 2425148 h 2449002"/>
                <a:gd name="connsiteX30" fmla="*/ 874643 w 2671703"/>
                <a:gd name="connsiteY30" fmla="*/ 2401294 h 2449002"/>
                <a:gd name="connsiteX31" fmla="*/ 993913 w 2671703"/>
                <a:gd name="connsiteY31" fmla="*/ 2345635 h 2449002"/>
                <a:gd name="connsiteX32" fmla="*/ 1065475 w 2671703"/>
                <a:gd name="connsiteY32" fmla="*/ 2321781 h 2449002"/>
                <a:gd name="connsiteX33" fmla="*/ 1129085 w 2671703"/>
                <a:gd name="connsiteY33" fmla="*/ 2297927 h 2449002"/>
                <a:gd name="connsiteX34" fmla="*/ 1558456 w 2671703"/>
                <a:gd name="connsiteY34" fmla="*/ 2282024 h 2449002"/>
                <a:gd name="connsiteX35" fmla="*/ 2011680 w 2671703"/>
                <a:gd name="connsiteY35" fmla="*/ 2353586 h 2449002"/>
                <a:gd name="connsiteX36" fmla="*/ 2178657 w 2671703"/>
                <a:gd name="connsiteY36" fmla="*/ 2369489 h 2449002"/>
                <a:gd name="connsiteX37" fmla="*/ 2480807 w 2671703"/>
                <a:gd name="connsiteY37" fmla="*/ 2274073 h 2449002"/>
                <a:gd name="connsiteX38" fmla="*/ 2560320 w 2671703"/>
                <a:gd name="connsiteY38" fmla="*/ 2099144 h 2449002"/>
                <a:gd name="connsiteX39" fmla="*/ 2592125 w 2671703"/>
                <a:gd name="connsiteY39" fmla="*/ 2011680 h 2449002"/>
                <a:gd name="connsiteX40" fmla="*/ 2592125 w 2671703"/>
                <a:gd name="connsiteY40" fmla="*/ 1995777 h 2449002"/>
                <a:gd name="connsiteX41" fmla="*/ 2639833 w 2671703"/>
                <a:gd name="connsiteY41" fmla="*/ 1765189 h 2449002"/>
                <a:gd name="connsiteX42" fmla="*/ 2663687 w 2671703"/>
                <a:gd name="connsiteY42" fmla="*/ 1653871 h 2449002"/>
                <a:gd name="connsiteX43" fmla="*/ 2671638 w 2671703"/>
                <a:gd name="connsiteY43" fmla="*/ 1486894 h 2449002"/>
                <a:gd name="connsiteX44" fmla="*/ 2647784 w 2671703"/>
                <a:gd name="connsiteY44" fmla="*/ 1144988 h 2449002"/>
                <a:gd name="connsiteX45" fmla="*/ 2615979 w 2671703"/>
                <a:gd name="connsiteY45" fmla="*/ 1057523 h 2449002"/>
                <a:gd name="connsiteX46" fmla="*/ 2608028 w 2671703"/>
                <a:gd name="connsiteY46" fmla="*/ 1049572 h 2449002"/>
                <a:gd name="connsiteX47" fmla="*/ 2409245 w 2671703"/>
                <a:gd name="connsiteY47" fmla="*/ 508883 h 2449002"/>
                <a:gd name="connsiteX48" fmla="*/ 2266122 w 2671703"/>
                <a:gd name="connsiteY48" fmla="*/ 453224 h 2449002"/>
                <a:gd name="connsiteX49" fmla="*/ 2186609 w 2671703"/>
                <a:gd name="connsiteY49" fmla="*/ 516835 h 2449002"/>
                <a:gd name="connsiteX50" fmla="*/ 2146852 w 2671703"/>
                <a:gd name="connsiteY50" fmla="*/ 548640 h 2449002"/>
                <a:gd name="connsiteX51" fmla="*/ 1963972 w 2671703"/>
                <a:gd name="connsiteY51" fmla="*/ 652007 h 2449002"/>
                <a:gd name="connsiteX52" fmla="*/ 1892410 w 2671703"/>
                <a:gd name="connsiteY52" fmla="*/ 707666 h 2449002"/>
                <a:gd name="connsiteX53" fmla="*/ 1789043 w 2671703"/>
                <a:gd name="connsiteY53" fmla="*/ 755374 h 2449002"/>
                <a:gd name="connsiteX54" fmla="*/ 1717482 w 2671703"/>
                <a:gd name="connsiteY54" fmla="*/ 739471 h 2449002"/>
                <a:gd name="connsiteX55" fmla="*/ 1685677 w 2671703"/>
                <a:gd name="connsiteY55" fmla="*/ 715617 h 2449002"/>
                <a:gd name="connsiteX56" fmla="*/ 1661823 w 2671703"/>
                <a:gd name="connsiteY56" fmla="*/ 691763 h 2449002"/>
                <a:gd name="connsiteX57" fmla="*/ 1598212 w 2671703"/>
                <a:gd name="connsiteY57" fmla="*/ 636104 h 2449002"/>
                <a:gd name="connsiteX58" fmla="*/ 1526650 w 2671703"/>
                <a:gd name="connsiteY58" fmla="*/ 612250 h 2449002"/>
                <a:gd name="connsiteX59" fmla="*/ 1470991 w 2671703"/>
                <a:gd name="connsiteY59" fmla="*/ 588396 h 2449002"/>
                <a:gd name="connsiteX60" fmla="*/ 1431235 w 2671703"/>
                <a:gd name="connsiteY60" fmla="*/ 572494 h 2449002"/>
                <a:gd name="connsiteX61" fmla="*/ 1184744 w 2671703"/>
                <a:gd name="connsiteY61" fmla="*/ 492981 h 2449002"/>
                <a:gd name="connsiteX62" fmla="*/ 1431235 w 2671703"/>
                <a:gd name="connsiteY62" fmla="*/ 341906 h 2449002"/>
                <a:gd name="connsiteX63" fmla="*/ 1526650 w 2671703"/>
                <a:gd name="connsiteY63" fmla="*/ 357809 h 2449002"/>
                <a:gd name="connsiteX64" fmla="*/ 1550504 w 2671703"/>
                <a:gd name="connsiteY64" fmla="*/ 381663 h 2449002"/>
                <a:gd name="connsiteX65" fmla="*/ 1598212 w 2671703"/>
                <a:gd name="connsiteY65" fmla="*/ 389614 h 2449002"/>
                <a:gd name="connsiteX66" fmla="*/ 1685677 w 2671703"/>
                <a:gd name="connsiteY66" fmla="*/ 397565 h 2449002"/>
                <a:gd name="connsiteX67" fmla="*/ 1717482 w 2671703"/>
                <a:gd name="connsiteY67" fmla="*/ 349857 h 2449002"/>
                <a:gd name="connsiteX68" fmla="*/ 1709530 w 2671703"/>
                <a:gd name="connsiteY68" fmla="*/ 238539 h 2449002"/>
                <a:gd name="connsiteX69" fmla="*/ 1685677 w 2671703"/>
                <a:gd name="connsiteY69" fmla="*/ 214685 h 2449002"/>
                <a:gd name="connsiteX70" fmla="*/ 1574358 w 2671703"/>
                <a:gd name="connsiteY70" fmla="*/ 159026 h 2449002"/>
                <a:gd name="connsiteX71" fmla="*/ 1494845 w 2671703"/>
                <a:gd name="connsiteY71" fmla="*/ 151075 h 2449002"/>
                <a:gd name="connsiteX72" fmla="*/ 1399430 w 2671703"/>
                <a:gd name="connsiteY72" fmla="*/ 174929 h 2449002"/>
                <a:gd name="connsiteX73" fmla="*/ 1304014 w 2671703"/>
                <a:gd name="connsiteY73" fmla="*/ 190831 h 2449002"/>
                <a:gd name="connsiteX74" fmla="*/ 1208598 w 2671703"/>
                <a:gd name="connsiteY74" fmla="*/ 159026 h 2449002"/>
                <a:gd name="connsiteX75" fmla="*/ 1192696 w 2671703"/>
                <a:gd name="connsiteY75" fmla="*/ 55659 h 2449002"/>
                <a:gd name="connsiteX76" fmla="*/ 1025718 w 2671703"/>
                <a:gd name="connsiteY76" fmla="*/ 0 h 2449002"/>
                <a:gd name="connsiteX77" fmla="*/ 906449 w 2671703"/>
                <a:gd name="connsiteY77" fmla="*/ 47708 h 2449002"/>
                <a:gd name="connsiteX78" fmla="*/ 826936 w 2671703"/>
                <a:gd name="connsiteY78" fmla="*/ 87464 h 2449002"/>
                <a:gd name="connsiteX79" fmla="*/ 747423 w 2671703"/>
                <a:gd name="connsiteY79" fmla="*/ 87464 h 244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671703" h="2449002">
                  <a:moveTo>
                    <a:pt x="747423" y="87464"/>
                  </a:moveTo>
                  <a:lnTo>
                    <a:pt x="389614" y="198783"/>
                  </a:lnTo>
                  <a:lnTo>
                    <a:pt x="349857" y="341906"/>
                  </a:lnTo>
                  <a:lnTo>
                    <a:pt x="389614" y="683812"/>
                  </a:lnTo>
                  <a:lnTo>
                    <a:pt x="739471" y="723569"/>
                  </a:lnTo>
                  <a:cubicBezTo>
                    <a:pt x="797287" y="764866"/>
                    <a:pt x="772330" y="763325"/>
                    <a:pt x="803082" y="763325"/>
                  </a:cubicBezTo>
                  <a:lnTo>
                    <a:pt x="803082" y="763325"/>
                  </a:lnTo>
                  <a:lnTo>
                    <a:pt x="914400" y="1057523"/>
                  </a:lnTo>
                  <a:lnTo>
                    <a:pt x="699715" y="1240403"/>
                  </a:lnTo>
                  <a:cubicBezTo>
                    <a:pt x="641899" y="1281700"/>
                    <a:pt x="644056" y="1257360"/>
                    <a:pt x="644056" y="1288111"/>
                  </a:cubicBezTo>
                  <a:lnTo>
                    <a:pt x="628153" y="1351722"/>
                  </a:lnTo>
                  <a:cubicBezTo>
                    <a:pt x="620202" y="1380877"/>
                    <a:pt x="612826" y="1410194"/>
                    <a:pt x="604299" y="1439186"/>
                  </a:cubicBezTo>
                  <a:cubicBezTo>
                    <a:pt x="599569" y="1455268"/>
                    <a:pt x="592463" y="1470632"/>
                    <a:pt x="588397" y="1486894"/>
                  </a:cubicBezTo>
                  <a:cubicBezTo>
                    <a:pt x="585746" y="1497496"/>
                    <a:pt x="583901" y="1508332"/>
                    <a:pt x="580445" y="1518699"/>
                  </a:cubicBezTo>
                  <a:cubicBezTo>
                    <a:pt x="575931" y="1532240"/>
                    <a:pt x="568644" y="1544785"/>
                    <a:pt x="564543" y="1558456"/>
                  </a:cubicBezTo>
                  <a:cubicBezTo>
                    <a:pt x="560660" y="1571401"/>
                    <a:pt x="560474" y="1585267"/>
                    <a:pt x="556591" y="1598212"/>
                  </a:cubicBezTo>
                  <a:cubicBezTo>
                    <a:pt x="552490" y="1611883"/>
                    <a:pt x="544790" y="1624298"/>
                    <a:pt x="540689" y="1637969"/>
                  </a:cubicBezTo>
                  <a:cubicBezTo>
                    <a:pt x="536806" y="1650914"/>
                    <a:pt x="532737" y="1677725"/>
                    <a:pt x="532737" y="1677725"/>
                  </a:cubicBezTo>
                  <a:lnTo>
                    <a:pt x="532737" y="1677725"/>
                  </a:lnTo>
                  <a:cubicBezTo>
                    <a:pt x="511534" y="1688327"/>
                    <a:pt x="490916" y="1700192"/>
                    <a:pt x="469127" y="1709530"/>
                  </a:cubicBezTo>
                  <a:cubicBezTo>
                    <a:pt x="453719" y="1716133"/>
                    <a:pt x="436737" y="1718625"/>
                    <a:pt x="421419" y="1725433"/>
                  </a:cubicBezTo>
                  <a:cubicBezTo>
                    <a:pt x="388924" y="1739875"/>
                    <a:pt x="357808" y="1757238"/>
                    <a:pt x="326003" y="1773141"/>
                  </a:cubicBezTo>
                  <a:lnTo>
                    <a:pt x="294198" y="1789043"/>
                  </a:lnTo>
                  <a:lnTo>
                    <a:pt x="262393" y="1804946"/>
                  </a:lnTo>
                  <a:lnTo>
                    <a:pt x="39757" y="1900362"/>
                  </a:lnTo>
                  <a:lnTo>
                    <a:pt x="0" y="1956021"/>
                  </a:lnTo>
                  <a:lnTo>
                    <a:pt x="135172" y="2449002"/>
                  </a:lnTo>
                  <a:lnTo>
                    <a:pt x="723569" y="2449002"/>
                  </a:lnTo>
                  <a:cubicBezTo>
                    <a:pt x="802581" y="2440222"/>
                    <a:pt x="778159" y="2458020"/>
                    <a:pt x="811033" y="2425148"/>
                  </a:cubicBezTo>
                  <a:lnTo>
                    <a:pt x="811033" y="2425148"/>
                  </a:lnTo>
                  <a:cubicBezTo>
                    <a:pt x="832236" y="2417197"/>
                    <a:pt x="853829" y="2410214"/>
                    <a:pt x="874643" y="2401294"/>
                  </a:cubicBezTo>
                  <a:cubicBezTo>
                    <a:pt x="989861" y="2351914"/>
                    <a:pt x="841265" y="2404998"/>
                    <a:pt x="993913" y="2345635"/>
                  </a:cubicBezTo>
                  <a:cubicBezTo>
                    <a:pt x="1017348" y="2336522"/>
                    <a:pt x="1041764" y="2330150"/>
                    <a:pt x="1065475" y="2321781"/>
                  </a:cubicBezTo>
                  <a:cubicBezTo>
                    <a:pt x="1086829" y="2314244"/>
                    <a:pt x="1106818" y="2302050"/>
                    <a:pt x="1129085" y="2297927"/>
                  </a:cubicBezTo>
                  <a:cubicBezTo>
                    <a:pt x="1267401" y="2272313"/>
                    <a:pt x="1421909" y="2282024"/>
                    <a:pt x="1558456" y="2282024"/>
                  </a:cubicBezTo>
                  <a:lnTo>
                    <a:pt x="2011680" y="2353586"/>
                  </a:lnTo>
                  <a:lnTo>
                    <a:pt x="2178657" y="2369489"/>
                  </a:lnTo>
                  <a:lnTo>
                    <a:pt x="2480807" y="2274073"/>
                  </a:lnTo>
                  <a:cubicBezTo>
                    <a:pt x="2568773" y="2127464"/>
                    <a:pt x="2493784" y="2265477"/>
                    <a:pt x="2560320" y="2099144"/>
                  </a:cubicBezTo>
                  <a:cubicBezTo>
                    <a:pt x="2565066" y="2087280"/>
                    <a:pt x="2592125" y="2021892"/>
                    <a:pt x="2592125" y="2011680"/>
                  </a:cubicBezTo>
                  <a:lnTo>
                    <a:pt x="2592125" y="1995777"/>
                  </a:lnTo>
                  <a:lnTo>
                    <a:pt x="2639833" y="1765189"/>
                  </a:lnTo>
                  <a:cubicBezTo>
                    <a:pt x="2647784" y="1728083"/>
                    <a:pt x="2658320" y="1691438"/>
                    <a:pt x="2663687" y="1653871"/>
                  </a:cubicBezTo>
                  <a:cubicBezTo>
                    <a:pt x="2672960" y="1588961"/>
                    <a:pt x="2671638" y="1547379"/>
                    <a:pt x="2671638" y="1486894"/>
                  </a:cubicBezTo>
                  <a:lnTo>
                    <a:pt x="2647784" y="1144988"/>
                  </a:lnTo>
                  <a:cubicBezTo>
                    <a:pt x="2630256" y="1066108"/>
                    <a:pt x="2649161" y="1090705"/>
                    <a:pt x="2615979" y="1057523"/>
                  </a:cubicBezTo>
                  <a:lnTo>
                    <a:pt x="2608028" y="1049572"/>
                  </a:lnTo>
                  <a:lnTo>
                    <a:pt x="2409245" y="508883"/>
                  </a:lnTo>
                  <a:cubicBezTo>
                    <a:pt x="2371797" y="433987"/>
                    <a:pt x="2383835" y="409082"/>
                    <a:pt x="2266122" y="453224"/>
                  </a:cubicBezTo>
                  <a:cubicBezTo>
                    <a:pt x="2234341" y="465142"/>
                    <a:pt x="2213113" y="495631"/>
                    <a:pt x="2186609" y="516835"/>
                  </a:cubicBezTo>
                  <a:lnTo>
                    <a:pt x="2146852" y="548640"/>
                  </a:lnTo>
                  <a:lnTo>
                    <a:pt x="1963972" y="652007"/>
                  </a:lnTo>
                  <a:cubicBezTo>
                    <a:pt x="1902213" y="696120"/>
                    <a:pt x="1924435" y="675641"/>
                    <a:pt x="1892410" y="707666"/>
                  </a:cubicBezTo>
                  <a:lnTo>
                    <a:pt x="1789043" y="755374"/>
                  </a:lnTo>
                  <a:cubicBezTo>
                    <a:pt x="1765189" y="750073"/>
                    <a:pt x="1740289" y="748243"/>
                    <a:pt x="1717482" y="739471"/>
                  </a:cubicBezTo>
                  <a:cubicBezTo>
                    <a:pt x="1705113" y="734714"/>
                    <a:pt x="1695739" y="724241"/>
                    <a:pt x="1685677" y="715617"/>
                  </a:cubicBezTo>
                  <a:cubicBezTo>
                    <a:pt x="1677139" y="708299"/>
                    <a:pt x="1661823" y="691763"/>
                    <a:pt x="1661823" y="691763"/>
                  </a:cubicBezTo>
                  <a:lnTo>
                    <a:pt x="1598212" y="636104"/>
                  </a:lnTo>
                  <a:cubicBezTo>
                    <a:pt x="1574358" y="628153"/>
                    <a:pt x="1550118" y="621276"/>
                    <a:pt x="1526650" y="612250"/>
                  </a:cubicBezTo>
                  <a:cubicBezTo>
                    <a:pt x="1465406" y="588695"/>
                    <a:pt x="1521605" y="602858"/>
                    <a:pt x="1470991" y="588396"/>
                  </a:cubicBezTo>
                  <a:cubicBezTo>
                    <a:pt x="1433777" y="577763"/>
                    <a:pt x="1447521" y="588780"/>
                    <a:pt x="1431235" y="572494"/>
                  </a:cubicBezTo>
                  <a:lnTo>
                    <a:pt x="1184744" y="492981"/>
                  </a:lnTo>
                  <a:lnTo>
                    <a:pt x="1431235" y="341906"/>
                  </a:lnTo>
                  <a:cubicBezTo>
                    <a:pt x="1463040" y="347207"/>
                    <a:pt x="1495495" y="349501"/>
                    <a:pt x="1526650" y="357809"/>
                  </a:cubicBezTo>
                  <a:cubicBezTo>
                    <a:pt x="1552710" y="364758"/>
                    <a:pt x="1550504" y="367046"/>
                    <a:pt x="1550504" y="381663"/>
                  </a:cubicBezTo>
                  <a:lnTo>
                    <a:pt x="1598212" y="389614"/>
                  </a:lnTo>
                  <a:cubicBezTo>
                    <a:pt x="1680363" y="397829"/>
                    <a:pt x="1651088" y="397565"/>
                    <a:pt x="1685677" y="397565"/>
                  </a:cubicBezTo>
                  <a:lnTo>
                    <a:pt x="1717482" y="349857"/>
                  </a:lnTo>
                  <a:cubicBezTo>
                    <a:pt x="1714831" y="312751"/>
                    <a:pt x="1718050" y="274751"/>
                    <a:pt x="1709530" y="238539"/>
                  </a:cubicBezTo>
                  <a:cubicBezTo>
                    <a:pt x="1706955" y="227593"/>
                    <a:pt x="1685677" y="214685"/>
                    <a:pt x="1685677" y="214685"/>
                  </a:cubicBezTo>
                  <a:lnTo>
                    <a:pt x="1574358" y="159026"/>
                  </a:lnTo>
                  <a:cubicBezTo>
                    <a:pt x="1500163" y="150782"/>
                    <a:pt x="1526797" y="151075"/>
                    <a:pt x="1494845" y="151075"/>
                  </a:cubicBezTo>
                  <a:lnTo>
                    <a:pt x="1399430" y="174929"/>
                  </a:lnTo>
                  <a:cubicBezTo>
                    <a:pt x="1320106" y="192556"/>
                    <a:pt x="1352304" y="190831"/>
                    <a:pt x="1304014" y="190831"/>
                  </a:cubicBezTo>
                  <a:lnTo>
                    <a:pt x="1208598" y="159026"/>
                  </a:lnTo>
                  <a:lnTo>
                    <a:pt x="1192696" y="55659"/>
                  </a:lnTo>
                  <a:lnTo>
                    <a:pt x="1025718" y="0"/>
                  </a:lnTo>
                  <a:lnTo>
                    <a:pt x="906449" y="47708"/>
                  </a:lnTo>
                  <a:lnTo>
                    <a:pt x="826936" y="87464"/>
                  </a:lnTo>
                  <a:lnTo>
                    <a:pt x="747423" y="87464"/>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1" name="Group 10"/>
          <p:cNvGrpSpPr>
            <a:grpSpLocks noChangeAspect="1"/>
          </p:cNvGrpSpPr>
          <p:nvPr/>
        </p:nvGrpSpPr>
        <p:grpSpPr>
          <a:xfrm>
            <a:off x="6897917" y="738040"/>
            <a:ext cx="3689277" cy="3008663"/>
            <a:chOff x="4953000" y="609600"/>
            <a:chExt cx="4038600" cy="3124200"/>
          </a:xfrm>
        </p:grpSpPr>
        <p:sp>
          <p:nvSpPr>
            <p:cNvPr id="4" name="Rectangle 3"/>
            <p:cNvSpPr/>
            <p:nvPr/>
          </p:nvSpPr>
          <p:spPr>
            <a:xfrm>
              <a:off x="4953000" y="609600"/>
              <a:ext cx="4038600" cy="31242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Freeform 4"/>
            <p:cNvSpPr/>
            <p:nvPr/>
          </p:nvSpPr>
          <p:spPr>
            <a:xfrm>
              <a:off x="5415501" y="914400"/>
              <a:ext cx="3200400" cy="2438400"/>
            </a:xfrm>
            <a:custGeom>
              <a:avLst/>
              <a:gdLst>
                <a:gd name="connsiteX0" fmla="*/ 747423 w 2671703"/>
                <a:gd name="connsiteY0" fmla="*/ 87464 h 2449002"/>
                <a:gd name="connsiteX1" fmla="*/ 389614 w 2671703"/>
                <a:gd name="connsiteY1" fmla="*/ 198783 h 2449002"/>
                <a:gd name="connsiteX2" fmla="*/ 349857 w 2671703"/>
                <a:gd name="connsiteY2" fmla="*/ 341906 h 2449002"/>
                <a:gd name="connsiteX3" fmla="*/ 389614 w 2671703"/>
                <a:gd name="connsiteY3" fmla="*/ 683812 h 2449002"/>
                <a:gd name="connsiteX4" fmla="*/ 739471 w 2671703"/>
                <a:gd name="connsiteY4" fmla="*/ 723569 h 2449002"/>
                <a:gd name="connsiteX5" fmla="*/ 803082 w 2671703"/>
                <a:gd name="connsiteY5" fmla="*/ 763325 h 2449002"/>
                <a:gd name="connsiteX6" fmla="*/ 803082 w 2671703"/>
                <a:gd name="connsiteY6" fmla="*/ 763325 h 2449002"/>
                <a:gd name="connsiteX7" fmla="*/ 914400 w 2671703"/>
                <a:gd name="connsiteY7" fmla="*/ 1057523 h 2449002"/>
                <a:gd name="connsiteX8" fmla="*/ 699715 w 2671703"/>
                <a:gd name="connsiteY8" fmla="*/ 1240403 h 2449002"/>
                <a:gd name="connsiteX9" fmla="*/ 644056 w 2671703"/>
                <a:gd name="connsiteY9" fmla="*/ 1288111 h 2449002"/>
                <a:gd name="connsiteX10" fmla="*/ 628153 w 2671703"/>
                <a:gd name="connsiteY10" fmla="*/ 1351722 h 2449002"/>
                <a:gd name="connsiteX11" fmla="*/ 604299 w 2671703"/>
                <a:gd name="connsiteY11" fmla="*/ 1439186 h 2449002"/>
                <a:gd name="connsiteX12" fmla="*/ 588397 w 2671703"/>
                <a:gd name="connsiteY12" fmla="*/ 1486894 h 2449002"/>
                <a:gd name="connsiteX13" fmla="*/ 580445 w 2671703"/>
                <a:gd name="connsiteY13" fmla="*/ 1518699 h 2449002"/>
                <a:gd name="connsiteX14" fmla="*/ 564543 w 2671703"/>
                <a:gd name="connsiteY14" fmla="*/ 1558456 h 2449002"/>
                <a:gd name="connsiteX15" fmla="*/ 556591 w 2671703"/>
                <a:gd name="connsiteY15" fmla="*/ 1598212 h 2449002"/>
                <a:gd name="connsiteX16" fmla="*/ 540689 w 2671703"/>
                <a:gd name="connsiteY16" fmla="*/ 1637969 h 2449002"/>
                <a:gd name="connsiteX17" fmla="*/ 532737 w 2671703"/>
                <a:gd name="connsiteY17" fmla="*/ 1677725 h 2449002"/>
                <a:gd name="connsiteX18" fmla="*/ 532737 w 2671703"/>
                <a:gd name="connsiteY18" fmla="*/ 1677725 h 2449002"/>
                <a:gd name="connsiteX19" fmla="*/ 469127 w 2671703"/>
                <a:gd name="connsiteY19" fmla="*/ 1709530 h 2449002"/>
                <a:gd name="connsiteX20" fmla="*/ 421419 w 2671703"/>
                <a:gd name="connsiteY20" fmla="*/ 1725433 h 2449002"/>
                <a:gd name="connsiteX21" fmla="*/ 326003 w 2671703"/>
                <a:gd name="connsiteY21" fmla="*/ 1773141 h 2449002"/>
                <a:gd name="connsiteX22" fmla="*/ 294198 w 2671703"/>
                <a:gd name="connsiteY22" fmla="*/ 1789043 h 2449002"/>
                <a:gd name="connsiteX23" fmla="*/ 262393 w 2671703"/>
                <a:gd name="connsiteY23" fmla="*/ 1804946 h 2449002"/>
                <a:gd name="connsiteX24" fmla="*/ 39757 w 2671703"/>
                <a:gd name="connsiteY24" fmla="*/ 1900362 h 2449002"/>
                <a:gd name="connsiteX25" fmla="*/ 0 w 2671703"/>
                <a:gd name="connsiteY25" fmla="*/ 1956021 h 2449002"/>
                <a:gd name="connsiteX26" fmla="*/ 135172 w 2671703"/>
                <a:gd name="connsiteY26" fmla="*/ 2449002 h 2449002"/>
                <a:gd name="connsiteX27" fmla="*/ 723569 w 2671703"/>
                <a:gd name="connsiteY27" fmla="*/ 2449002 h 2449002"/>
                <a:gd name="connsiteX28" fmla="*/ 811033 w 2671703"/>
                <a:gd name="connsiteY28" fmla="*/ 2425148 h 2449002"/>
                <a:gd name="connsiteX29" fmla="*/ 811033 w 2671703"/>
                <a:gd name="connsiteY29" fmla="*/ 2425148 h 2449002"/>
                <a:gd name="connsiteX30" fmla="*/ 874643 w 2671703"/>
                <a:gd name="connsiteY30" fmla="*/ 2401294 h 2449002"/>
                <a:gd name="connsiteX31" fmla="*/ 993913 w 2671703"/>
                <a:gd name="connsiteY31" fmla="*/ 2345635 h 2449002"/>
                <a:gd name="connsiteX32" fmla="*/ 1065475 w 2671703"/>
                <a:gd name="connsiteY32" fmla="*/ 2321781 h 2449002"/>
                <a:gd name="connsiteX33" fmla="*/ 1129085 w 2671703"/>
                <a:gd name="connsiteY33" fmla="*/ 2297927 h 2449002"/>
                <a:gd name="connsiteX34" fmla="*/ 1558456 w 2671703"/>
                <a:gd name="connsiteY34" fmla="*/ 2282024 h 2449002"/>
                <a:gd name="connsiteX35" fmla="*/ 2011680 w 2671703"/>
                <a:gd name="connsiteY35" fmla="*/ 2353586 h 2449002"/>
                <a:gd name="connsiteX36" fmla="*/ 2178657 w 2671703"/>
                <a:gd name="connsiteY36" fmla="*/ 2369489 h 2449002"/>
                <a:gd name="connsiteX37" fmla="*/ 2480807 w 2671703"/>
                <a:gd name="connsiteY37" fmla="*/ 2274073 h 2449002"/>
                <a:gd name="connsiteX38" fmla="*/ 2560320 w 2671703"/>
                <a:gd name="connsiteY38" fmla="*/ 2099144 h 2449002"/>
                <a:gd name="connsiteX39" fmla="*/ 2592125 w 2671703"/>
                <a:gd name="connsiteY39" fmla="*/ 2011680 h 2449002"/>
                <a:gd name="connsiteX40" fmla="*/ 2592125 w 2671703"/>
                <a:gd name="connsiteY40" fmla="*/ 1995777 h 2449002"/>
                <a:gd name="connsiteX41" fmla="*/ 2639833 w 2671703"/>
                <a:gd name="connsiteY41" fmla="*/ 1765189 h 2449002"/>
                <a:gd name="connsiteX42" fmla="*/ 2663687 w 2671703"/>
                <a:gd name="connsiteY42" fmla="*/ 1653871 h 2449002"/>
                <a:gd name="connsiteX43" fmla="*/ 2671638 w 2671703"/>
                <a:gd name="connsiteY43" fmla="*/ 1486894 h 2449002"/>
                <a:gd name="connsiteX44" fmla="*/ 2647784 w 2671703"/>
                <a:gd name="connsiteY44" fmla="*/ 1144988 h 2449002"/>
                <a:gd name="connsiteX45" fmla="*/ 2615979 w 2671703"/>
                <a:gd name="connsiteY45" fmla="*/ 1057523 h 2449002"/>
                <a:gd name="connsiteX46" fmla="*/ 2608028 w 2671703"/>
                <a:gd name="connsiteY46" fmla="*/ 1049572 h 2449002"/>
                <a:gd name="connsiteX47" fmla="*/ 2409245 w 2671703"/>
                <a:gd name="connsiteY47" fmla="*/ 508883 h 2449002"/>
                <a:gd name="connsiteX48" fmla="*/ 2266122 w 2671703"/>
                <a:gd name="connsiteY48" fmla="*/ 453224 h 2449002"/>
                <a:gd name="connsiteX49" fmla="*/ 2186609 w 2671703"/>
                <a:gd name="connsiteY49" fmla="*/ 516835 h 2449002"/>
                <a:gd name="connsiteX50" fmla="*/ 2146852 w 2671703"/>
                <a:gd name="connsiteY50" fmla="*/ 548640 h 2449002"/>
                <a:gd name="connsiteX51" fmla="*/ 1963972 w 2671703"/>
                <a:gd name="connsiteY51" fmla="*/ 652007 h 2449002"/>
                <a:gd name="connsiteX52" fmla="*/ 1892410 w 2671703"/>
                <a:gd name="connsiteY52" fmla="*/ 707666 h 2449002"/>
                <a:gd name="connsiteX53" fmla="*/ 1789043 w 2671703"/>
                <a:gd name="connsiteY53" fmla="*/ 755374 h 2449002"/>
                <a:gd name="connsiteX54" fmla="*/ 1717482 w 2671703"/>
                <a:gd name="connsiteY54" fmla="*/ 739471 h 2449002"/>
                <a:gd name="connsiteX55" fmla="*/ 1685677 w 2671703"/>
                <a:gd name="connsiteY55" fmla="*/ 715617 h 2449002"/>
                <a:gd name="connsiteX56" fmla="*/ 1661823 w 2671703"/>
                <a:gd name="connsiteY56" fmla="*/ 691763 h 2449002"/>
                <a:gd name="connsiteX57" fmla="*/ 1598212 w 2671703"/>
                <a:gd name="connsiteY57" fmla="*/ 636104 h 2449002"/>
                <a:gd name="connsiteX58" fmla="*/ 1526650 w 2671703"/>
                <a:gd name="connsiteY58" fmla="*/ 612250 h 2449002"/>
                <a:gd name="connsiteX59" fmla="*/ 1470991 w 2671703"/>
                <a:gd name="connsiteY59" fmla="*/ 588396 h 2449002"/>
                <a:gd name="connsiteX60" fmla="*/ 1431235 w 2671703"/>
                <a:gd name="connsiteY60" fmla="*/ 572494 h 2449002"/>
                <a:gd name="connsiteX61" fmla="*/ 1184744 w 2671703"/>
                <a:gd name="connsiteY61" fmla="*/ 492981 h 2449002"/>
                <a:gd name="connsiteX62" fmla="*/ 1431235 w 2671703"/>
                <a:gd name="connsiteY62" fmla="*/ 341906 h 2449002"/>
                <a:gd name="connsiteX63" fmla="*/ 1526650 w 2671703"/>
                <a:gd name="connsiteY63" fmla="*/ 357809 h 2449002"/>
                <a:gd name="connsiteX64" fmla="*/ 1550504 w 2671703"/>
                <a:gd name="connsiteY64" fmla="*/ 381663 h 2449002"/>
                <a:gd name="connsiteX65" fmla="*/ 1598212 w 2671703"/>
                <a:gd name="connsiteY65" fmla="*/ 389614 h 2449002"/>
                <a:gd name="connsiteX66" fmla="*/ 1685677 w 2671703"/>
                <a:gd name="connsiteY66" fmla="*/ 397565 h 2449002"/>
                <a:gd name="connsiteX67" fmla="*/ 1717482 w 2671703"/>
                <a:gd name="connsiteY67" fmla="*/ 349857 h 2449002"/>
                <a:gd name="connsiteX68" fmla="*/ 1709530 w 2671703"/>
                <a:gd name="connsiteY68" fmla="*/ 238539 h 2449002"/>
                <a:gd name="connsiteX69" fmla="*/ 1685677 w 2671703"/>
                <a:gd name="connsiteY69" fmla="*/ 214685 h 2449002"/>
                <a:gd name="connsiteX70" fmla="*/ 1574358 w 2671703"/>
                <a:gd name="connsiteY70" fmla="*/ 159026 h 2449002"/>
                <a:gd name="connsiteX71" fmla="*/ 1494845 w 2671703"/>
                <a:gd name="connsiteY71" fmla="*/ 151075 h 2449002"/>
                <a:gd name="connsiteX72" fmla="*/ 1399430 w 2671703"/>
                <a:gd name="connsiteY72" fmla="*/ 174929 h 2449002"/>
                <a:gd name="connsiteX73" fmla="*/ 1304014 w 2671703"/>
                <a:gd name="connsiteY73" fmla="*/ 190831 h 2449002"/>
                <a:gd name="connsiteX74" fmla="*/ 1208598 w 2671703"/>
                <a:gd name="connsiteY74" fmla="*/ 159026 h 2449002"/>
                <a:gd name="connsiteX75" fmla="*/ 1192696 w 2671703"/>
                <a:gd name="connsiteY75" fmla="*/ 55659 h 2449002"/>
                <a:gd name="connsiteX76" fmla="*/ 1025718 w 2671703"/>
                <a:gd name="connsiteY76" fmla="*/ 0 h 2449002"/>
                <a:gd name="connsiteX77" fmla="*/ 906449 w 2671703"/>
                <a:gd name="connsiteY77" fmla="*/ 47708 h 2449002"/>
                <a:gd name="connsiteX78" fmla="*/ 826936 w 2671703"/>
                <a:gd name="connsiteY78" fmla="*/ 87464 h 2449002"/>
                <a:gd name="connsiteX79" fmla="*/ 747423 w 2671703"/>
                <a:gd name="connsiteY79" fmla="*/ 87464 h 244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671703" h="2449002">
                  <a:moveTo>
                    <a:pt x="747423" y="87464"/>
                  </a:moveTo>
                  <a:lnTo>
                    <a:pt x="389614" y="198783"/>
                  </a:lnTo>
                  <a:lnTo>
                    <a:pt x="349857" y="341906"/>
                  </a:lnTo>
                  <a:lnTo>
                    <a:pt x="389614" y="683812"/>
                  </a:lnTo>
                  <a:lnTo>
                    <a:pt x="739471" y="723569"/>
                  </a:lnTo>
                  <a:cubicBezTo>
                    <a:pt x="797287" y="764866"/>
                    <a:pt x="772330" y="763325"/>
                    <a:pt x="803082" y="763325"/>
                  </a:cubicBezTo>
                  <a:lnTo>
                    <a:pt x="803082" y="763325"/>
                  </a:lnTo>
                  <a:lnTo>
                    <a:pt x="914400" y="1057523"/>
                  </a:lnTo>
                  <a:lnTo>
                    <a:pt x="699715" y="1240403"/>
                  </a:lnTo>
                  <a:cubicBezTo>
                    <a:pt x="641899" y="1281700"/>
                    <a:pt x="644056" y="1257360"/>
                    <a:pt x="644056" y="1288111"/>
                  </a:cubicBezTo>
                  <a:lnTo>
                    <a:pt x="628153" y="1351722"/>
                  </a:lnTo>
                  <a:cubicBezTo>
                    <a:pt x="620202" y="1380877"/>
                    <a:pt x="612826" y="1410194"/>
                    <a:pt x="604299" y="1439186"/>
                  </a:cubicBezTo>
                  <a:cubicBezTo>
                    <a:pt x="599569" y="1455268"/>
                    <a:pt x="592463" y="1470632"/>
                    <a:pt x="588397" y="1486894"/>
                  </a:cubicBezTo>
                  <a:cubicBezTo>
                    <a:pt x="585746" y="1497496"/>
                    <a:pt x="583901" y="1508332"/>
                    <a:pt x="580445" y="1518699"/>
                  </a:cubicBezTo>
                  <a:cubicBezTo>
                    <a:pt x="575931" y="1532240"/>
                    <a:pt x="568644" y="1544785"/>
                    <a:pt x="564543" y="1558456"/>
                  </a:cubicBezTo>
                  <a:cubicBezTo>
                    <a:pt x="560660" y="1571401"/>
                    <a:pt x="560474" y="1585267"/>
                    <a:pt x="556591" y="1598212"/>
                  </a:cubicBezTo>
                  <a:cubicBezTo>
                    <a:pt x="552490" y="1611883"/>
                    <a:pt x="544790" y="1624298"/>
                    <a:pt x="540689" y="1637969"/>
                  </a:cubicBezTo>
                  <a:cubicBezTo>
                    <a:pt x="536806" y="1650914"/>
                    <a:pt x="532737" y="1677725"/>
                    <a:pt x="532737" y="1677725"/>
                  </a:cubicBezTo>
                  <a:lnTo>
                    <a:pt x="532737" y="1677725"/>
                  </a:lnTo>
                  <a:cubicBezTo>
                    <a:pt x="511534" y="1688327"/>
                    <a:pt x="490916" y="1700192"/>
                    <a:pt x="469127" y="1709530"/>
                  </a:cubicBezTo>
                  <a:cubicBezTo>
                    <a:pt x="453719" y="1716133"/>
                    <a:pt x="436737" y="1718625"/>
                    <a:pt x="421419" y="1725433"/>
                  </a:cubicBezTo>
                  <a:cubicBezTo>
                    <a:pt x="388924" y="1739875"/>
                    <a:pt x="357808" y="1757238"/>
                    <a:pt x="326003" y="1773141"/>
                  </a:cubicBezTo>
                  <a:lnTo>
                    <a:pt x="294198" y="1789043"/>
                  </a:lnTo>
                  <a:lnTo>
                    <a:pt x="262393" y="1804946"/>
                  </a:lnTo>
                  <a:lnTo>
                    <a:pt x="39757" y="1900362"/>
                  </a:lnTo>
                  <a:lnTo>
                    <a:pt x="0" y="1956021"/>
                  </a:lnTo>
                  <a:lnTo>
                    <a:pt x="135172" y="2449002"/>
                  </a:lnTo>
                  <a:lnTo>
                    <a:pt x="723569" y="2449002"/>
                  </a:lnTo>
                  <a:cubicBezTo>
                    <a:pt x="802581" y="2440222"/>
                    <a:pt x="778159" y="2458020"/>
                    <a:pt x="811033" y="2425148"/>
                  </a:cubicBezTo>
                  <a:lnTo>
                    <a:pt x="811033" y="2425148"/>
                  </a:lnTo>
                  <a:cubicBezTo>
                    <a:pt x="832236" y="2417197"/>
                    <a:pt x="853829" y="2410214"/>
                    <a:pt x="874643" y="2401294"/>
                  </a:cubicBezTo>
                  <a:cubicBezTo>
                    <a:pt x="989861" y="2351914"/>
                    <a:pt x="841265" y="2404998"/>
                    <a:pt x="993913" y="2345635"/>
                  </a:cubicBezTo>
                  <a:cubicBezTo>
                    <a:pt x="1017348" y="2336522"/>
                    <a:pt x="1041764" y="2330150"/>
                    <a:pt x="1065475" y="2321781"/>
                  </a:cubicBezTo>
                  <a:cubicBezTo>
                    <a:pt x="1086829" y="2314244"/>
                    <a:pt x="1106818" y="2302050"/>
                    <a:pt x="1129085" y="2297927"/>
                  </a:cubicBezTo>
                  <a:cubicBezTo>
                    <a:pt x="1267401" y="2272313"/>
                    <a:pt x="1421909" y="2282024"/>
                    <a:pt x="1558456" y="2282024"/>
                  </a:cubicBezTo>
                  <a:lnTo>
                    <a:pt x="2011680" y="2353586"/>
                  </a:lnTo>
                  <a:lnTo>
                    <a:pt x="2178657" y="2369489"/>
                  </a:lnTo>
                  <a:lnTo>
                    <a:pt x="2480807" y="2274073"/>
                  </a:lnTo>
                  <a:cubicBezTo>
                    <a:pt x="2568773" y="2127464"/>
                    <a:pt x="2493784" y="2265477"/>
                    <a:pt x="2560320" y="2099144"/>
                  </a:cubicBezTo>
                  <a:cubicBezTo>
                    <a:pt x="2565066" y="2087280"/>
                    <a:pt x="2592125" y="2021892"/>
                    <a:pt x="2592125" y="2011680"/>
                  </a:cubicBezTo>
                  <a:lnTo>
                    <a:pt x="2592125" y="1995777"/>
                  </a:lnTo>
                  <a:lnTo>
                    <a:pt x="2639833" y="1765189"/>
                  </a:lnTo>
                  <a:cubicBezTo>
                    <a:pt x="2647784" y="1728083"/>
                    <a:pt x="2658320" y="1691438"/>
                    <a:pt x="2663687" y="1653871"/>
                  </a:cubicBezTo>
                  <a:cubicBezTo>
                    <a:pt x="2672960" y="1588961"/>
                    <a:pt x="2671638" y="1547379"/>
                    <a:pt x="2671638" y="1486894"/>
                  </a:cubicBezTo>
                  <a:lnTo>
                    <a:pt x="2647784" y="1144988"/>
                  </a:lnTo>
                  <a:cubicBezTo>
                    <a:pt x="2630256" y="1066108"/>
                    <a:pt x="2649161" y="1090705"/>
                    <a:pt x="2615979" y="1057523"/>
                  </a:cubicBezTo>
                  <a:lnTo>
                    <a:pt x="2608028" y="1049572"/>
                  </a:lnTo>
                  <a:lnTo>
                    <a:pt x="2409245" y="508883"/>
                  </a:lnTo>
                  <a:cubicBezTo>
                    <a:pt x="2371797" y="433987"/>
                    <a:pt x="2383835" y="409082"/>
                    <a:pt x="2266122" y="453224"/>
                  </a:cubicBezTo>
                  <a:cubicBezTo>
                    <a:pt x="2234341" y="465142"/>
                    <a:pt x="2213113" y="495631"/>
                    <a:pt x="2186609" y="516835"/>
                  </a:cubicBezTo>
                  <a:lnTo>
                    <a:pt x="2146852" y="548640"/>
                  </a:lnTo>
                  <a:lnTo>
                    <a:pt x="1963972" y="652007"/>
                  </a:lnTo>
                  <a:cubicBezTo>
                    <a:pt x="1902213" y="696120"/>
                    <a:pt x="1924435" y="675641"/>
                    <a:pt x="1892410" y="707666"/>
                  </a:cubicBezTo>
                  <a:lnTo>
                    <a:pt x="1789043" y="755374"/>
                  </a:lnTo>
                  <a:cubicBezTo>
                    <a:pt x="1765189" y="750073"/>
                    <a:pt x="1740289" y="748243"/>
                    <a:pt x="1717482" y="739471"/>
                  </a:cubicBezTo>
                  <a:cubicBezTo>
                    <a:pt x="1705113" y="734714"/>
                    <a:pt x="1695739" y="724241"/>
                    <a:pt x="1685677" y="715617"/>
                  </a:cubicBezTo>
                  <a:cubicBezTo>
                    <a:pt x="1677139" y="708299"/>
                    <a:pt x="1661823" y="691763"/>
                    <a:pt x="1661823" y="691763"/>
                  </a:cubicBezTo>
                  <a:lnTo>
                    <a:pt x="1598212" y="636104"/>
                  </a:lnTo>
                  <a:cubicBezTo>
                    <a:pt x="1574358" y="628153"/>
                    <a:pt x="1550118" y="621276"/>
                    <a:pt x="1526650" y="612250"/>
                  </a:cubicBezTo>
                  <a:cubicBezTo>
                    <a:pt x="1465406" y="588695"/>
                    <a:pt x="1521605" y="602858"/>
                    <a:pt x="1470991" y="588396"/>
                  </a:cubicBezTo>
                  <a:cubicBezTo>
                    <a:pt x="1433777" y="577763"/>
                    <a:pt x="1447521" y="588780"/>
                    <a:pt x="1431235" y="572494"/>
                  </a:cubicBezTo>
                  <a:lnTo>
                    <a:pt x="1184744" y="492981"/>
                  </a:lnTo>
                  <a:lnTo>
                    <a:pt x="1431235" y="341906"/>
                  </a:lnTo>
                  <a:cubicBezTo>
                    <a:pt x="1463040" y="347207"/>
                    <a:pt x="1495495" y="349501"/>
                    <a:pt x="1526650" y="357809"/>
                  </a:cubicBezTo>
                  <a:cubicBezTo>
                    <a:pt x="1552710" y="364758"/>
                    <a:pt x="1550504" y="367046"/>
                    <a:pt x="1550504" y="381663"/>
                  </a:cubicBezTo>
                  <a:lnTo>
                    <a:pt x="1598212" y="389614"/>
                  </a:lnTo>
                  <a:cubicBezTo>
                    <a:pt x="1680363" y="397829"/>
                    <a:pt x="1651088" y="397565"/>
                    <a:pt x="1685677" y="397565"/>
                  </a:cubicBezTo>
                  <a:lnTo>
                    <a:pt x="1717482" y="349857"/>
                  </a:lnTo>
                  <a:cubicBezTo>
                    <a:pt x="1714831" y="312751"/>
                    <a:pt x="1718050" y="274751"/>
                    <a:pt x="1709530" y="238539"/>
                  </a:cubicBezTo>
                  <a:cubicBezTo>
                    <a:pt x="1706955" y="227593"/>
                    <a:pt x="1685677" y="214685"/>
                    <a:pt x="1685677" y="214685"/>
                  </a:cubicBezTo>
                  <a:lnTo>
                    <a:pt x="1574358" y="159026"/>
                  </a:lnTo>
                  <a:cubicBezTo>
                    <a:pt x="1500163" y="150782"/>
                    <a:pt x="1526797" y="151075"/>
                    <a:pt x="1494845" y="151075"/>
                  </a:cubicBezTo>
                  <a:lnTo>
                    <a:pt x="1399430" y="174929"/>
                  </a:lnTo>
                  <a:cubicBezTo>
                    <a:pt x="1320106" y="192556"/>
                    <a:pt x="1352304" y="190831"/>
                    <a:pt x="1304014" y="190831"/>
                  </a:cubicBezTo>
                  <a:lnTo>
                    <a:pt x="1208598" y="159026"/>
                  </a:lnTo>
                  <a:lnTo>
                    <a:pt x="1192696" y="55659"/>
                  </a:lnTo>
                  <a:lnTo>
                    <a:pt x="1025718" y="0"/>
                  </a:lnTo>
                  <a:lnTo>
                    <a:pt x="906449" y="47708"/>
                  </a:lnTo>
                  <a:lnTo>
                    <a:pt x="826936" y="87464"/>
                  </a:lnTo>
                  <a:lnTo>
                    <a:pt x="747423" y="87464"/>
                  </a:lnTo>
                  <a:close/>
                </a:path>
              </a:pathLst>
            </a:custGeom>
            <a:solidFill>
              <a:srgbClr val="FF0000"/>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2" name="Group 11"/>
          <p:cNvGrpSpPr>
            <a:grpSpLocks noChangeAspect="1"/>
          </p:cNvGrpSpPr>
          <p:nvPr/>
        </p:nvGrpSpPr>
        <p:grpSpPr>
          <a:xfrm>
            <a:off x="1676402" y="3910795"/>
            <a:ext cx="3689277" cy="2743200"/>
            <a:chOff x="2590800" y="3855057"/>
            <a:chExt cx="4038600" cy="3002943"/>
          </a:xfrm>
        </p:grpSpPr>
        <p:sp>
          <p:nvSpPr>
            <p:cNvPr id="6" name="Rectangle 5"/>
            <p:cNvSpPr/>
            <p:nvPr/>
          </p:nvSpPr>
          <p:spPr>
            <a:xfrm>
              <a:off x="2590800" y="3855057"/>
              <a:ext cx="4038600" cy="300294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Freeform 6"/>
            <p:cNvSpPr/>
            <p:nvPr/>
          </p:nvSpPr>
          <p:spPr>
            <a:xfrm>
              <a:off x="2930056" y="4191000"/>
              <a:ext cx="3200400" cy="2438400"/>
            </a:xfrm>
            <a:custGeom>
              <a:avLst/>
              <a:gdLst>
                <a:gd name="connsiteX0" fmla="*/ 747423 w 2671703"/>
                <a:gd name="connsiteY0" fmla="*/ 87464 h 2449002"/>
                <a:gd name="connsiteX1" fmla="*/ 389614 w 2671703"/>
                <a:gd name="connsiteY1" fmla="*/ 198783 h 2449002"/>
                <a:gd name="connsiteX2" fmla="*/ 349857 w 2671703"/>
                <a:gd name="connsiteY2" fmla="*/ 341906 h 2449002"/>
                <a:gd name="connsiteX3" fmla="*/ 389614 w 2671703"/>
                <a:gd name="connsiteY3" fmla="*/ 683812 h 2449002"/>
                <a:gd name="connsiteX4" fmla="*/ 739471 w 2671703"/>
                <a:gd name="connsiteY4" fmla="*/ 723569 h 2449002"/>
                <a:gd name="connsiteX5" fmla="*/ 803082 w 2671703"/>
                <a:gd name="connsiteY5" fmla="*/ 763325 h 2449002"/>
                <a:gd name="connsiteX6" fmla="*/ 803082 w 2671703"/>
                <a:gd name="connsiteY6" fmla="*/ 763325 h 2449002"/>
                <a:gd name="connsiteX7" fmla="*/ 914400 w 2671703"/>
                <a:gd name="connsiteY7" fmla="*/ 1057523 h 2449002"/>
                <a:gd name="connsiteX8" fmla="*/ 699715 w 2671703"/>
                <a:gd name="connsiteY8" fmla="*/ 1240403 h 2449002"/>
                <a:gd name="connsiteX9" fmla="*/ 644056 w 2671703"/>
                <a:gd name="connsiteY9" fmla="*/ 1288111 h 2449002"/>
                <a:gd name="connsiteX10" fmla="*/ 628153 w 2671703"/>
                <a:gd name="connsiteY10" fmla="*/ 1351722 h 2449002"/>
                <a:gd name="connsiteX11" fmla="*/ 604299 w 2671703"/>
                <a:gd name="connsiteY11" fmla="*/ 1439186 h 2449002"/>
                <a:gd name="connsiteX12" fmla="*/ 588397 w 2671703"/>
                <a:gd name="connsiteY12" fmla="*/ 1486894 h 2449002"/>
                <a:gd name="connsiteX13" fmla="*/ 580445 w 2671703"/>
                <a:gd name="connsiteY13" fmla="*/ 1518699 h 2449002"/>
                <a:gd name="connsiteX14" fmla="*/ 564543 w 2671703"/>
                <a:gd name="connsiteY14" fmla="*/ 1558456 h 2449002"/>
                <a:gd name="connsiteX15" fmla="*/ 556591 w 2671703"/>
                <a:gd name="connsiteY15" fmla="*/ 1598212 h 2449002"/>
                <a:gd name="connsiteX16" fmla="*/ 540689 w 2671703"/>
                <a:gd name="connsiteY16" fmla="*/ 1637969 h 2449002"/>
                <a:gd name="connsiteX17" fmla="*/ 532737 w 2671703"/>
                <a:gd name="connsiteY17" fmla="*/ 1677725 h 2449002"/>
                <a:gd name="connsiteX18" fmla="*/ 532737 w 2671703"/>
                <a:gd name="connsiteY18" fmla="*/ 1677725 h 2449002"/>
                <a:gd name="connsiteX19" fmla="*/ 469127 w 2671703"/>
                <a:gd name="connsiteY19" fmla="*/ 1709530 h 2449002"/>
                <a:gd name="connsiteX20" fmla="*/ 421419 w 2671703"/>
                <a:gd name="connsiteY20" fmla="*/ 1725433 h 2449002"/>
                <a:gd name="connsiteX21" fmla="*/ 326003 w 2671703"/>
                <a:gd name="connsiteY21" fmla="*/ 1773141 h 2449002"/>
                <a:gd name="connsiteX22" fmla="*/ 294198 w 2671703"/>
                <a:gd name="connsiteY22" fmla="*/ 1789043 h 2449002"/>
                <a:gd name="connsiteX23" fmla="*/ 262393 w 2671703"/>
                <a:gd name="connsiteY23" fmla="*/ 1804946 h 2449002"/>
                <a:gd name="connsiteX24" fmla="*/ 39757 w 2671703"/>
                <a:gd name="connsiteY24" fmla="*/ 1900362 h 2449002"/>
                <a:gd name="connsiteX25" fmla="*/ 0 w 2671703"/>
                <a:gd name="connsiteY25" fmla="*/ 1956021 h 2449002"/>
                <a:gd name="connsiteX26" fmla="*/ 135172 w 2671703"/>
                <a:gd name="connsiteY26" fmla="*/ 2449002 h 2449002"/>
                <a:gd name="connsiteX27" fmla="*/ 723569 w 2671703"/>
                <a:gd name="connsiteY27" fmla="*/ 2449002 h 2449002"/>
                <a:gd name="connsiteX28" fmla="*/ 811033 w 2671703"/>
                <a:gd name="connsiteY28" fmla="*/ 2425148 h 2449002"/>
                <a:gd name="connsiteX29" fmla="*/ 811033 w 2671703"/>
                <a:gd name="connsiteY29" fmla="*/ 2425148 h 2449002"/>
                <a:gd name="connsiteX30" fmla="*/ 874643 w 2671703"/>
                <a:gd name="connsiteY30" fmla="*/ 2401294 h 2449002"/>
                <a:gd name="connsiteX31" fmla="*/ 993913 w 2671703"/>
                <a:gd name="connsiteY31" fmla="*/ 2345635 h 2449002"/>
                <a:gd name="connsiteX32" fmla="*/ 1065475 w 2671703"/>
                <a:gd name="connsiteY32" fmla="*/ 2321781 h 2449002"/>
                <a:gd name="connsiteX33" fmla="*/ 1129085 w 2671703"/>
                <a:gd name="connsiteY33" fmla="*/ 2297927 h 2449002"/>
                <a:gd name="connsiteX34" fmla="*/ 1558456 w 2671703"/>
                <a:gd name="connsiteY34" fmla="*/ 2282024 h 2449002"/>
                <a:gd name="connsiteX35" fmla="*/ 2011680 w 2671703"/>
                <a:gd name="connsiteY35" fmla="*/ 2353586 h 2449002"/>
                <a:gd name="connsiteX36" fmla="*/ 2178657 w 2671703"/>
                <a:gd name="connsiteY36" fmla="*/ 2369489 h 2449002"/>
                <a:gd name="connsiteX37" fmla="*/ 2480807 w 2671703"/>
                <a:gd name="connsiteY37" fmla="*/ 2274073 h 2449002"/>
                <a:gd name="connsiteX38" fmla="*/ 2560320 w 2671703"/>
                <a:gd name="connsiteY38" fmla="*/ 2099144 h 2449002"/>
                <a:gd name="connsiteX39" fmla="*/ 2592125 w 2671703"/>
                <a:gd name="connsiteY39" fmla="*/ 2011680 h 2449002"/>
                <a:gd name="connsiteX40" fmla="*/ 2592125 w 2671703"/>
                <a:gd name="connsiteY40" fmla="*/ 1995777 h 2449002"/>
                <a:gd name="connsiteX41" fmla="*/ 2639833 w 2671703"/>
                <a:gd name="connsiteY41" fmla="*/ 1765189 h 2449002"/>
                <a:gd name="connsiteX42" fmla="*/ 2663687 w 2671703"/>
                <a:gd name="connsiteY42" fmla="*/ 1653871 h 2449002"/>
                <a:gd name="connsiteX43" fmla="*/ 2671638 w 2671703"/>
                <a:gd name="connsiteY43" fmla="*/ 1486894 h 2449002"/>
                <a:gd name="connsiteX44" fmla="*/ 2647784 w 2671703"/>
                <a:gd name="connsiteY44" fmla="*/ 1144988 h 2449002"/>
                <a:gd name="connsiteX45" fmla="*/ 2615979 w 2671703"/>
                <a:gd name="connsiteY45" fmla="*/ 1057523 h 2449002"/>
                <a:gd name="connsiteX46" fmla="*/ 2608028 w 2671703"/>
                <a:gd name="connsiteY46" fmla="*/ 1049572 h 2449002"/>
                <a:gd name="connsiteX47" fmla="*/ 2409245 w 2671703"/>
                <a:gd name="connsiteY47" fmla="*/ 508883 h 2449002"/>
                <a:gd name="connsiteX48" fmla="*/ 2266122 w 2671703"/>
                <a:gd name="connsiteY48" fmla="*/ 453224 h 2449002"/>
                <a:gd name="connsiteX49" fmla="*/ 2186609 w 2671703"/>
                <a:gd name="connsiteY49" fmla="*/ 516835 h 2449002"/>
                <a:gd name="connsiteX50" fmla="*/ 2146852 w 2671703"/>
                <a:gd name="connsiteY50" fmla="*/ 548640 h 2449002"/>
                <a:gd name="connsiteX51" fmla="*/ 1963972 w 2671703"/>
                <a:gd name="connsiteY51" fmla="*/ 652007 h 2449002"/>
                <a:gd name="connsiteX52" fmla="*/ 1892410 w 2671703"/>
                <a:gd name="connsiteY52" fmla="*/ 707666 h 2449002"/>
                <a:gd name="connsiteX53" fmla="*/ 1789043 w 2671703"/>
                <a:gd name="connsiteY53" fmla="*/ 755374 h 2449002"/>
                <a:gd name="connsiteX54" fmla="*/ 1717482 w 2671703"/>
                <a:gd name="connsiteY54" fmla="*/ 739471 h 2449002"/>
                <a:gd name="connsiteX55" fmla="*/ 1685677 w 2671703"/>
                <a:gd name="connsiteY55" fmla="*/ 715617 h 2449002"/>
                <a:gd name="connsiteX56" fmla="*/ 1661823 w 2671703"/>
                <a:gd name="connsiteY56" fmla="*/ 691763 h 2449002"/>
                <a:gd name="connsiteX57" fmla="*/ 1598212 w 2671703"/>
                <a:gd name="connsiteY57" fmla="*/ 636104 h 2449002"/>
                <a:gd name="connsiteX58" fmla="*/ 1526650 w 2671703"/>
                <a:gd name="connsiteY58" fmla="*/ 612250 h 2449002"/>
                <a:gd name="connsiteX59" fmla="*/ 1470991 w 2671703"/>
                <a:gd name="connsiteY59" fmla="*/ 588396 h 2449002"/>
                <a:gd name="connsiteX60" fmla="*/ 1431235 w 2671703"/>
                <a:gd name="connsiteY60" fmla="*/ 572494 h 2449002"/>
                <a:gd name="connsiteX61" fmla="*/ 1184744 w 2671703"/>
                <a:gd name="connsiteY61" fmla="*/ 492981 h 2449002"/>
                <a:gd name="connsiteX62" fmla="*/ 1431235 w 2671703"/>
                <a:gd name="connsiteY62" fmla="*/ 341906 h 2449002"/>
                <a:gd name="connsiteX63" fmla="*/ 1526650 w 2671703"/>
                <a:gd name="connsiteY63" fmla="*/ 357809 h 2449002"/>
                <a:gd name="connsiteX64" fmla="*/ 1550504 w 2671703"/>
                <a:gd name="connsiteY64" fmla="*/ 381663 h 2449002"/>
                <a:gd name="connsiteX65" fmla="*/ 1598212 w 2671703"/>
                <a:gd name="connsiteY65" fmla="*/ 389614 h 2449002"/>
                <a:gd name="connsiteX66" fmla="*/ 1685677 w 2671703"/>
                <a:gd name="connsiteY66" fmla="*/ 397565 h 2449002"/>
                <a:gd name="connsiteX67" fmla="*/ 1717482 w 2671703"/>
                <a:gd name="connsiteY67" fmla="*/ 349857 h 2449002"/>
                <a:gd name="connsiteX68" fmla="*/ 1709530 w 2671703"/>
                <a:gd name="connsiteY68" fmla="*/ 238539 h 2449002"/>
                <a:gd name="connsiteX69" fmla="*/ 1685677 w 2671703"/>
                <a:gd name="connsiteY69" fmla="*/ 214685 h 2449002"/>
                <a:gd name="connsiteX70" fmla="*/ 1574358 w 2671703"/>
                <a:gd name="connsiteY70" fmla="*/ 159026 h 2449002"/>
                <a:gd name="connsiteX71" fmla="*/ 1494845 w 2671703"/>
                <a:gd name="connsiteY71" fmla="*/ 151075 h 2449002"/>
                <a:gd name="connsiteX72" fmla="*/ 1399430 w 2671703"/>
                <a:gd name="connsiteY72" fmla="*/ 174929 h 2449002"/>
                <a:gd name="connsiteX73" fmla="*/ 1304014 w 2671703"/>
                <a:gd name="connsiteY73" fmla="*/ 190831 h 2449002"/>
                <a:gd name="connsiteX74" fmla="*/ 1208598 w 2671703"/>
                <a:gd name="connsiteY74" fmla="*/ 159026 h 2449002"/>
                <a:gd name="connsiteX75" fmla="*/ 1192696 w 2671703"/>
                <a:gd name="connsiteY75" fmla="*/ 55659 h 2449002"/>
                <a:gd name="connsiteX76" fmla="*/ 1025718 w 2671703"/>
                <a:gd name="connsiteY76" fmla="*/ 0 h 2449002"/>
                <a:gd name="connsiteX77" fmla="*/ 906449 w 2671703"/>
                <a:gd name="connsiteY77" fmla="*/ 47708 h 2449002"/>
                <a:gd name="connsiteX78" fmla="*/ 826936 w 2671703"/>
                <a:gd name="connsiteY78" fmla="*/ 87464 h 2449002"/>
                <a:gd name="connsiteX79" fmla="*/ 747423 w 2671703"/>
                <a:gd name="connsiteY79" fmla="*/ 87464 h 244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671703" h="2449002">
                  <a:moveTo>
                    <a:pt x="747423" y="87464"/>
                  </a:moveTo>
                  <a:lnTo>
                    <a:pt x="389614" y="198783"/>
                  </a:lnTo>
                  <a:lnTo>
                    <a:pt x="349857" y="341906"/>
                  </a:lnTo>
                  <a:lnTo>
                    <a:pt x="389614" y="683812"/>
                  </a:lnTo>
                  <a:lnTo>
                    <a:pt x="739471" y="723569"/>
                  </a:lnTo>
                  <a:cubicBezTo>
                    <a:pt x="797287" y="764866"/>
                    <a:pt x="772330" y="763325"/>
                    <a:pt x="803082" y="763325"/>
                  </a:cubicBezTo>
                  <a:lnTo>
                    <a:pt x="803082" y="763325"/>
                  </a:lnTo>
                  <a:lnTo>
                    <a:pt x="914400" y="1057523"/>
                  </a:lnTo>
                  <a:lnTo>
                    <a:pt x="699715" y="1240403"/>
                  </a:lnTo>
                  <a:cubicBezTo>
                    <a:pt x="641899" y="1281700"/>
                    <a:pt x="644056" y="1257360"/>
                    <a:pt x="644056" y="1288111"/>
                  </a:cubicBezTo>
                  <a:lnTo>
                    <a:pt x="628153" y="1351722"/>
                  </a:lnTo>
                  <a:cubicBezTo>
                    <a:pt x="620202" y="1380877"/>
                    <a:pt x="612826" y="1410194"/>
                    <a:pt x="604299" y="1439186"/>
                  </a:cubicBezTo>
                  <a:cubicBezTo>
                    <a:pt x="599569" y="1455268"/>
                    <a:pt x="592463" y="1470632"/>
                    <a:pt x="588397" y="1486894"/>
                  </a:cubicBezTo>
                  <a:cubicBezTo>
                    <a:pt x="585746" y="1497496"/>
                    <a:pt x="583901" y="1508332"/>
                    <a:pt x="580445" y="1518699"/>
                  </a:cubicBezTo>
                  <a:cubicBezTo>
                    <a:pt x="575931" y="1532240"/>
                    <a:pt x="568644" y="1544785"/>
                    <a:pt x="564543" y="1558456"/>
                  </a:cubicBezTo>
                  <a:cubicBezTo>
                    <a:pt x="560660" y="1571401"/>
                    <a:pt x="560474" y="1585267"/>
                    <a:pt x="556591" y="1598212"/>
                  </a:cubicBezTo>
                  <a:cubicBezTo>
                    <a:pt x="552490" y="1611883"/>
                    <a:pt x="544790" y="1624298"/>
                    <a:pt x="540689" y="1637969"/>
                  </a:cubicBezTo>
                  <a:cubicBezTo>
                    <a:pt x="536806" y="1650914"/>
                    <a:pt x="532737" y="1677725"/>
                    <a:pt x="532737" y="1677725"/>
                  </a:cubicBezTo>
                  <a:lnTo>
                    <a:pt x="532737" y="1677725"/>
                  </a:lnTo>
                  <a:cubicBezTo>
                    <a:pt x="511534" y="1688327"/>
                    <a:pt x="490916" y="1700192"/>
                    <a:pt x="469127" y="1709530"/>
                  </a:cubicBezTo>
                  <a:cubicBezTo>
                    <a:pt x="453719" y="1716133"/>
                    <a:pt x="436737" y="1718625"/>
                    <a:pt x="421419" y="1725433"/>
                  </a:cubicBezTo>
                  <a:cubicBezTo>
                    <a:pt x="388924" y="1739875"/>
                    <a:pt x="357808" y="1757238"/>
                    <a:pt x="326003" y="1773141"/>
                  </a:cubicBezTo>
                  <a:lnTo>
                    <a:pt x="294198" y="1789043"/>
                  </a:lnTo>
                  <a:lnTo>
                    <a:pt x="262393" y="1804946"/>
                  </a:lnTo>
                  <a:lnTo>
                    <a:pt x="39757" y="1900362"/>
                  </a:lnTo>
                  <a:lnTo>
                    <a:pt x="0" y="1956021"/>
                  </a:lnTo>
                  <a:lnTo>
                    <a:pt x="135172" y="2449002"/>
                  </a:lnTo>
                  <a:lnTo>
                    <a:pt x="723569" y="2449002"/>
                  </a:lnTo>
                  <a:cubicBezTo>
                    <a:pt x="802581" y="2440222"/>
                    <a:pt x="778159" y="2458020"/>
                    <a:pt x="811033" y="2425148"/>
                  </a:cubicBezTo>
                  <a:lnTo>
                    <a:pt x="811033" y="2425148"/>
                  </a:lnTo>
                  <a:cubicBezTo>
                    <a:pt x="832236" y="2417197"/>
                    <a:pt x="853829" y="2410214"/>
                    <a:pt x="874643" y="2401294"/>
                  </a:cubicBezTo>
                  <a:cubicBezTo>
                    <a:pt x="989861" y="2351914"/>
                    <a:pt x="841265" y="2404998"/>
                    <a:pt x="993913" y="2345635"/>
                  </a:cubicBezTo>
                  <a:cubicBezTo>
                    <a:pt x="1017348" y="2336522"/>
                    <a:pt x="1041764" y="2330150"/>
                    <a:pt x="1065475" y="2321781"/>
                  </a:cubicBezTo>
                  <a:cubicBezTo>
                    <a:pt x="1086829" y="2314244"/>
                    <a:pt x="1106818" y="2302050"/>
                    <a:pt x="1129085" y="2297927"/>
                  </a:cubicBezTo>
                  <a:cubicBezTo>
                    <a:pt x="1267401" y="2272313"/>
                    <a:pt x="1421909" y="2282024"/>
                    <a:pt x="1558456" y="2282024"/>
                  </a:cubicBezTo>
                  <a:lnTo>
                    <a:pt x="2011680" y="2353586"/>
                  </a:lnTo>
                  <a:lnTo>
                    <a:pt x="2178657" y="2369489"/>
                  </a:lnTo>
                  <a:lnTo>
                    <a:pt x="2480807" y="2274073"/>
                  </a:lnTo>
                  <a:cubicBezTo>
                    <a:pt x="2568773" y="2127464"/>
                    <a:pt x="2493784" y="2265477"/>
                    <a:pt x="2560320" y="2099144"/>
                  </a:cubicBezTo>
                  <a:cubicBezTo>
                    <a:pt x="2565066" y="2087280"/>
                    <a:pt x="2592125" y="2021892"/>
                    <a:pt x="2592125" y="2011680"/>
                  </a:cubicBezTo>
                  <a:lnTo>
                    <a:pt x="2592125" y="1995777"/>
                  </a:lnTo>
                  <a:lnTo>
                    <a:pt x="2639833" y="1765189"/>
                  </a:lnTo>
                  <a:cubicBezTo>
                    <a:pt x="2647784" y="1728083"/>
                    <a:pt x="2658320" y="1691438"/>
                    <a:pt x="2663687" y="1653871"/>
                  </a:cubicBezTo>
                  <a:cubicBezTo>
                    <a:pt x="2672960" y="1588961"/>
                    <a:pt x="2671638" y="1547379"/>
                    <a:pt x="2671638" y="1486894"/>
                  </a:cubicBezTo>
                  <a:lnTo>
                    <a:pt x="2647784" y="1144988"/>
                  </a:lnTo>
                  <a:cubicBezTo>
                    <a:pt x="2630256" y="1066108"/>
                    <a:pt x="2649161" y="1090705"/>
                    <a:pt x="2615979" y="1057523"/>
                  </a:cubicBezTo>
                  <a:lnTo>
                    <a:pt x="2608028" y="1049572"/>
                  </a:lnTo>
                  <a:lnTo>
                    <a:pt x="2409245" y="508883"/>
                  </a:lnTo>
                  <a:cubicBezTo>
                    <a:pt x="2371797" y="433987"/>
                    <a:pt x="2383835" y="409082"/>
                    <a:pt x="2266122" y="453224"/>
                  </a:cubicBezTo>
                  <a:cubicBezTo>
                    <a:pt x="2234341" y="465142"/>
                    <a:pt x="2213113" y="495631"/>
                    <a:pt x="2186609" y="516835"/>
                  </a:cubicBezTo>
                  <a:lnTo>
                    <a:pt x="2146852" y="548640"/>
                  </a:lnTo>
                  <a:lnTo>
                    <a:pt x="1963972" y="652007"/>
                  </a:lnTo>
                  <a:cubicBezTo>
                    <a:pt x="1902213" y="696120"/>
                    <a:pt x="1924435" y="675641"/>
                    <a:pt x="1892410" y="707666"/>
                  </a:cubicBezTo>
                  <a:lnTo>
                    <a:pt x="1789043" y="755374"/>
                  </a:lnTo>
                  <a:cubicBezTo>
                    <a:pt x="1765189" y="750073"/>
                    <a:pt x="1740289" y="748243"/>
                    <a:pt x="1717482" y="739471"/>
                  </a:cubicBezTo>
                  <a:cubicBezTo>
                    <a:pt x="1705113" y="734714"/>
                    <a:pt x="1695739" y="724241"/>
                    <a:pt x="1685677" y="715617"/>
                  </a:cubicBezTo>
                  <a:cubicBezTo>
                    <a:pt x="1677139" y="708299"/>
                    <a:pt x="1661823" y="691763"/>
                    <a:pt x="1661823" y="691763"/>
                  </a:cubicBezTo>
                  <a:lnTo>
                    <a:pt x="1598212" y="636104"/>
                  </a:lnTo>
                  <a:cubicBezTo>
                    <a:pt x="1574358" y="628153"/>
                    <a:pt x="1550118" y="621276"/>
                    <a:pt x="1526650" y="612250"/>
                  </a:cubicBezTo>
                  <a:cubicBezTo>
                    <a:pt x="1465406" y="588695"/>
                    <a:pt x="1521605" y="602858"/>
                    <a:pt x="1470991" y="588396"/>
                  </a:cubicBezTo>
                  <a:cubicBezTo>
                    <a:pt x="1433777" y="577763"/>
                    <a:pt x="1447521" y="588780"/>
                    <a:pt x="1431235" y="572494"/>
                  </a:cubicBezTo>
                  <a:lnTo>
                    <a:pt x="1184744" y="492981"/>
                  </a:lnTo>
                  <a:lnTo>
                    <a:pt x="1431235" y="341906"/>
                  </a:lnTo>
                  <a:cubicBezTo>
                    <a:pt x="1463040" y="347207"/>
                    <a:pt x="1495495" y="349501"/>
                    <a:pt x="1526650" y="357809"/>
                  </a:cubicBezTo>
                  <a:cubicBezTo>
                    <a:pt x="1552710" y="364758"/>
                    <a:pt x="1550504" y="367046"/>
                    <a:pt x="1550504" y="381663"/>
                  </a:cubicBezTo>
                  <a:lnTo>
                    <a:pt x="1598212" y="389614"/>
                  </a:lnTo>
                  <a:cubicBezTo>
                    <a:pt x="1680363" y="397829"/>
                    <a:pt x="1651088" y="397565"/>
                    <a:pt x="1685677" y="397565"/>
                  </a:cubicBezTo>
                  <a:lnTo>
                    <a:pt x="1717482" y="349857"/>
                  </a:lnTo>
                  <a:cubicBezTo>
                    <a:pt x="1714831" y="312751"/>
                    <a:pt x="1718050" y="274751"/>
                    <a:pt x="1709530" y="238539"/>
                  </a:cubicBezTo>
                  <a:cubicBezTo>
                    <a:pt x="1706955" y="227593"/>
                    <a:pt x="1685677" y="214685"/>
                    <a:pt x="1685677" y="214685"/>
                  </a:cubicBezTo>
                  <a:lnTo>
                    <a:pt x="1574358" y="159026"/>
                  </a:lnTo>
                  <a:cubicBezTo>
                    <a:pt x="1500163" y="150782"/>
                    <a:pt x="1526797" y="151075"/>
                    <a:pt x="1494845" y="151075"/>
                  </a:cubicBezTo>
                  <a:lnTo>
                    <a:pt x="1399430" y="174929"/>
                  </a:lnTo>
                  <a:cubicBezTo>
                    <a:pt x="1320106" y="192556"/>
                    <a:pt x="1352304" y="190831"/>
                    <a:pt x="1304014" y="190831"/>
                  </a:cubicBezTo>
                  <a:lnTo>
                    <a:pt x="1208598" y="159026"/>
                  </a:lnTo>
                  <a:lnTo>
                    <a:pt x="1192696" y="55659"/>
                  </a:lnTo>
                  <a:lnTo>
                    <a:pt x="1025718" y="0"/>
                  </a:lnTo>
                  <a:lnTo>
                    <a:pt x="906449" y="47708"/>
                  </a:lnTo>
                  <a:lnTo>
                    <a:pt x="826936" y="87464"/>
                  </a:lnTo>
                  <a:lnTo>
                    <a:pt x="747423" y="87464"/>
                  </a:lnTo>
                  <a:close/>
                </a:path>
              </a:pathLst>
            </a:custGeom>
            <a:solidFill>
              <a:schemeClr val="accent1">
                <a:lumMod val="60000"/>
                <a:lumOff val="40000"/>
              </a:schemeClr>
            </a:solidFill>
            <a:ln w="2857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9" name="Title 8"/>
          <p:cNvSpPr>
            <a:spLocks noGrp="1"/>
          </p:cNvSpPr>
          <p:nvPr>
            <p:ph type="title"/>
          </p:nvPr>
        </p:nvSpPr>
        <p:spPr>
          <a:xfrm>
            <a:off x="202474" y="-404617"/>
            <a:ext cx="10515600" cy="1325563"/>
          </a:xfrm>
        </p:spPr>
        <p:txBody>
          <a:bodyPr/>
          <a:lstStyle/>
          <a:p>
            <a:r>
              <a:rPr lang="en-US" dirty="0" err="1"/>
              <a:t>Isoluminance</a:t>
            </a:r>
            <a:endParaRPr lang="en-US" dirty="0"/>
          </a:p>
        </p:txBody>
      </p:sp>
      <p:grpSp>
        <p:nvGrpSpPr>
          <p:cNvPr id="8" name="Group 7">
            <a:extLst>
              <a:ext uri="{FF2B5EF4-FFF2-40B4-BE49-F238E27FC236}">
                <a16:creationId xmlns:a16="http://schemas.microsoft.com/office/drawing/2014/main" id="{F0567169-2C6F-2E07-23BE-31F4A82FE333}"/>
              </a:ext>
            </a:extLst>
          </p:cNvPr>
          <p:cNvGrpSpPr>
            <a:grpSpLocks noChangeAspect="1"/>
          </p:cNvGrpSpPr>
          <p:nvPr/>
        </p:nvGrpSpPr>
        <p:grpSpPr>
          <a:xfrm>
            <a:off x="6897917" y="3910795"/>
            <a:ext cx="3689277" cy="2743200"/>
            <a:chOff x="2590800" y="3855057"/>
            <a:chExt cx="4038600" cy="3002943"/>
          </a:xfrm>
        </p:grpSpPr>
        <p:sp>
          <p:nvSpPr>
            <p:cNvPr id="13" name="Rectangle 12">
              <a:extLst>
                <a:ext uri="{FF2B5EF4-FFF2-40B4-BE49-F238E27FC236}">
                  <a16:creationId xmlns:a16="http://schemas.microsoft.com/office/drawing/2014/main" id="{17460C71-DB9A-AE84-44CD-D08EDAB83359}"/>
                </a:ext>
              </a:extLst>
            </p:cNvPr>
            <p:cNvSpPr/>
            <p:nvPr/>
          </p:nvSpPr>
          <p:spPr>
            <a:xfrm>
              <a:off x="2590800" y="3855057"/>
              <a:ext cx="4038600" cy="300294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4" name="Freeform 6">
              <a:extLst>
                <a:ext uri="{FF2B5EF4-FFF2-40B4-BE49-F238E27FC236}">
                  <a16:creationId xmlns:a16="http://schemas.microsoft.com/office/drawing/2014/main" id="{53DB77EA-AA3C-89FF-01E4-E1928CDC602A}"/>
                </a:ext>
              </a:extLst>
            </p:cNvPr>
            <p:cNvSpPr/>
            <p:nvPr/>
          </p:nvSpPr>
          <p:spPr>
            <a:xfrm>
              <a:off x="2930056" y="4191000"/>
              <a:ext cx="3200400" cy="2438400"/>
            </a:xfrm>
            <a:custGeom>
              <a:avLst/>
              <a:gdLst>
                <a:gd name="connsiteX0" fmla="*/ 747423 w 2671703"/>
                <a:gd name="connsiteY0" fmla="*/ 87464 h 2449002"/>
                <a:gd name="connsiteX1" fmla="*/ 389614 w 2671703"/>
                <a:gd name="connsiteY1" fmla="*/ 198783 h 2449002"/>
                <a:gd name="connsiteX2" fmla="*/ 349857 w 2671703"/>
                <a:gd name="connsiteY2" fmla="*/ 341906 h 2449002"/>
                <a:gd name="connsiteX3" fmla="*/ 389614 w 2671703"/>
                <a:gd name="connsiteY3" fmla="*/ 683812 h 2449002"/>
                <a:gd name="connsiteX4" fmla="*/ 739471 w 2671703"/>
                <a:gd name="connsiteY4" fmla="*/ 723569 h 2449002"/>
                <a:gd name="connsiteX5" fmla="*/ 803082 w 2671703"/>
                <a:gd name="connsiteY5" fmla="*/ 763325 h 2449002"/>
                <a:gd name="connsiteX6" fmla="*/ 803082 w 2671703"/>
                <a:gd name="connsiteY6" fmla="*/ 763325 h 2449002"/>
                <a:gd name="connsiteX7" fmla="*/ 914400 w 2671703"/>
                <a:gd name="connsiteY7" fmla="*/ 1057523 h 2449002"/>
                <a:gd name="connsiteX8" fmla="*/ 699715 w 2671703"/>
                <a:gd name="connsiteY8" fmla="*/ 1240403 h 2449002"/>
                <a:gd name="connsiteX9" fmla="*/ 644056 w 2671703"/>
                <a:gd name="connsiteY9" fmla="*/ 1288111 h 2449002"/>
                <a:gd name="connsiteX10" fmla="*/ 628153 w 2671703"/>
                <a:gd name="connsiteY10" fmla="*/ 1351722 h 2449002"/>
                <a:gd name="connsiteX11" fmla="*/ 604299 w 2671703"/>
                <a:gd name="connsiteY11" fmla="*/ 1439186 h 2449002"/>
                <a:gd name="connsiteX12" fmla="*/ 588397 w 2671703"/>
                <a:gd name="connsiteY12" fmla="*/ 1486894 h 2449002"/>
                <a:gd name="connsiteX13" fmla="*/ 580445 w 2671703"/>
                <a:gd name="connsiteY13" fmla="*/ 1518699 h 2449002"/>
                <a:gd name="connsiteX14" fmla="*/ 564543 w 2671703"/>
                <a:gd name="connsiteY14" fmla="*/ 1558456 h 2449002"/>
                <a:gd name="connsiteX15" fmla="*/ 556591 w 2671703"/>
                <a:gd name="connsiteY15" fmla="*/ 1598212 h 2449002"/>
                <a:gd name="connsiteX16" fmla="*/ 540689 w 2671703"/>
                <a:gd name="connsiteY16" fmla="*/ 1637969 h 2449002"/>
                <a:gd name="connsiteX17" fmla="*/ 532737 w 2671703"/>
                <a:gd name="connsiteY17" fmla="*/ 1677725 h 2449002"/>
                <a:gd name="connsiteX18" fmla="*/ 532737 w 2671703"/>
                <a:gd name="connsiteY18" fmla="*/ 1677725 h 2449002"/>
                <a:gd name="connsiteX19" fmla="*/ 469127 w 2671703"/>
                <a:gd name="connsiteY19" fmla="*/ 1709530 h 2449002"/>
                <a:gd name="connsiteX20" fmla="*/ 421419 w 2671703"/>
                <a:gd name="connsiteY20" fmla="*/ 1725433 h 2449002"/>
                <a:gd name="connsiteX21" fmla="*/ 326003 w 2671703"/>
                <a:gd name="connsiteY21" fmla="*/ 1773141 h 2449002"/>
                <a:gd name="connsiteX22" fmla="*/ 294198 w 2671703"/>
                <a:gd name="connsiteY22" fmla="*/ 1789043 h 2449002"/>
                <a:gd name="connsiteX23" fmla="*/ 262393 w 2671703"/>
                <a:gd name="connsiteY23" fmla="*/ 1804946 h 2449002"/>
                <a:gd name="connsiteX24" fmla="*/ 39757 w 2671703"/>
                <a:gd name="connsiteY24" fmla="*/ 1900362 h 2449002"/>
                <a:gd name="connsiteX25" fmla="*/ 0 w 2671703"/>
                <a:gd name="connsiteY25" fmla="*/ 1956021 h 2449002"/>
                <a:gd name="connsiteX26" fmla="*/ 135172 w 2671703"/>
                <a:gd name="connsiteY26" fmla="*/ 2449002 h 2449002"/>
                <a:gd name="connsiteX27" fmla="*/ 723569 w 2671703"/>
                <a:gd name="connsiteY27" fmla="*/ 2449002 h 2449002"/>
                <a:gd name="connsiteX28" fmla="*/ 811033 w 2671703"/>
                <a:gd name="connsiteY28" fmla="*/ 2425148 h 2449002"/>
                <a:gd name="connsiteX29" fmla="*/ 811033 w 2671703"/>
                <a:gd name="connsiteY29" fmla="*/ 2425148 h 2449002"/>
                <a:gd name="connsiteX30" fmla="*/ 874643 w 2671703"/>
                <a:gd name="connsiteY30" fmla="*/ 2401294 h 2449002"/>
                <a:gd name="connsiteX31" fmla="*/ 993913 w 2671703"/>
                <a:gd name="connsiteY31" fmla="*/ 2345635 h 2449002"/>
                <a:gd name="connsiteX32" fmla="*/ 1065475 w 2671703"/>
                <a:gd name="connsiteY32" fmla="*/ 2321781 h 2449002"/>
                <a:gd name="connsiteX33" fmla="*/ 1129085 w 2671703"/>
                <a:gd name="connsiteY33" fmla="*/ 2297927 h 2449002"/>
                <a:gd name="connsiteX34" fmla="*/ 1558456 w 2671703"/>
                <a:gd name="connsiteY34" fmla="*/ 2282024 h 2449002"/>
                <a:gd name="connsiteX35" fmla="*/ 2011680 w 2671703"/>
                <a:gd name="connsiteY35" fmla="*/ 2353586 h 2449002"/>
                <a:gd name="connsiteX36" fmla="*/ 2178657 w 2671703"/>
                <a:gd name="connsiteY36" fmla="*/ 2369489 h 2449002"/>
                <a:gd name="connsiteX37" fmla="*/ 2480807 w 2671703"/>
                <a:gd name="connsiteY37" fmla="*/ 2274073 h 2449002"/>
                <a:gd name="connsiteX38" fmla="*/ 2560320 w 2671703"/>
                <a:gd name="connsiteY38" fmla="*/ 2099144 h 2449002"/>
                <a:gd name="connsiteX39" fmla="*/ 2592125 w 2671703"/>
                <a:gd name="connsiteY39" fmla="*/ 2011680 h 2449002"/>
                <a:gd name="connsiteX40" fmla="*/ 2592125 w 2671703"/>
                <a:gd name="connsiteY40" fmla="*/ 1995777 h 2449002"/>
                <a:gd name="connsiteX41" fmla="*/ 2639833 w 2671703"/>
                <a:gd name="connsiteY41" fmla="*/ 1765189 h 2449002"/>
                <a:gd name="connsiteX42" fmla="*/ 2663687 w 2671703"/>
                <a:gd name="connsiteY42" fmla="*/ 1653871 h 2449002"/>
                <a:gd name="connsiteX43" fmla="*/ 2671638 w 2671703"/>
                <a:gd name="connsiteY43" fmla="*/ 1486894 h 2449002"/>
                <a:gd name="connsiteX44" fmla="*/ 2647784 w 2671703"/>
                <a:gd name="connsiteY44" fmla="*/ 1144988 h 2449002"/>
                <a:gd name="connsiteX45" fmla="*/ 2615979 w 2671703"/>
                <a:gd name="connsiteY45" fmla="*/ 1057523 h 2449002"/>
                <a:gd name="connsiteX46" fmla="*/ 2608028 w 2671703"/>
                <a:gd name="connsiteY46" fmla="*/ 1049572 h 2449002"/>
                <a:gd name="connsiteX47" fmla="*/ 2409245 w 2671703"/>
                <a:gd name="connsiteY47" fmla="*/ 508883 h 2449002"/>
                <a:gd name="connsiteX48" fmla="*/ 2266122 w 2671703"/>
                <a:gd name="connsiteY48" fmla="*/ 453224 h 2449002"/>
                <a:gd name="connsiteX49" fmla="*/ 2186609 w 2671703"/>
                <a:gd name="connsiteY49" fmla="*/ 516835 h 2449002"/>
                <a:gd name="connsiteX50" fmla="*/ 2146852 w 2671703"/>
                <a:gd name="connsiteY50" fmla="*/ 548640 h 2449002"/>
                <a:gd name="connsiteX51" fmla="*/ 1963972 w 2671703"/>
                <a:gd name="connsiteY51" fmla="*/ 652007 h 2449002"/>
                <a:gd name="connsiteX52" fmla="*/ 1892410 w 2671703"/>
                <a:gd name="connsiteY52" fmla="*/ 707666 h 2449002"/>
                <a:gd name="connsiteX53" fmla="*/ 1789043 w 2671703"/>
                <a:gd name="connsiteY53" fmla="*/ 755374 h 2449002"/>
                <a:gd name="connsiteX54" fmla="*/ 1717482 w 2671703"/>
                <a:gd name="connsiteY54" fmla="*/ 739471 h 2449002"/>
                <a:gd name="connsiteX55" fmla="*/ 1685677 w 2671703"/>
                <a:gd name="connsiteY55" fmla="*/ 715617 h 2449002"/>
                <a:gd name="connsiteX56" fmla="*/ 1661823 w 2671703"/>
                <a:gd name="connsiteY56" fmla="*/ 691763 h 2449002"/>
                <a:gd name="connsiteX57" fmla="*/ 1598212 w 2671703"/>
                <a:gd name="connsiteY57" fmla="*/ 636104 h 2449002"/>
                <a:gd name="connsiteX58" fmla="*/ 1526650 w 2671703"/>
                <a:gd name="connsiteY58" fmla="*/ 612250 h 2449002"/>
                <a:gd name="connsiteX59" fmla="*/ 1470991 w 2671703"/>
                <a:gd name="connsiteY59" fmla="*/ 588396 h 2449002"/>
                <a:gd name="connsiteX60" fmla="*/ 1431235 w 2671703"/>
                <a:gd name="connsiteY60" fmla="*/ 572494 h 2449002"/>
                <a:gd name="connsiteX61" fmla="*/ 1184744 w 2671703"/>
                <a:gd name="connsiteY61" fmla="*/ 492981 h 2449002"/>
                <a:gd name="connsiteX62" fmla="*/ 1431235 w 2671703"/>
                <a:gd name="connsiteY62" fmla="*/ 341906 h 2449002"/>
                <a:gd name="connsiteX63" fmla="*/ 1526650 w 2671703"/>
                <a:gd name="connsiteY63" fmla="*/ 357809 h 2449002"/>
                <a:gd name="connsiteX64" fmla="*/ 1550504 w 2671703"/>
                <a:gd name="connsiteY64" fmla="*/ 381663 h 2449002"/>
                <a:gd name="connsiteX65" fmla="*/ 1598212 w 2671703"/>
                <a:gd name="connsiteY65" fmla="*/ 389614 h 2449002"/>
                <a:gd name="connsiteX66" fmla="*/ 1685677 w 2671703"/>
                <a:gd name="connsiteY66" fmla="*/ 397565 h 2449002"/>
                <a:gd name="connsiteX67" fmla="*/ 1717482 w 2671703"/>
                <a:gd name="connsiteY67" fmla="*/ 349857 h 2449002"/>
                <a:gd name="connsiteX68" fmla="*/ 1709530 w 2671703"/>
                <a:gd name="connsiteY68" fmla="*/ 238539 h 2449002"/>
                <a:gd name="connsiteX69" fmla="*/ 1685677 w 2671703"/>
                <a:gd name="connsiteY69" fmla="*/ 214685 h 2449002"/>
                <a:gd name="connsiteX70" fmla="*/ 1574358 w 2671703"/>
                <a:gd name="connsiteY70" fmla="*/ 159026 h 2449002"/>
                <a:gd name="connsiteX71" fmla="*/ 1494845 w 2671703"/>
                <a:gd name="connsiteY71" fmla="*/ 151075 h 2449002"/>
                <a:gd name="connsiteX72" fmla="*/ 1399430 w 2671703"/>
                <a:gd name="connsiteY72" fmla="*/ 174929 h 2449002"/>
                <a:gd name="connsiteX73" fmla="*/ 1304014 w 2671703"/>
                <a:gd name="connsiteY73" fmla="*/ 190831 h 2449002"/>
                <a:gd name="connsiteX74" fmla="*/ 1208598 w 2671703"/>
                <a:gd name="connsiteY74" fmla="*/ 159026 h 2449002"/>
                <a:gd name="connsiteX75" fmla="*/ 1192696 w 2671703"/>
                <a:gd name="connsiteY75" fmla="*/ 55659 h 2449002"/>
                <a:gd name="connsiteX76" fmla="*/ 1025718 w 2671703"/>
                <a:gd name="connsiteY76" fmla="*/ 0 h 2449002"/>
                <a:gd name="connsiteX77" fmla="*/ 906449 w 2671703"/>
                <a:gd name="connsiteY77" fmla="*/ 47708 h 2449002"/>
                <a:gd name="connsiteX78" fmla="*/ 826936 w 2671703"/>
                <a:gd name="connsiteY78" fmla="*/ 87464 h 2449002"/>
                <a:gd name="connsiteX79" fmla="*/ 747423 w 2671703"/>
                <a:gd name="connsiteY79" fmla="*/ 87464 h 244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671703" h="2449002">
                  <a:moveTo>
                    <a:pt x="747423" y="87464"/>
                  </a:moveTo>
                  <a:lnTo>
                    <a:pt x="389614" y="198783"/>
                  </a:lnTo>
                  <a:lnTo>
                    <a:pt x="349857" y="341906"/>
                  </a:lnTo>
                  <a:lnTo>
                    <a:pt x="389614" y="683812"/>
                  </a:lnTo>
                  <a:lnTo>
                    <a:pt x="739471" y="723569"/>
                  </a:lnTo>
                  <a:cubicBezTo>
                    <a:pt x="797287" y="764866"/>
                    <a:pt x="772330" y="763325"/>
                    <a:pt x="803082" y="763325"/>
                  </a:cubicBezTo>
                  <a:lnTo>
                    <a:pt x="803082" y="763325"/>
                  </a:lnTo>
                  <a:lnTo>
                    <a:pt x="914400" y="1057523"/>
                  </a:lnTo>
                  <a:lnTo>
                    <a:pt x="699715" y="1240403"/>
                  </a:lnTo>
                  <a:cubicBezTo>
                    <a:pt x="641899" y="1281700"/>
                    <a:pt x="644056" y="1257360"/>
                    <a:pt x="644056" y="1288111"/>
                  </a:cubicBezTo>
                  <a:lnTo>
                    <a:pt x="628153" y="1351722"/>
                  </a:lnTo>
                  <a:cubicBezTo>
                    <a:pt x="620202" y="1380877"/>
                    <a:pt x="612826" y="1410194"/>
                    <a:pt x="604299" y="1439186"/>
                  </a:cubicBezTo>
                  <a:cubicBezTo>
                    <a:pt x="599569" y="1455268"/>
                    <a:pt x="592463" y="1470632"/>
                    <a:pt x="588397" y="1486894"/>
                  </a:cubicBezTo>
                  <a:cubicBezTo>
                    <a:pt x="585746" y="1497496"/>
                    <a:pt x="583901" y="1508332"/>
                    <a:pt x="580445" y="1518699"/>
                  </a:cubicBezTo>
                  <a:cubicBezTo>
                    <a:pt x="575931" y="1532240"/>
                    <a:pt x="568644" y="1544785"/>
                    <a:pt x="564543" y="1558456"/>
                  </a:cubicBezTo>
                  <a:cubicBezTo>
                    <a:pt x="560660" y="1571401"/>
                    <a:pt x="560474" y="1585267"/>
                    <a:pt x="556591" y="1598212"/>
                  </a:cubicBezTo>
                  <a:cubicBezTo>
                    <a:pt x="552490" y="1611883"/>
                    <a:pt x="544790" y="1624298"/>
                    <a:pt x="540689" y="1637969"/>
                  </a:cubicBezTo>
                  <a:cubicBezTo>
                    <a:pt x="536806" y="1650914"/>
                    <a:pt x="532737" y="1677725"/>
                    <a:pt x="532737" y="1677725"/>
                  </a:cubicBezTo>
                  <a:lnTo>
                    <a:pt x="532737" y="1677725"/>
                  </a:lnTo>
                  <a:cubicBezTo>
                    <a:pt x="511534" y="1688327"/>
                    <a:pt x="490916" y="1700192"/>
                    <a:pt x="469127" y="1709530"/>
                  </a:cubicBezTo>
                  <a:cubicBezTo>
                    <a:pt x="453719" y="1716133"/>
                    <a:pt x="436737" y="1718625"/>
                    <a:pt x="421419" y="1725433"/>
                  </a:cubicBezTo>
                  <a:cubicBezTo>
                    <a:pt x="388924" y="1739875"/>
                    <a:pt x="357808" y="1757238"/>
                    <a:pt x="326003" y="1773141"/>
                  </a:cubicBezTo>
                  <a:lnTo>
                    <a:pt x="294198" y="1789043"/>
                  </a:lnTo>
                  <a:lnTo>
                    <a:pt x="262393" y="1804946"/>
                  </a:lnTo>
                  <a:lnTo>
                    <a:pt x="39757" y="1900362"/>
                  </a:lnTo>
                  <a:lnTo>
                    <a:pt x="0" y="1956021"/>
                  </a:lnTo>
                  <a:lnTo>
                    <a:pt x="135172" y="2449002"/>
                  </a:lnTo>
                  <a:lnTo>
                    <a:pt x="723569" y="2449002"/>
                  </a:lnTo>
                  <a:cubicBezTo>
                    <a:pt x="802581" y="2440222"/>
                    <a:pt x="778159" y="2458020"/>
                    <a:pt x="811033" y="2425148"/>
                  </a:cubicBezTo>
                  <a:lnTo>
                    <a:pt x="811033" y="2425148"/>
                  </a:lnTo>
                  <a:cubicBezTo>
                    <a:pt x="832236" y="2417197"/>
                    <a:pt x="853829" y="2410214"/>
                    <a:pt x="874643" y="2401294"/>
                  </a:cubicBezTo>
                  <a:cubicBezTo>
                    <a:pt x="989861" y="2351914"/>
                    <a:pt x="841265" y="2404998"/>
                    <a:pt x="993913" y="2345635"/>
                  </a:cubicBezTo>
                  <a:cubicBezTo>
                    <a:pt x="1017348" y="2336522"/>
                    <a:pt x="1041764" y="2330150"/>
                    <a:pt x="1065475" y="2321781"/>
                  </a:cubicBezTo>
                  <a:cubicBezTo>
                    <a:pt x="1086829" y="2314244"/>
                    <a:pt x="1106818" y="2302050"/>
                    <a:pt x="1129085" y="2297927"/>
                  </a:cubicBezTo>
                  <a:cubicBezTo>
                    <a:pt x="1267401" y="2272313"/>
                    <a:pt x="1421909" y="2282024"/>
                    <a:pt x="1558456" y="2282024"/>
                  </a:cubicBezTo>
                  <a:lnTo>
                    <a:pt x="2011680" y="2353586"/>
                  </a:lnTo>
                  <a:lnTo>
                    <a:pt x="2178657" y="2369489"/>
                  </a:lnTo>
                  <a:lnTo>
                    <a:pt x="2480807" y="2274073"/>
                  </a:lnTo>
                  <a:cubicBezTo>
                    <a:pt x="2568773" y="2127464"/>
                    <a:pt x="2493784" y="2265477"/>
                    <a:pt x="2560320" y="2099144"/>
                  </a:cubicBezTo>
                  <a:cubicBezTo>
                    <a:pt x="2565066" y="2087280"/>
                    <a:pt x="2592125" y="2021892"/>
                    <a:pt x="2592125" y="2011680"/>
                  </a:cubicBezTo>
                  <a:lnTo>
                    <a:pt x="2592125" y="1995777"/>
                  </a:lnTo>
                  <a:lnTo>
                    <a:pt x="2639833" y="1765189"/>
                  </a:lnTo>
                  <a:cubicBezTo>
                    <a:pt x="2647784" y="1728083"/>
                    <a:pt x="2658320" y="1691438"/>
                    <a:pt x="2663687" y="1653871"/>
                  </a:cubicBezTo>
                  <a:cubicBezTo>
                    <a:pt x="2672960" y="1588961"/>
                    <a:pt x="2671638" y="1547379"/>
                    <a:pt x="2671638" y="1486894"/>
                  </a:cubicBezTo>
                  <a:lnTo>
                    <a:pt x="2647784" y="1144988"/>
                  </a:lnTo>
                  <a:cubicBezTo>
                    <a:pt x="2630256" y="1066108"/>
                    <a:pt x="2649161" y="1090705"/>
                    <a:pt x="2615979" y="1057523"/>
                  </a:cubicBezTo>
                  <a:lnTo>
                    <a:pt x="2608028" y="1049572"/>
                  </a:lnTo>
                  <a:lnTo>
                    <a:pt x="2409245" y="508883"/>
                  </a:lnTo>
                  <a:cubicBezTo>
                    <a:pt x="2371797" y="433987"/>
                    <a:pt x="2383835" y="409082"/>
                    <a:pt x="2266122" y="453224"/>
                  </a:cubicBezTo>
                  <a:cubicBezTo>
                    <a:pt x="2234341" y="465142"/>
                    <a:pt x="2213113" y="495631"/>
                    <a:pt x="2186609" y="516835"/>
                  </a:cubicBezTo>
                  <a:lnTo>
                    <a:pt x="2146852" y="548640"/>
                  </a:lnTo>
                  <a:lnTo>
                    <a:pt x="1963972" y="652007"/>
                  </a:lnTo>
                  <a:cubicBezTo>
                    <a:pt x="1902213" y="696120"/>
                    <a:pt x="1924435" y="675641"/>
                    <a:pt x="1892410" y="707666"/>
                  </a:cubicBezTo>
                  <a:lnTo>
                    <a:pt x="1789043" y="755374"/>
                  </a:lnTo>
                  <a:cubicBezTo>
                    <a:pt x="1765189" y="750073"/>
                    <a:pt x="1740289" y="748243"/>
                    <a:pt x="1717482" y="739471"/>
                  </a:cubicBezTo>
                  <a:cubicBezTo>
                    <a:pt x="1705113" y="734714"/>
                    <a:pt x="1695739" y="724241"/>
                    <a:pt x="1685677" y="715617"/>
                  </a:cubicBezTo>
                  <a:cubicBezTo>
                    <a:pt x="1677139" y="708299"/>
                    <a:pt x="1661823" y="691763"/>
                    <a:pt x="1661823" y="691763"/>
                  </a:cubicBezTo>
                  <a:lnTo>
                    <a:pt x="1598212" y="636104"/>
                  </a:lnTo>
                  <a:cubicBezTo>
                    <a:pt x="1574358" y="628153"/>
                    <a:pt x="1550118" y="621276"/>
                    <a:pt x="1526650" y="612250"/>
                  </a:cubicBezTo>
                  <a:cubicBezTo>
                    <a:pt x="1465406" y="588695"/>
                    <a:pt x="1521605" y="602858"/>
                    <a:pt x="1470991" y="588396"/>
                  </a:cubicBezTo>
                  <a:cubicBezTo>
                    <a:pt x="1433777" y="577763"/>
                    <a:pt x="1447521" y="588780"/>
                    <a:pt x="1431235" y="572494"/>
                  </a:cubicBezTo>
                  <a:lnTo>
                    <a:pt x="1184744" y="492981"/>
                  </a:lnTo>
                  <a:lnTo>
                    <a:pt x="1431235" y="341906"/>
                  </a:lnTo>
                  <a:cubicBezTo>
                    <a:pt x="1463040" y="347207"/>
                    <a:pt x="1495495" y="349501"/>
                    <a:pt x="1526650" y="357809"/>
                  </a:cubicBezTo>
                  <a:cubicBezTo>
                    <a:pt x="1552710" y="364758"/>
                    <a:pt x="1550504" y="367046"/>
                    <a:pt x="1550504" y="381663"/>
                  </a:cubicBezTo>
                  <a:lnTo>
                    <a:pt x="1598212" y="389614"/>
                  </a:lnTo>
                  <a:cubicBezTo>
                    <a:pt x="1680363" y="397829"/>
                    <a:pt x="1651088" y="397565"/>
                    <a:pt x="1685677" y="397565"/>
                  </a:cubicBezTo>
                  <a:lnTo>
                    <a:pt x="1717482" y="349857"/>
                  </a:lnTo>
                  <a:cubicBezTo>
                    <a:pt x="1714831" y="312751"/>
                    <a:pt x="1718050" y="274751"/>
                    <a:pt x="1709530" y="238539"/>
                  </a:cubicBezTo>
                  <a:cubicBezTo>
                    <a:pt x="1706955" y="227593"/>
                    <a:pt x="1685677" y="214685"/>
                    <a:pt x="1685677" y="214685"/>
                  </a:cubicBezTo>
                  <a:lnTo>
                    <a:pt x="1574358" y="159026"/>
                  </a:lnTo>
                  <a:cubicBezTo>
                    <a:pt x="1500163" y="150782"/>
                    <a:pt x="1526797" y="151075"/>
                    <a:pt x="1494845" y="151075"/>
                  </a:cubicBezTo>
                  <a:lnTo>
                    <a:pt x="1399430" y="174929"/>
                  </a:lnTo>
                  <a:cubicBezTo>
                    <a:pt x="1320106" y="192556"/>
                    <a:pt x="1352304" y="190831"/>
                    <a:pt x="1304014" y="190831"/>
                  </a:cubicBezTo>
                  <a:lnTo>
                    <a:pt x="1208598" y="159026"/>
                  </a:lnTo>
                  <a:lnTo>
                    <a:pt x="1192696" y="55659"/>
                  </a:lnTo>
                  <a:lnTo>
                    <a:pt x="1025718" y="0"/>
                  </a:lnTo>
                  <a:lnTo>
                    <a:pt x="906449" y="47708"/>
                  </a:lnTo>
                  <a:lnTo>
                    <a:pt x="826936" y="87464"/>
                  </a:lnTo>
                  <a:lnTo>
                    <a:pt x="747423" y="87464"/>
                  </a:lnTo>
                  <a:close/>
                </a:path>
              </a:pathLst>
            </a:custGeom>
            <a:solidFill>
              <a:schemeClr val="accent1">
                <a:lumMod val="60000"/>
                <a:lumOff val="40000"/>
              </a:schemeClr>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2789762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rcRect/>
          <a:stretch>
            <a:fillRect/>
          </a:stretch>
        </p:blipFill>
        <p:spPr bwMode="auto">
          <a:xfrm>
            <a:off x="1676400" y="752475"/>
            <a:ext cx="8839200" cy="5181600"/>
          </a:xfrm>
          <a:prstGeom prst="rect">
            <a:avLst/>
          </a:prstGeom>
          <a:noFill/>
          <a:ln w="9525">
            <a:noFill/>
            <a:miter lim="800000"/>
            <a:headEnd/>
            <a:tailEnd/>
          </a:ln>
        </p:spPr>
      </p:pic>
      <p:sp>
        <p:nvSpPr>
          <p:cNvPr id="2" name="Title 1"/>
          <p:cNvSpPr>
            <a:spLocks noGrp="1"/>
          </p:cNvSpPr>
          <p:nvPr>
            <p:ph type="title"/>
          </p:nvPr>
        </p:nvSpPr>
        <p:spPr>
          <a:xfrm>
            <a:off x="838200" y="-330200"/>
            <a:ext cx="10515600" cy="1325563"/>
          </a:xfrm>
        </p:spPr>
        <p:txBody>
          <a:bodyPr/>
          <a:lstStyle/>
          <a:p>
            <a:r>
              <a:rPr lang="en-US" dirty="0"/>
              <a:t>Simultaneous contrast</a:t>
            </a:r>
          </a:p>
        </p:txBody>
      </p:sp>
      <p:pic>
        <p:nvPicPr>
          <p:cNvPr id="4" name="Picture 3" descr="USGS.png">
            <a:extLst>
              <a:ext uri="{FF2B5EF4-FFF2-40B4-BE49-F238E27FC236}">
                <a16:creationId xmlns:a16="http://schemas.microsoft.com/office/drawing/2014/main" id="{549CBDD8-FAA5-43B3-CC3F-61CEFE494ABE}"/>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72484" y="6227010"/>
            <a:ext cx="1182149" cy="435970"/>
          </a:xfrm>
          <a:prstGeom prst="rect">
            <a:avLst/>
          </a:prstGeom>
        </p:spPr>
      </p:pic>
      <p:pic>
        <p:nvPicPr>
          <p:cNvPr id="5" name="Picture 4" descr="A picture containing text, sign&#10;&#10;Description automatically generated">
            <a:extLst>
              <a:ext uri="{FF2B5EF4-FFF2-40B4-BE49-F238E27FC236}">
                <a16:creationId xmlns:a16="http://schemas.microsoft.com/office/drawing/2014/main" id="{00031700-8E0C-4A39-2A8A-0265ABD935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54633" y="6227010"/>
            <a:ext cx="1459992" cy="435970"/>
          </a:xfrm>
          <a:prstGeom prst="rect">
            <a:avLst/>
          </a:prstGeom>
        </p:spPr>
      </p:pic>
    </p:spTree>
    <p:extLst>
      <p:ext uri="{BB962C8B-B14F-4D97-AF65-F5344CB8AC3E}">
        <p14:creationId xmlns:p14="http://schemas.microsoft.com/office/powerpoint/2010/main" val="716309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rotWithShape="1">
          <a:blip r:embed="rId2"/>
          <a:srcRect l="26453" t="38083" r="59359" b="36335"/>
          <a:stretch/>
        </p:blipFill>
        <p:spPr bwMode="auto">
          <a:xfrm>
            <a:off x="4014651" y="2725783"/>
            <a:ext cx="1254036" cy="1325563"/>
          </a:xfrm>
          <a:prstGeom prst="rect">
            <a:avLst/>
          </a:prstGeom>
          <a:noFill/>
          <a:ln w="9525">
            <a:noFill/>
            <a:miter lim="800000"/>
            <a:headEnd/>
            <a:tailEnd/>
          </a:ln>
        </p:spPr>
      </p:pic>
      <p:sp>
        <p:nvSpPr>
          <p:cNvPr id="2" name="Title 1"/>
          <p:cNvSpPr>
            <a:spLocks noGrp="1"/>
          </p:cNvSpPr>
          <p:nvPr>
            <p:ph type="title"/>
          </p:nvPr>
        </p:nvSpPr>
        <p:spPr>
          <a:xfrm>
            <a:off x="838200" y="-330200"/>
            <a:ext cx="10515600" cy="1325563"/>
          </a:xfrm>
        </p:spPr>
        <p:txBody>
          <a:bodyPr/>
          <a:lstStyle/>
          <a:p>
            <a:r>
              <a:rPr lang="en-US" dirty="0"/>
              <a:t>Simultaneous contrast</a:t>
            </a:r>
          </a:p>
        </p:txBody>
      </p:sp>
      <p:pic>
        <p:nvPicPr>
          <p:cNvPr id="4" name="Picture 3">
            <a:extLst>
              <a:ext uri="{FF2B5EF4-FFF2-40B4-BE49-F238E27FC236}">
                <a16:creationId xmlns:a16="http://schemas.microsoft.com/office/drawing/2014/main" id="{45F7C4E2-0BB2-69E1-402E-2316E02BC18A}"/>
              </a:ext>
            </a:extLst>
          </p:cNvPr>
          <p:cNvPicPr/>
          <p:nvPr/>
        </p:nvPicPr>
        <p:blipFill rotWithShape="1">
          <a:blip r:embed="rId2"/>
          <a:srcRect l="60347" t="37209" r="25465" b="37209"/>
          <a:stretch/>
        </p:blipFill>
        <p:spPr bwMode="auto">
          <a:xfrm>
            <a:off x="6992982" y="2725783"/>
            <a:ext cx="1254036" cy="1325563"/>
          </a:xfrm>
          <a:prstGeom prst="rect">
            <a:avLst/>
          </a:prstGeom>
          <a:noFill/>
          <a:ln w="9525">
            <a:noFill/>
            <a:miter lim="800000"/>
            <a:headEnd/>
            <a:tailEnd/>
          </a:ln>
        </p:spPr>
      </p:pic>
      <p:pic>
        <p:nvPicPr>
          <p:cNvPr id="5" name="Picture 4" descr="USGS.png">
            <a:extLst>
              <a:ext uri="{FF2B5EF4-FFF2-40B4-BE49-F238E27FC236}">
                <a16:creationId xmlns:a16="http://schemas.microsoft.com/office/drawing/2014/main" id="{9C7C1AF8-4192-273B-C97F-1A2CF3273021}"/>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72484" y="6227010"/>
            <a:ext cx="1182149" cy="435970"/>
          </a:xfrm>
          <a:prstGeom prst="rect">
            <a:avLst/>
          </a:prstGeom>
        </p:spPr>
      </p:pic>
      <p:pic>
        <p:nvPicPr>
          <p:cNvPr id="6" name="Picture 5" descr="A picture containing text, sign&#10;&#10;Description automatically generated">
            <a:extLst>
              <a:ext uri="{FF2B5EF4-FFF2-40B4-BE49-F238E27FC236}">
                <a16:creationId xmlns:a16="http://schemas.microsoft.com/office/drawing/2014/main" id="{D8C37500-B951-CA48-A514-B496285263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54633" y="6227010"/>
            <a:ext cx="1459992" cy="435970"/>
          </a:xfrm>
          <a:prstGeom prst="rect">
            <a:avLst/>
          </a:prstGeom>
        </p:spPr>
      </p:pic>
    </p:spTree>
    <p:extLst>
      <p:ext uri="{BB962C8B-B14F-4D97-AF65-F5344CB8AC3E}">
        <p14:creationId xmlns:p14="http://schemas.microsoft.com/office/powerpoint/2010/main" val="2228273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837" y="457201"/>
            <a:ext cx="9769476"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2531" name="Rectangle 2"/>
          <p:cNvSpPr>
            <a:spLocks/>
          </p:cNvSpPr>
          <p:nvPr/>
        </p:nvSpPr>
        <p:spPr bwMode="auto">
          <a:xfrm>
            <a:off x="8749302" y="2731027"/>
            <a:ext cx="25241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1pPr>
            <a:lvl2pPr marL="742950" indent="-28575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2pPr>
            <a:lvl3pPr marL="11430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3pPr>
            <a:lvl4pPr marL="16002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4pPr>
            <a:lvl5pPr marL="20574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5pPr>
            <a:lvl6pPr marL="25146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6pPr>
            <a:lvl7pPr marL="29718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7pPr>
            <a:lvl8pPr marL="34290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8pPr>
            <a:lvl9pPr marL="38862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9pPr>
          </a:lstStyle>
          <a:p>
            <a:pPr eaLnBrk="1" hangingPunct="1">
              <a:spcBef>
                <a:spcPct val="0"/>
              </a:spcBef>
              <a:buSzTx/>
              <a:buFontTx/>
              <a:buNone/>
            </a:pPr>
            <a:r>
              <a:rPr lang="en-US" altLang="en-US" sz="1600" dirty="0">
                <a:latin typeface="Calibri" panose="020F0502020204030204" pitchFamily="34" charset="0"/>
                <a:ea typeface="Gill Sans" charset="0"/>
                <a:cs typeface="Gill Sans" charset="0"/>
              </a:rPr>
              <a:t>Image from K. Moreland</a:t>
            </a:r>
            <a:endParaRPr lang="en-US" altLang="en-US" sz="1600" u="sng" dirty="0">
              <a:latin typeface="Calibri" panose="020F0502020204030204" pitchFamily="34" charset="0"/>
              <a:ea typeface="Gill Sans" charset="0"/>
              <a:cs typeface="Gill Sans" charset="0"/>
            </a:endParaRPr>
          </a:p>
        </p:txBody>
      </p:sp>
      <p:sp>
        <p:nvSpPr>
          <p:cNvPr id="22532" name="TextBox 4"/>
          <p:cNvSpPr txBox="1">
            <a:spLocks noChangeArrowheads="1"/>
          </p:cNvSpPr>
          <p:nvPr/>
        </p:nvSpPr>
        <p:spPr bwMode="auto">
          <a:xfrm>
            <a:off x="2559844" y="3127642"/>
            <a:ext cx="7072312" cy="148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291" tIns="32146" rIns="64291" bIns="32146">
            <a:spAutoFit/>
          </a:bodyPr>
          <a:lstStyle>
            <a:lvl1pPr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1pPr>
            <a:lvl2pPr marL="742950" indent="-28575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2pPr>
            <a:lvl3pPr marL="11430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3pPr>
            <a:lvl4pPr marL="16002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4pPr>
            <a:lvl5pPr marL="20574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5pPr>
            <a:lvl6pPr marL="25146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6pPr>
            <a:lvl7pPr marL="29718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7pPr>
            <a:lvl8pPr marL="34290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8pPr>
            <a:lvl9pPr marL="38862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9pPr>
          </a:lstStyle>
          <a:p>
            <a:pPr algn="ctr" eaLnBrk="1" hangingPunct="1">
              <a:spcBef>
                <a:spcPct val="0"/>
              </a:spcBef>
              <a:buSzTx/>
              <a:buFontTx/>
              <a:buNone/>
            </a:pPr>
            <a:r>
              <a:rPr lang="en-US" altLang="en-US" sz="4600" dirty="0">
                <a:solidFill>
                  <a:srgbClr val="0070C0"/>
                </a:solidFill>
                <a:latin typeface="Calibri" panose="020F0502020204030204" pitchFamily="34" charset="0"/>
              </a:rPr>
              <a:t>tiny.cc/</a:t>
            </a:r>
            <a:r>
              <a:rPr lang="en-US" altLang="en-US" sz="4600" dirty="0" err="1">
                <a:solidFill>
                  <a:srgbClr val="0070C0"/>
                </a:solidFill>
                <a:latin typeface="Calibri" panose="020F0502020204030204" pitchFamily="34" charset="0"/>
              </a:rPr>
              <a:t>endrainbow</a:t>
            </a:r>
            <a:endParaRPr lang="en-US" altLang="en-US" sz="4600" dirty="0">
              <a:solidFill>
                <a:srgbClr val="0070C0"/>
              </a:solidFill>
              <a:latin typeface="Calibri" panose="020F0502020204030204" pitchFamily="34" charset="0"/>
            </a:endParaRPr>
          </a:p>
          <a:p>
            <a:pPr algn="ctr" eaLnBrk="1" hangingPunct="1">
              <a:spcBef>
                <a:spcPct val="0"/>
              </a:spcBef>
              <a:buSzTx/>
              <a:buFontTx/>
              <a:buNone/>
            </a:pPr>
            <a:r>
              <a:rPr lang="en-US" altLang="en-US" sz="4600" dirty="0">
                <a:solidFill>
                  <a:srgbClr val="0070C0"/>
                </a:solidFill>
                <a:latin typeface="Calibri" panose="020F0502020204030204" pitchFamily="34" charset="0"/>
              </a:rPr>
              <a:t>#</a:t>
            </a:r>
            <a:r>
              <a:rPr lang="en-US" altLang="en-US" sz="4600" dirty="0" err="1">
                <a:solidFill>
                  <a:srgbClr val="0070C0"/>
                </a:solidFill>
                <a:latin typeface="Calibri" panose="020F0502020204030204" pitchFamily="34" charset="0"/>
              </a:rPr>
              <a:t>endrainbow</a:t>
            </a:r>
            <a:endParaRPr lang="en-GB" altLang="en-US" sz="4600" dirty="0">
              <a:solidFill>
                <a:srgbClr val="0070C0"/>
              </a:solidFill>
              <a:latin typeface="Calibri" panose="020F0502020204030204" pitchFamily="34" charset="0"/>
            </a:endParaRPr>
          </a:p>
        </p:txBody>
      </p:sp>
      <p:sp>
        <p:nvSpPr>
          <p:cNvPr id="6" name="Rectangle 2"/>
          <p:cNvSpPr>
            <a:spLocks/>
          </p:cNvSpPr>
          <p:nvPr/>
        </p:nvSpPr>
        <p:spPr bwMode="auto">
          <a:xfrm>
            <a:off x="3470156" y="5436648"/>
            <a:ext cx="5856662" cy="304800"/>
          </a:xfrm>
          <a:prstGeom prst="rect">
            <a:avLst/>
          </a:prstGeom>
          <a:solidFill>
            <a:schemeClr val="bg1"/>
          </a:solidFill>
          <a:ln>
            <a:noFill/>
          </a:ln>
        </p:spPr>
        <p:txBody>
          <a:bodyPr lIns="0" tIns="0" rIns="0" bIns="0" anchor="ctr"/>
          <a:lstStyle>
            <a:lvl1pPr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1pPr>
            <a:lvl2pPr marL="742950" indent="-28575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2pPr>
            <a:lvl3pPr marL="11430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3pPr>
            <a:lvl4pPr marL="16002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4pPr>
            <a:lvl5pPr marL="20574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5pPr>
            <a:lvl6pPr marL="25146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6pPr>
            <a:lvl7pPr marL="29718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7pPr>
            <a:lvl8pPr marL="34290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8pPr>
            <a:lvl9pPr marL="38862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9pPr>
          </a:lstStyle>
          <a:p>
            <a:pPr eaLnBrk="1" hangingPunct="1">
              <a:spcBef>
                <a:spcPct val="0"/>
              </a:spcBef>
              <a:buSzTx/>
              <a:buFontTx/>
              <a:buNone/>
            </a:pPr>
            <a:r>
              <a:rPr lang="en-US" altLang="en-US" sz="1600" dirty="0">
                <a:latin typeface="Calibri" panose="020F0502020204030204" pitchFamily="34" charset="0"/>
                <a:ea typeface="Gill Sans" charset="0"/>
                <a:cs typeface="Gill Sans" charset="0"/>
              </a:rPr>
              <a:t>Slide courtesy Ed Hawkins, EGU 2016 Making Better Scientific Graphics</a:t>
            </a:r>
          </a:p>
        </p:txBody>
      </p:sp>
      <p:sp>
        <p:nvSpPr>
          <p:cNvPr id="2" name="Rectangle 1"/>
          <p:cNvSpPr/>
          <p:nvPr/>
        </p:nvSpPr>
        <p:spPr>
          <a:xfrm>
            <a:off x="2765189" y="4894284"/>
            <a:ext cx="7726166" cy="369332"/>
          </a:xfrm>
          <a:prstGeom prst="rect">
            <a:avLst/>
          </a:prstGeom>
          <a:solidFill>
            <a:schemeClr val="bg1"/>
          </a:solidFill>
        </p:spPr>
        <p:txBody>
          <a:bodyPr wrap="square">
            <a:spAutoFit/>
          </a:bodyPr>
          <a:lstStyle/>
          <a:p>
            <a:r>
              <a:rPr lang="en-US" dirty="0"/>
              <a:t>http://presentations.copernicus.org/EGU2016-3028_presentation.pdf</a:t>
            </a:r>
          </a:p>
        </p:txBody>
      </p:sp>
      <p:pic>
        <p:nvPicPr>
          <p:cNvPr id="3" name="Picture 2" descr="USGS.png">
            <a:extLst>
              <a:ext uri="{FF2B5EF4-FFF2-40B4-BE49-F238E27FC236}">
                <a16:creationId xmlns:a16="http://schemas.microsoft.com/office/drawing/2014/main" id="{7DBD74F0-2352-F76F-5B34-576EB17B60CD}"/>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72484" y="6227010"/>
            <a:ext cx="1182149" cy="435970"/>
          </a:xfrm>
          <a:prstGeom prst="rect">
            <a:avLst/>
          </a:prstGeom>
        </p:spPr>
      </p:pic>
      <p:pic>
        <p:nvPicPr>
          <p:cNvPr id="4" name="Picture 3" descr="A picture containing text, sign&#10;&#10;Description automatically generated">
            <a:extLst>
              <a:ext uri="{FF2B5EF4-FFF2-40B4-BE49-F238E27FC236}">
                <a16:creationId xmlns:a16="http://schemas.microsoft.com/office/drawing/2014/main" id="{97A6C19F-35BA-5C51-81C3-E034363E8D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54633" y="6227010"/>
            <a:ext cx="1459992" cy="435970"/>
          </a:xfrm>
          <a:prstGeom prst="rect">
            <a:avLst/>
          </a:prstGeom>
        </p:spPr>
      </p:pic>
    </p:spTree>
    <p:extLst>
      <p:ext uri="{BB962C8B-B14F-4D97-AF65-F5344CB8AC3E}">
        <p14:creationId xmlns:p14="http://schemas.microsoft.com/office/powerpoint/2010/main" val="1804998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23672" y="0"/>
            <a:ext cx="7589520" cy="6387306"/>
          </a:xfrm>
          <a:prstGeom prst="rect">
            <a:avLst/>
          </a:prstGeom>
        </p:spPr>
      </p:pic>
    </p:spTree>
    <p:extLst>
      <p:ext uri="{BB962C8B-B14F-4D97-AF65-F5344CB8AC3E}">
        <p14:creationId xmlns:p14="http://schemas.microsoft.com/office/powerpoint/2010/main" val="629695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15192" y="95732"/>
            <a:ext cx="8046716" cy="6253698"/>
          </a:xfrm>
          <a:prstGeom prst="rect">
            <a:avLst/>
          </a:prstGeom>
        </p:spPr>
      </p:pic>
      <p:sp>
        <p:nvSpPr>
          <p:cNvPr id="3" name="Rectangle 2"/>
          <p:cNvSpPr/>
          <p:nvPr/>
        </p:nvSpPr>
        <p:spPr>
          <a:xfrm>
            <a:off x="3666161" y="1"/>
            <a:ext cx="5840859" cy="369332"/>
          </a:xfrm>
          <a:prstGeom prst="rect">
            <a:avLst/>
          </a:prstGeom>
        </p:spPr>
        <p:txBody>
          <a:bodyPr wrap="square">
            <a:spAutoFit/>
          </a:bodyPr>
          <a:lstStyle/>
          <a:p>
            <a:r>
              <a:rPr lang="en-US" dirty="0"/>
              <a:t>https://eagereyes.org/basics/rainbow-color-map</a:t>
            </a:r>
          </a:p>
        </p:txBody>
      </p:sp>
      <p:pic>
        <p:nvPicPr>
          <p:cNvPr id="4" name="Picture 3"/>
          <p:cNvPicPr>
            <a:picLocks noChangeAspect="1"/>
          </p:cNvPicPr>
          <p:nvPr/>
        </p:nvPicPr>
        <p:blipFill>
          <a:blip r:embed="rId3"/>
          <a:stretch>
            <a:fillRect/>
          </a:stretch>
        </p:blipFill>
        <p:spPr>
          <a:xfrm>
            <a:off x="2630905" y="4002667"/>
            <a:ext cx="7253535" cy="2759601"/>
          </a:xfrm>
          <a:prstGeom prst="rect">
            <a:avLst/>
          </a:prstGeom>
        </p:spPr>
      </p:pic>
    </p:spTree>
    <p:extLst>
      <p:ext uri="{BB962C8B-B14F-4D97-AF65-F5344CB8AC3E}">
        <p14:creationId xmlns:p14="http://schemas.microsoft.com/office/powerpoint/2010/main" val="4015203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
          <p:cNvPicPr>
            <a:picLocks noChangeAspect="1"/>
          </p:cNvPicPr>
          <p:nvPr/>
        </p:nvPicPr>
        <p:blipFill>
          <a:blip r:embed="rId2">
            <a:extLst>
              <a:ext uri="{28A0092B-C50C-407E-A947-70E740481C1C}">
                <a14:useLocalDpi xmlns:a14="http://schemas.microsoft.com/office/drawing/2010/main" val="0"/>
              </a:ext>
            </a:extLst>
          </a:blip>
          <a:srcRect l="1344" r="420" b="4298"/>
          <a:stretch>
            <a:fillRect/>
          </a:stretch>
        </p:blipFill>
        <p:spPr bwMode="auto">
          <a:xfrm>
            <a:off x="1616076" y="865188"/>
            <a:ext cx="7451725" cy="568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24"/>
          <p:cNvSpPr txBox="1"/>
          <p:nvPr/>
        </p:nvSpPr>
        <p:spPr>
          <a:xfrm>
            <a:off x="8915400" y="4441826"/>
            <a:ext cx="2286000" cy="892175"/>
          </a:xfrm>
          <a:prstGeom prst="rect">
            <a:avLst/>
          </a:prstGeom>
          <a:noFill/>
        </p:spPr>
        <p:txBody>
          <a:bodyP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2600" dirty="0">
                <a:latin typeface="Calibri" panose="020F0502020204030204" pitchFamily="34" charset="0"/>
              </a:rPr>
              <a:t>Subtropical front</a:t>
            </a:r>
          </a:p>
        </p:txBody>
      </p:sp>
      <p:cxnSp>
        <p:nvCxnSpPr>
          <p:cNvPr id="6" name="Straight Arrow Connector 5"/>
          <p:cNvCxnSpPr/>
          <p:nvPr/>
        </p:nvCxnSpPr>
        <p:spPr>
          <a:xfrm flipH="1" flipV="1">
            <a:off x="8156576" y="3994151"/>
            <a:ext cx="911225" cy="447675"/>
          </a:xfrm>
          <a:prstGeom prst="straightConnector1">
            <a:avLst/>
          </a:prstGeom>
          <a:ln w="38100">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3557" name="TextBox 2"/>
          <p:cNvSpPr txBox="1">
            <a:spLocks noChangeArrowheads="1"/>
          </p:cNvSpPr>
          <p:nvPr/>
        </p:nvSpPr>
        <p:spPr bwMode="auto">
          <a:xfrm>
            <a:off x="2819400" y="228601"/>
            <a:ext cx="6629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altLang="en-US" sz="3600">
                <a:latin typeface="Calibri" panose="020F0502020204030204" pitchFamily="34" charset="0"/>
              </a:rPr>
              <a:t>Dangers of rainbow colour scales</a:t>
            </a:r>
          </a:p>
        </p:txBody>
      </p:sp>
      <p:sp>
        <p:nvSpPr>
          <p:cNvPr id="7" name="Rectangle 2"/>
          <p:cNvSpPr>
            <a:spLocks/>
          </p:cNvSpPr>
          <p:nvPr/>
        </p:nvSpPr>
        <p:spPr bwMode="auto">
          <a:xfrm>
            <a:off x="1616075" y="6553200"/>
            <a:ext cx="5856662" cy="304800"/>
          </a:xfrm>
          <a:prstGeom prst="rect">
            <a:avLst/>
          </a:prstGeom>
          <a:solidFill>
            <a:schemeClr val="bg1"/>
          </a:solidFill>
          <a:ln>
            <a:noFill/>
          </a:ln>
        </p:spPr>
        <p:txBody>
          <a:bodyPr lIns="0" tIns="0" rIns="0" bIns="0" anchor="ctr"/>
          <a:lstStyle>
            <a:lvl1pPr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1pPr>
            <a:lvl2pPr marL="742950" indent="-28575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2pPr>
            <a:lvl3pPr marL="11430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3pPr>
            <a:lvl4pPr marL="16002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4pPr>
            <a:lvl5pPr marL="20574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5pPr>
            <a:lvl6pPr marL="25146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6pPr>
            <a:lvl7pPr marL="29718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7pPr>
            <a:lvl8pPr marL="34290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8pPr>
            <a:lvl9pPr marL="38862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9pPr>
          </a:lstStyle>
          <a:p>
            <a:pPr eaLnBrk="1" hangingPunct="1">
              <a:spcBef>
                <a:spcPct val="0"/>
              </a:spcBef>
              <a:buSzTx/>
              <a:buFontTx/>
              <a:buNone/>
            </a:pPr>
            <a:r>
              <a:rPr lang="en-US" altLang="en-US" sz="1600" dirty="0">
                <a:latin typeface="Calibri" panose="020F0502020204030204" pitchFamily="34" charset="0"/>
                <a:ea typeface="Gill Sans" charset="0"/>
                <a:cs typeface="Gill Sans" charset="0"/>
              </a:rPr>
              <a:t>Slide courtesy Ed Hawkins, EGU 2016 Making Better Scientific Graphics</a:t>
            </a:r>
          </a:p>
        </p:txBody>
      </p:sp>
    </p:spTree>
    <p:extLst>
      <p:ext uri="{BB962C8B-B14F-4D97-AF65-F5344CB8AC3E}">
        <p14:creationId xmlns:p14="http://schemas.microsoft.com/office/powerpoint/2010/main" val="3745518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3"/>
          <p:cNvSpPr txBox="1">
            <a:spLocks noChangeArrowheads="1"/>
          </p:cNvSpPr>
          <p:nvPr/>
        </p:nvSpPr>
        <p:spPr bwMode="auto">
          <a:xfrm>
            <a:off x="1752600" y="6381750"/>
            <a:ext cx="9144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en-GB" altLang="en-US" sz="2000">
                <a:latin typeface="Calibri" panose="020F0502020204030204" pitchFamily="34" charset="0"/>
              </a:rPr>
              <a:t>Figures from Sean Davis	</a:t>
            </a:r>
          </a:p>
        </p:txBody>
      </p:sp>
      <p:pic>
        <p:nvPicPr>
          <p:cNvPr id="24579" name="Picture 4" descr="tco_map_19900311-noboundaries.png"/>
          <p:cNvPicPr>
            <a:picLocks noChangeAspect="1"/>
          </p:cNvPicPr>
          <p:nvPr/>
        </p:nvPicPr>
        <p:blipFill>
          <a:blip r:embed="rId2">
            <a:extLst>
              <a:ext uri="{28A0092B-C50C-407E-A947-70E740481C1C}">
                <a14:useLocalDpi xmlns:a14="http://schemas.microsoft.com/office/drawing/2010/main" val="0"/>
              </a:ext>
            </a:extLst>
          </a:blip>
          <a:srcRect t="10809" b="8290"/>
          <a:stretch>
            <a:fillRect/>
          </a:stretch>
        </p:blipFill>
        <p:spPr bwMode="auto">
          <a:xfrm>
            <a:off x="1560513" y="317500"/>
            <a:ext cx="91440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5" descr="tco_map_19900311-boundaries.png"/>
          <p:cNvPicPr>
            <a:picLocks noChangeAspect="1"/>
          </p:cNvPicPr>
          <p:nvPr/>
        </p:nvPicPr>
        <p:blipFill>
          <a:blip r:embed="rId3">
            <a:extLst>
              <a:ext uri="{28A0092B-C50C-407E-A947-70E740481C1C}">
                <a14:useLocalDpi xmlns:a14="http://schemas.microsoft.com/office/drawing/2010/main" val="0"/>
              </a:ext>
            </a:extLst>
          </a:blip>
          <a:srcRect t="11388" b="8699"/>
          <a:stretch>
            <a:fillRect/>
          </a:stretch>
        </p:blipFill>
        <p:spPr bwMode="auto">
          <a:xfrm>
            <a:off x="1560513" y="3409950"/>
            <a:ext cx="9144000" cy="291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Rectangle 8"/>
          <p:cNvSpPr>
            <a:spLocks noChangeArrowheads="1"/>
          </p:cNvSpPr>
          <p:nvPr/>
        </p:nvSpPr>
        <p:spPr bwMode="auto">
          <a:xfrm>
            <a:off x="2971800" y="385763"/>
            <a:ext cx="381000" cy="228600"/>
          </a:xfrm>
          <a:prstGeom prst="rect">
            <a:avLst/>
          </a:prstGeom>
          <a:solidFill>
            <a:schemeClr val="bg1"/>
          </a:solidFill>
          <a:ln>
            <a:noFill/>
          </a:ln>
          <a:extLst>
            <a:ext uri="{91240B29-F687-4F45-9708-019B960494DF}">
              <a14:hiddenLine xmlns:a14="http://schemas.microsoft.com/office/drawing/2010/main" w="25400" algn="ctr">
                <a:solidFill>
                  <a:srgbClr val="000000"/>
                </a:solidFill>
                <a:round/>
                <a:headEnd/>
                <a:tailEnd/>
              </a14:hiddenLine>
            </a:ext>
          </a:extLst>
        </p:spPr>
        <p:txBody>
          <a:bodyPr/>
          <a:lstStyle/>
          <a:p>
            <a:endParaRPr lang="en-GB" altLang="en-US" sz="4200"/>
          </a:p>
        </p:txBody>
      </p:sp>
      <p:sp>
        <p:nvSpPr>
          <p:cNvPr id="24582" name="Rectangle 9"/>
          <p:cNvSpPr>
            <a:spLocks noChangeArrowheads="1"/>
          </p:cNvSpPr>
          <p:nvPr/>
        </p:nvSpPr>
        <p:spPr bwMode="auto">
          <a:xfrm>
            <a:off x="2971800" y="3409950"/>
            <a:ext cx="381000" cy="228600"/>
          </a:xfrm>
          <a:prstGeom prst="rect">
            <a:avLst/>
          </a:prstGeom>
          <a:solidFill>
            <a:schemeClr val="bg1"/>
          </a:solidFill>
          <a:ln>
            <a:noFill/>
          </a:ln>
          <a:extLst>
            <a:ext uri="{91240B29-F687-4F45-9708-019B960494DF}">
              <a14:hiddenLine xmlns:a14="http://schemas.microsoft.com/office/drawing/2010/main" w="25400" algn="ctr">
                <a:solidFill>
                  <a:srgbClr val="000000"/>
                </a:solidFill>
                <a:round/>
                <a:headEnd/>
                <a:tailEnd/>
              </a14:hiddenLine>
            </a:ext>
          </a:extLst>
        </p:spPr>
        <p:txBody>
          <a:bodyPr/>
          <a:lstStyle/>
          <a:p>
            <a:endParaRPr lang="en-GB" altLang="en-US" sz="4200"/>
          </a:p>
        </p:txBody>
      </p:sp>
      <p:sp>
        <p:nvSpPr>
          <p:cNvPr id="24583" name="Rectangle 10"/>
          <p:cNvSpPr>
            <a:spLocks noChangeArrowheads="1"/>
          </p:cNvSpPr>
          <p:nvPr/>
        </p:nvSpPr>
        <p:spPr bwMode="auto">
          <a:xfrm>
            <a:off x="6019800" y="376238"/>
            <a:ext cx="381000" cy="228600"/>
          </a:xfrm>
          <a:prstGeom prst="rect">
            <a:avLst/>
          </a:prstGeom>
          <a:solidFill>
            <a:schemeClr val="bg1"/>
          </a:solidFill>
          <a:ln>
            <a:noFill/>
          </a:ln>
          <a:extLst>
            <a:ext uri="{91240B29-F687-4F45-9708-019B960494DF}">
              <a14:hiddenLine xmlns:a14="http://schemas.microsoft.com/office/drawing/2010/main" w="25400" algn="ctr">
                <a:solidFill>
                  <a:srgbClr val="000000"/>
                </a:solidFill>
                <a:round/>
                <a:headEnd/>
                <a:tailEnd/>
              </a14:hiddenLine>
            </a:ext>
          </a:extLst>
        </p:spPr>
        <p:txBody>
          <a:bodyPr/>
          <a:lstStyle/>
          <a:p>
            <a:endParaRPr lang="en-GB" altLang="en-US" sz="4200"/>
          </a:p>
        </p:txBody>
      </p:sp>
      <p:sp>
        <p:nvSpPr>
          <p:cNvPr id="24584" name="Rectangle 11"/>
          <p:cNvSpPr>
            <a:spLocks noChangeArrowheads="1"/>
          </p:cNvSpPr>
          <p:nvPr/>
        </p:nvSpPr>
        <p:spPr bwMode="auto">
          <a:xfrm>
            <a:off x="5942013" y="3409950"/>
            <a:ext cx="381000" cy="228600"/>
          </a:xfrm>
          <a:prstGeom prst="rect">
            <a:avLst/>
          </a:prstGeom>
          <a:solidFill>
            <a:schemeClr val="bg1"/>
          </a:solidFill>
          <a:ln>
            <a:noFill/>
          </a:ln>
          <a:extLst>
            <a:ext uri="{91240B29-F687-4F45-9708-019B960494DF}">
              <a14:hiddenLine xmlns:a14="http://schemas.microsoft.com/office/drawing/2010/main" w="25400" algn="ctr">
                <a:solidFill>
                  <a:srgbClr val="000000"/>
                </a:solidFill>
                <a:round/>
                <a:headEnd/>
                <a:tailEnd/>
              </a14:hiddenLine>
            </a:ext>
          </a:extLst>
        </p:spPr>
        <p:txBody>
          <a:bodyPr/>
          <a:lstStyle/>
          <a:p>
            <a:endParaRPr lang="en-GB" altLang="en-US" sz="4200"/>
          </a:p>
        </p:txBody>
      </p:sp>
      <p:sp>
        <p:nvSpPr>
          <p:cNvPr id="24585" name="Rectangle 12"/>
          <p:cNvSpPr>
            <a:spLocks noChangeArrowheads="1"/>
          </p:cNvSpPr>
          <p:nvPr/>
        </p:nvSpPr>
        <p:spPr bwMode="auto">
          <a:xfrm>
            <a:off x="8686800" y="3448050"/>
            <a:ext cx="381000" cy="228600"/>
          </a:xfrm>
          <a:prstGeom prst="rect">
            <a:avLst/>
          </a:prstGeom>
          <a:solidFill>
            <a:schemeClr val="bg1"/>
          </a:solidFill>
          <a:ln>
            <a:noFill/>
          </a:ln>
          <a:extLst>
            <a:ext uri="{91240B29-F687-4F45-9708-019B960494DF}">
              <a14:hiddenLine xmlns:a14="http://schemas.microsoft.com/office/drawing/2010/main" w="25400" algn="ctr">
                <a:solidFill>
                  <a:srgbClr val="000000"/>
                </a:solidFill>
                <a:round/>
                <a:headEnd/>
                <a:tailEnd/>
              </a14:hiddenLine>
            </a:ext>
          </a:extLst>
        </p:spPr>
        <p:txBody>
          <a:bodyPr/>
          <a:lstStyle/>
          <a:p>
            <a:endParaRPr lang="en-GB" altLang="en-US" sz="4200"/>
          </a:p>
        </p:txBody>
      </p:sp>
      <p:sp>
        <p:nvSpPr>
          <p:cNvPr id="24586" name="Rectangle 13"/>
          <p:cNvSpPr>
            <a:spLocks noChangeArrowheads="1"/>
          </p:cNvSpPr>
          <p:nvPr/>
        </p:nvSpPr>
        <p:spPr bwMode="auto">
          <a:xfrm>
            <a:off x="8686800" y="385763"/>
            <a:ext cx="381000" cy="228600"/>
          </a:xfrm>
          <a:prstGeom prst="rect">
            <a:avLst/>
          </a:prstGeom>
          <a:solidFill>
            <a:schemeClr val="bg1"/>
          </a:solidFill>
          <a:ln>
            <a:noFill/>
          </a:ln>
          <a:extLst>
            <a:ext uri="{91240B29-F687-4F45-9708-019B960494DF}">
              <a14:hiddenLine xmlns:a14="http://schemas.microsoft.com/office/drawing/2010/main" w="25400" algn="ctr">
                <a:solidFill>
                  <a:srgbClr val="000000"/>
                </a:solidFill>
                <a:round/>
                <a:headEnd/>
                <a:tailEnd/>
              </a14:hiddenLine>
            </a:ext>
          </a:extLst>
        </p:spPr>
        <p:txBody>
          <a:bodyPr/>
          <a:lstStyle/>
          <a:p>
            <a:endParaRPr lang="en-GB" altLang="en-US" sz="4200"/>
          </a:p>
        </p:txBody>
      </p:sp>
      <p:sp>
        <p:nvSpPr>
          <p:cNvPr id="24587" name="Rectangle 1"/>
          <p:cNvSpPr>
            <a:spLocks noChangeArrowheads="1"/>
          </p:cNvSpPr>
          <p:nvPr/>
        </p:nvSpPr>
        <p:spPr bwMode="auto">
          <a:xfrm>
            <a:off x="1676400" y="61645"/>
            <a:ext cx="8458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en-GB" altLang="en-US" sz="2800" dirty="0">
                <a:latin typeface="Calibri" panose="020F0502020204030204" pitchFamily="34" charset="0"/>
              </a:rPr>
              <a:t>‘Sub-tropical’ front is an artefact of the colour scale</a:t>
            </a:r>
          </a:p>
        </p:txBody>
      </p:sp>
      <p:sp>
        <p:nvSpPr>
          <p:cNvPr id="12" name="Rectangle 2"/>
          <p:cNvSpPr>
            <a:spLocks/>
          </p:cNvSpPr>
          <p:nvPr/>
        </p:nvSpPr>
        <p:spPr bwMode="auto">
          <a:xfrm>
            <a:off x="4811338" y="6429375"/>
            <a:ext cx="5856662" cy="304800"/>
          </a:xfrm>
          <a:prstGeom prst="rect">
            <a:avLst/>
          </a:prstGeom>
          <a:solidFill>
            <a:schemeClr val="bg1"/>
          </a:solidFill>
          <a:ln>
            <a:noFill/>
          </a:ln>
        </p:spPr>
        <p:txBody>
          <a:bodyPr lIns="0" tIns="0" rIns="0" bIns="0" anchor="ctr"/>
          <a:lstStyle>
            <a:lvl1pPr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1pPr>
            <a:lvl2pPr marL="742950" indent="-28575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2pPr>
            <a:lvl3pPr marL="11430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3pPr>
            <a:lvl4pPr marL="16002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4pPr>
            <a:lvl5pPr marL="20574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5pPr>
            <a:lvl6pPr marL="25146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6pPr>
            <a:lvl7pPr marL="29718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7pPr>
            <a:lvl8pPr marL="34290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8pPr>
            <a:lvl9pPr marL="38862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9pPr>
          </a:lstStyle>
          <a:p>
            <a:pPr eaLnBrk="1" hangingPunct="1">
              <a:spcBef>
                <a:spcPct val="0"/>
              </a:spcBef>
              <a:buSzTx/>
              <a:buFontTx/>
              <a:buNone/>
            </a:pPr>
            <a:r>
              <a:rPr lang="en-US" altLang="en-US" sz="1600" dirty="0">
                <a:latin typeface="Calibri" panose="020F0502020204030204" pitchFamily="34" charset="0"/>
                <a:ea typeface="Gill Sans" charset="0"/>
                <a:cs typeface="Gill Sans" charset="0"/>
              </a:rPr>
              <a:t>Slide courtesy Ed Hawkins, EGU 2016 Making Better Scientific Graphics</a:t>
            </a:r>
          </a:p>
        </p:txBody>
      </p:sp>
    </p:spTree>
    <p:extLst>
      <p:ext uri="{BB962C8B-B14F-4D97-AF65-F5344CB8AC3E}">
        <p14:creationId xmlns:p14="http://schemas.microsoft.com/office/powerpoint/2010/main" val="3796753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https://pbs.twimg.com/media/B4M6l3GCAAAvWf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57200"/>
            <a:ext cx="85725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TextBox 3"/>
          <p:cNvSpPr txBox="1">
            <a:spLocks noChangeArrowheads="1"/>
          </p:cNvSpPr>
          <p:nvPr/>
        </p:nvSpPr>
        <p:spPr bwMode="auto">
          <a:xfrm>
            <a:off x="1752601" y="169906"/>
            <a:ext cx="6692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GB" altLang="en-US" dirty="0">
                <a:solidFill>
                  <a:sysClr val="windowText" lastClr="000000"/>
                </a:solidFill>
              </a:rPr>
              <a:t>“Chromatic Vision Simulator” Kazunori Asada mobile phone app</a:t>
            </a:r>
          </a:p>
        </p:txBody>
      </p:sp>
      <p:sp>
        <p:nvSpPr>
          <p:cNvPr id="4" name="Rectangle 2"/>
          <p:cNvSpPr>
            <a:spLocks/>
          </p:cNvSpPr>
          <p:nvPr/>
        </p:nvSpPr>
        <p:spPr bwMode="auto">
          <a:xfrm>
            <a:off x="1616075" y="6553200"/>
            <a:ext cx="5856662" cy="304800"/>
          </a:xfrm>
          <a:prstGeom prst="rect">
            <a:avLst/>
          </a:prstGeom>
          <a:solidFill>
            <a:schemeClr val="bg1"/>
          </a:solidFill>
          <a:ln>
            <a:noFill/>
          </a:ln>
        </p:spPr>
        <p:txBody>
          <a:bodyPr lIns="0" tIns="0" rIns="0" bIns="0" anchor="ctr"/>
          <a:lstStyle>
            <a:lvl1pPr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1pPr>
            <a:lvl2pPr marL="742950" indent="-28575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2pPr>
            <a:lvl3pPr marL="11430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3pPr>
            <a:lvl4pPr marL="16002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4pPr>
            <a:lvl5pPr marL="2057400" indent="-228600" algn="l" eaLnBrk="0" hangingPunct="0">
              <a:spcBef>
                <a:spcPts val="3375"/>
              </a:spcBef>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5pPr>
            <a:lvl6pPr marL="25146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6pPr>
            <a:lvl7pPr marL="29718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7pPr>
            <a:lvl8pPr marL="34290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8pPr>
            <a:lvl9pPr marL="3886200" indent="-228600" eaLnBrk="0" fontAlgn="base" hangingPunct="0">
              <a:spcBef>
                <a:spcPts val="3375"/>
              </a:spcBef>
              <a:spcAft>
                <a:spcPct val="0"/>
              </a:spcAft>
              <a:buSzPct val="171000"/>
              <a:buFont typeface="Gill Sans" charset="0"/>
              <a:buChar char="•"/>
              <a:defRPr sz="3000">
                <a:solidFill>
                  <a:schemeClr val="tx1"/>
                </a:solidFill>
                <a:latin typeface="Gill Sans" charset="0"/>
                <a:ea typeface="PingFang SC Regular" charset="0"/>
                <a:cs typeface="PingFang SC Regular" charset="0"/>
                <a:sym typeface="Gill Sans" charset="0"/>
              </a:defRPr>
            </a:lvl9pPr>
          </a:lstStyle>
          <a:p>
            <a:pPr eaLnBrk="1" hangingPunct="1">
              <a:spcBef>
                <a:spcPct val="0"/>
              </a:spcBef>
              <a:buSzTx/>
              <a:buFontTx/>
              <a:buNone/>
            </a:pPr>
            <a:r>
              <a:rPr lang="en-US" altLang="en-US" sz="1600" dirty="0">
                <a:latin typeface="Calibri" panose="020F0502020204030204" pitchFamily="34" charset="0"/>
                <a:ea typeface="Gill Sans" charset="0"/>
                <a:cs typeface="Gill Sans" charset="0"/>
              </a:rPr>
              <a:t>Slide courtesy Ed Hawkins, EGU 2016 Making Better Scientific Graphics</a:t>
            </a:r>
          </a:p>
        </p:txBody>
      </p:sp>
    </p:spTree>
    <p:extLst>
      <p:ext uri="{BB962C8B-B14F-4D97-AF65-F5344CB8AC3E}">
        <p14:creationId xmlns:p14="http://schemas.microsoft.com/office/powerpoint/2010/main" val="3720004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40"/>
            <a:ext cx="8715375" cy="6861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78F5A4F8-9DCC-2357-9691-8420E98B0CED}"/>
              </a:ext>
            </a:extLst>
          </p:cNvPr>
          <p:cNvSpPr txBox="1"/>
          <p:nvPr/>
        </p:nvSpPr>
        <p:spPr>
          <a:xfrm>
            <a:off x="8791575" y="2175986"/>
            <a:ext cx="3295650" cy="2862322"/>
          </a:xfrm>
          <a:prstGeom prst="rect">
            <a:avLst/>
          </a:prstGeom>
          <a:noFill/>
        </p:spPr>
        <p:txBody>
          <a:bodyPr wrap="square">
            <a:spAutoFit/>
          </a:bodyPr>
          <a:lstStyle/>
          <a:p>
            <a:r>
              <a:rPr lang="en-US" dirty="0">
                <a:solidFill>
                  <a:prstClr val="black"/>
                </a:solidFill>
              </a:rPr>
              <a:t>The risk hierarchy for color (red means danger, orange means warning, yellow means caution, and green mean safe) has found to be widespread among cultures [</a:t>
            </a:r>
            <a:r>
              <a:rPr lang="en-US" dirty="0" err="1">
                <a:solidFill>
                  <a:prstClr val="black"/>
                </a:solidFill>
              </a:rPr>
              <a:t>Wolgalter</a:t>
            </a:r>
            <a:r>
              <a:rPr lang="en-US" dirty="0">
                <a:solidFill>
                  <a:prstClr val="black"/>
                </a:solidFill>
              </a:rPr>
              <a:t> et al, 1997; </a:t>
            </a:r>
            <a:r>
              <a:rPr lang="en-US" dirty="0" err="1">
                <a:solidFill>
                  <a:prstClr val="black"/>
                </a:solidFill>
              </a:rPr>
              <a:t>Hupka</a:t>
            </a:r>
            <a:r>
              <a:rPr lang="en-US" dirty="0">
                <a:solidFill>
                  <a:prstClr val="black"/>
                </a:solidFill>
              </a:rPr>
              <a:t> et al, 1997; Dunlap at al, 1986]. Because of this though, red shouldn’t be used for other things!</a:t>
            </a:r>
          </a:p>
        </p:txBody>
      </p:sp>
    </p:spTree>
    <p:extLst>
      <p:ext uri="{BB962C8B-B14F-4D97-AF65-F5344CB8AC3E}">
        <p14:creationId xmlns:p14="http://schemas.microsoft.com/office/powerpoint/2010/main" val="3520978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hart, funnel chart&#10;&#10;Description automatically generated">
            <a:extLst>
              <a:ext uri="{FF2B5EF4-FFF2-40B4-BE49-F238E27FC236}">
                <a16:creationId xmlns:a16="http://schemas.microsoft.com/office/drawing/2014/main" id="{FF255C20-B03D-4448-AC67-299C00ABD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595" y="491759"/>
            <a:ext cx="9448810" cy="6357104"/>
          </a:xfrm>
          <a:prstGeom prst="rect">
            <a:avLst/>
          </a:prstGeom>
        </p:spPr>
      </p:pic>
      <p:sp>
        <p:nvSpPr>
          <p:cNvPr id="6" name="Title 6">
            <a:extLst>
              <a:ext uri="{FF2B5EF4-FFF2-40B4-BE49-F238E27FC236}">
                <a16:creationId xmlns:a16="http://schemas.microsoft.com/office/drawing/2014/main" id="{41547AD8-9BFD-4E9A-A116-95FDC05565E8}"/>
              </a:ext>
            </a:extLst>
          </p:cNvPr>
          <p:cNvSpPr txBox="1">
            <a:spLocks/>
          </p:cNvSpPr>
          <p:nvPr/>
        </p:nvSpPr>
        <p:spPr>
          <a:xfrm>
            <a:off x="2911187" y="0"/>
            <a:ext cx="6369627" cy="1325563"/>
          </a:xfrm>
          <a:prstGeom prst="rect">
            <a:avLst/>
          </a:prstGeom>
        </p:spPr>
        <p:txBody>
          <a:bodyPr/>
          <a:lstStyle>
            <a:lvl1pPr algn="l" rtl="0" eaLnBrk="1" fontAlgn="base" hangingPunct="1">
              <a:lnSpc>
                <a:spcPct val="90000"/>
              </a:lnSpc>
              <a:spcBef>
                <a:spcPct val="0"/>
              </a:spcBef>
              <a:spcAft>
                <a:spcPct val="0"/>
              </a:spcAft>
              <a:defRPr sz="4400" kern="1200">
                <a:solidFill>
                  <a:schemeClr val="tx1"/>
                </a:solidFill>
                <a:latin typeface="Lato" panose="020F0502020204030203" pitchFamily="34" charset="0"/>
                <a:ea typeface="+mj-ea"/>
                <a:cs typeface="+mj-cs"/>
              </a:defRPr>
            </a:lvl1pPr>
            <a:lvl2pPr algn="l" rtl="0" eaLnBrk="1" fontAlgn="base" hangingPunct="1">
              <a:lnSpc>
                <a:spcPct val="90000"/>
              </a:lnSpc>
              <a:spcBef>
                <a:spcPct val="0"/>
              </a:spcBef>
              <a:spcAft>
                <a:spcPct val="0"/>
              </a:spcAft>
              <a:defRPr sz="4400">
                <a:solidFill>
                  <a:schemeClr val="tx1"/>
                </a:solidFill>
                <a:latin typeface="Lato" panose="020F0502020204030203" pitchFamily="34" charset="0"/>
              </a:defRPr>
            </a:lvl2pPr>
            <a:lvl3pPr algn="l" rtl="0" eaLnBrk="1" fontAlgn="base" hangingPunct="1">
              <a:lnSpc>
                <a:spcPct val="90000"/>
              </a:lnSpc>
              <a:spcBef>
                <a:spcPct val="0"/>
              </a:spcBef>
              <a:spcAft>
                <a:spcPct val="0"/>
              </a:spcAft>
              <a:defRPr sz="4400">
                <a:solidFill>
                  <a:schemeClr val="tx1"/>
                </a:solidFill>
                <a:latin typeface="Lato" panose="020F0502020204030203" pitchFamily="34" charset="0"/>
              </a:defRPr>
            </a:lvl3pPr>
            <a:lvl4pPr algn="l" rtl="0" eaLnBrk="1" fontAlgn="base" hangingPunct="1">
              <a:lnSpc>
                <a:spcPct val="90000"/>
              </a:lnSpc>
              <a:spcBef>
                <a:spcPct val="0"/>
              </a:spcBef>
              <a:spcAft>
                <a:spcPct val="0"/>
              </a:spcAft>
              <a:defRPr sz="4400">
                <a:solidFill>
                  <a:schemeClr val="tx1"/>
                </a:solidFill>
                <a:latin typeface="Lato" panose="020F0502020204030203" pitchFamily="34" charset="0"/>
              </a:defRPr>
            </a:lvl4pPr>
            <a:lvl5pPr algn="l" rtl="0" eaLnBrk="1" fontAlgn="base" hangingPunct="1">
              <a:lnSpc>
                <a:spcPct val="90000"/>
              </a:lnSpc>
              <a:spcBef>
                <a:spcPct val="0"/>
              </a:spcBef>
              <a:spcAft>
                <a:spcPct val="0"/>
              </a:spcAft>
              <a:defRPr sz="4400">
                <a:solidFill>
                  <a:schemeClr val="tx1"/>
                </a:solidFill>
                <a:latin typeface="Lato" panose="020F0502020204030203" pitchFamily="34" charset="0"/>
              </a:defRPr>
            </a:lvl5pPr>
            <a:lvl6pPr marL="457200" algn="l" rtl="0" eaLnBrk="1" fontAlgn="base" hangingPunct="1">
              <a:lnSpc>
                <a:spcPct val="90000"/>
              </a:lnSpc>
              <a:spcBef>
                <a:spcPct val="0"/>
              </a:spcBef>
              <a:spcAft>
                <a:spcPct val="0"/>
              </a:spcAft>
              <a:defRPr sz="4400">
                <a:solidFill>
                  <a:schemeClr val="tx1"/>
                </a:solidFill>
                <a:latin typeface="Lato" panose="020F0502020204030203" pitchFamily="34" charset="0"/>
              </a:defRPr>
            </a:lvl6pPr>
            <a:lvl7pPr marL="914400" algn="l" rtl="0" eaLnBrk="1" fontAlgn="base" hangingPunct="1">
              <a:lnSpc>
                <a:spcPct val="90000"/>
              </a:lnSpc>
              <a:spcBef>
                <a:spcPct val="0"/>
              </a:spcBef>
              <a:spcAft>
                <a:spcPct val="0"/>
              </a:spcAft>
              <a:defRPr sz="4400">
                <a:solidFill>
                  <a:schemeClr val="tx1"/>
                </a:solidFill>
                <a:latin typeface="Lato" panose="020F0502020204030203" pitchFamily="34" charset="0"/>
              </a:defRPr>
            </a:lvl7pPr>
            <a:lvl8pPr marL="1371600" algn="l" rtl="0" eaLnBrk="1" fontAlgn="base" hangingPunct="1">
              <a:lnSpc>
                <a:spcPct val="90000"/>
              </a:lnSpc>
              <a:spcBef>
                <a:spcPct val="0"/>
              </a:spcBef>
              <a:spcAft>
                <a:spcPct val="0"/>
              </a:spcAft>
              <a:defRPr sz="4400">
                <a:solidFill>
                  <a:schemeClr val="tx1"/>
                </a:solidFill>
                <a:latin typeface="Lato" panose="020F0502020204030203" pitchFamily="34" charset="0"/>
              </a:defRPr>
            </a:lvl8pPr>
            <a:lvl9pPr marL="1828800" algn="l" rtl="0" eaLnBrk="1" fontAlgn="base" hangingPunct="1">
              <a:lnSpc>
                <a:spcPct val="90000"/>
              </a:lnSpc>
              <a:spcBef>
                <a:spcPct val="0"/>
              </a:spcBef>
              <a:spcAft>
                <a:spcPct val="0"/>
              </a:spcAft>
              <a:defRPr sz="4400">
                <a:solidFill>
                  <a:schemeClr val="tx1"/>
                </a:solidFill>
                <a:latin typeface="Lato" panose="020F0502020204030203"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Lato" panose="020F0502020204030203" pitchFamily="34" charset="0"/>
                <a:ea typeface="+mj-ea"/>
                <a:cs typeface="+mj-cs"/>
              </a:rPr>
              <a:t>Design elements: color scheme</a:t>
            </a:r>
          </a:p>
        </p:txBody>
      </p:sp>
    </p:spTree>
    <p:extLst>
      <p:ext uri="{BB962C8B-B14F-4D97-AF65-F5344CB8AC3E}">
        <p14:creationId xmlns:p14="http://schemas.microsoft.com/office/powerpoint/2010/main" val="3483980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8">
            <a:extLst>
              <a:ext uri="{FF2B5EF4-FFF2-40B4-BE49-F238E27FC236}">
                <a16:creationId xmlns:a16="http://schemas.microsoft.com/office/drawing/2014/main" id="{03DF03E0-E056-44DF-B3C3-1A9E676118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0416" y="4291642"/>
            <a:ext cx="1413681" cy="210154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54A6F08-3B3D-4B19-BDEB-A0E8FE40D730}"/>
              </a:ext>
            </a:extLst>
          </p:cNvPr>
          <p:cNvSpPr txBox="1"/>
          <p:nvPr/>
        </p:nvSpPr>
        <p:spPr>
          <a:xfrm>
            <a:off x="10737034" y="3929036"/>
            <a:ext cx="941348" cy="461665"/>
          </a:xfrm>
          <a:prstGeom prst="rect">
            <a:avLst/>
          </a:prstGeom>
          <a:no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Rainier, USA</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USGS</a:t>
            </a:r>
          </a:p>
        </p:txBody>
      </p:sp>
      <p:sp>
        <p:nvSpPr>
          <p:cNvPr id="8" name="TextBox 7">
            <a:extLst>
              <a:ext uri="{FF2B5EF4-FFF2-40B4-BE49-F238E27FC236}">
                <a16:creationId xmlns:a16="http://schemas.microsoft.com/office/drawing/2014/main" id="{3097011B-AF86-4CC0-8A35-052703F26CB1}"/>
              </a:ext>
            </a:extLst>
          </p:cNvPr>
          <p:cNvSpPr txBox="1"/>
          <p:nvPr/>
        </p:nvSpPr>
        <p:spPr>
          <a:xfrm>
            <a:off x="10579627" y="6336848"/>
            <a:ext cx="1144480" cy="461665"/>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Villarrica</a:t>
            </a: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Chile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SERNAGEOMIN</a:t>
            </a:r>
          </a:p>
        </p:txBody>
      </p:sp>
      <p:pic>
        <p:nvPicPr>
          <p:cNvPr id="14" name="Picture 13" descr="A picture containing computer, table, computer, covered&#10;&#10;Description automatically generated">
            <a:extLst>
              <a:ext uri="{FF2B5EF4-FFF2-40B4-BE49-F238E27FC236}">
                <a16:creationId xmlns:a16="http://schemas.microsoft.com/office/drawing/2014/main" id="{BDA26C0D-3F47-4564-94C7-D7EC5CC5E784}"/>
              </a:ext>
            </a:extLst>
          </p:cNvPr>
          <p:cNvPicPr>
            <a:picLocks noChangeAspect="1"/>
          </p:cNvPicPr>
          <p:nvPr/>
        </p:nvPicPr>
        <p:blipFill rotWithShape="1">
          <a:blip r:embed="rId3">
            <a:extLst>
              <a:ext uri="{28A0092B-C50C-407E-A947-70E740481C1C}">
                <a14:useLocalDpi xmlns:a14="http://schemas.microsoft.com/office/drawing/2010/main" val="0"/>
              </a:ext>
            </a:extLst>
          </a:blip>
          <a:srcRect r="45552"/>
          <a:stretch/>
        </p:blipFill>
        <p:spPr>
          <a:xfrm>
            <a:off x="46564" y="5242463"/>
            <a:ext cx="1568606" cy="1325217"/>
          </a:xfrm>
          <a:prstGeom prst="rect">
            <a:avLst/>
          </a:prstGeom>
        </p:spPr>
      </p:pic>
      <p:sp>
        <p:nvSpPr>
          <p:cNvPr id="16" name="TextBox 15">
            <a:extLst>
              <a:ext uri="{FF2B5EF4-FFF2-40B4-BE49-F238E27FC236}">
                <a16:creationId xmlns:a16="http://schemas.microsoft.com/office/drawing/2014/main" id="{04CA8854-F6CE-486B-ADD4-E8E44CAD7F70}"/>
              </a:ext>
            </a:extLst>
          </p:cNvPr>
          <p:cNvSpPr txBox="1"/>
          <p:nvPr/>
        </p:nvSpPr>
        <p:spPr>
          <a:xfrm>
            <a:off x="328741" y="6498423"/>
            <a:ext cx="1003801" cy="461665"/>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El Misti, Peru</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INGEMMET</a:t>
            </a:r>
          </a:p>
        </p:txBody>
      </p:sp>
      <p:pic>
        <p:nvPicPr>
          <p:cNvPr id="18436" name="Picture 4">
            <a:extLst>
              <a:ext uri="{FF2B5EF4-FFF2-40B4-BE49-F238E27FC236}">
                <a16:creationId xmlns:a16="http://schemas.microsoft.com/office/drawing/2014/main" id="{125095FF-B197-4367-A94E-A7F8039F04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1" y="1615599"/>
            <a:ext cx="1665799" cy="1410377"/>
          </a:xfrm>
          <a:prstGeom prst="rect">
            <a:avLst/>
          </a:prstGeom>
          <a:noFill/>
          <a:extLst>
            <a:ext uri="{909E8E84-426E-40DD-AFC4-6F175D3DCCD1}">
              <a14:hiddenFill xmlns:a14="http://schemas.microsoft.com/office/drawing/2010/main">
                <a:solidFill>
                  <a:srgbClr val="FFFFFF"/>
                </a:solidFill>
              </a14:hiddenFill>
            </a:ext>
          </a:extLst>
        </p:spPr>
      </p:pic>
      <p:pic>
        <p:nvPicPr>
          <p:cNvPr id="18438" name="Picture 6">
            <a:extLst>
              <a:ext uri="{FF2B5EF4-FFF2-40B4-BE49-F238E27FC236}">
                <a16:creationId xmlns:a16="http://schemas.microsoft.com/office/drawing/2014/main" id="{B292A1C0-CE8E-4AB5-9FD7-8069BAE8894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7596"/>
          <a:stretch/>
        </p:blipFill>
        <p:spPr bwMode="auto">
          <a:xfrm>
            <a:off x="65041" y="3225089"/>
            <a:ext cx="1517841" cy="1972980"/>
          </a:xfrm>
          <a:prstGeom prst="rect">
            <a:avLst/>
          </a:prstGeom>
          <a:noFill/>
          <a:extLst>
            <a:ext uri="{909E8E84-426E-40DD-AFC4-6F175D3DCCD1}">
              <a14:hiddenFill xmlns:a14="http://schemas.microsoft.com/office/drawing/2010/main">
                <a:solidFill>
                  <a:srgbClr val="FFFFFF"/>
                </a:solidFill>
              </a14:hiddenFill>
            </a:ext>
          </a:extLst>
        </p:spPr>
      </p:pic>
      <p:pic>
        <p:nvPicPr>
          <p:cNvPr id="18442" name="Picture 10">
            <a:extLst>
              <a:ext uri="{FF2B5EF4-FFF2-40B4-BE49-F238E27FC236}">
                <a16:creationId xmlns:a16="http://schemas.microsoft.com/office/drawing/2014/main" id="{812C3584-8EDE-4885-807B-87C5258D6C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161" y="-46182"/>
            <a:ext cx="1351856" cy="176169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A7420C5-3A37-4158-92B7-F86EFD38EBD3}"/>
              </a:ext>
            </a:extLst>
          </p:cNvPr>
          <p:cNvSpPr txBox="1"/>
          <p:nvPr/>
        </p:nvSpPr>
        <p:spPr>
          <a:xfrm>
            <a:off x="481898" y="1081539"/>
            <a:ext cx="944939" cy="461665"/>
          </a:xfrm>
          <a:prstGeom prst="rect">
            <a:avLst/>
          </a:prstGeom>
          <a:no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Adams, USA</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USGS</a:t>
            </a:r>
          </a:p>
        </p:txBody>
      </p:sp>
      <p:pic>
        <p:nvPicPr>
          <p:cNvPr id="18444" name="Picture 12">
            <a:extLst>
              <a:ext uri="{FF2B5EF4-FFF2-40B4-BE49-F238E27FC236}">
                <a16:creationId xmlns:a16="http://schemas.microsoft.com/office/drawing/2014/main" id="{72FE1EC7-A786-4E40-B5E5-A40517B6ED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25029" y="2615217"/>
            <a:ext cx="2041388" cy="1320098"/>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56C4CDE-1B1C-4C32-9CE1-5A2E8701A8E9}"/>
              </a:ext>
            </a:extLst>
          </p:cNvPr>
          <p:cNvSpPr txBox="1"/>
          <p:nvPr/>
        </p:nvSpPr>
        <p:spPr>
          <a:xfrm>
            <a:off x="286619" y="2832681"/>
            <a:ext cx="1184940" cy="430887"/>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Vesuvius, Italy</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Tierz</a:t>
            </a: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et al. (2017)</a:t>
            </a:r>
          </a:p>
        </p:txBody>
      </p:sp>
      <p:sp>
        <p:nvSpPr>
          <p:cNvPr id="21" name="TextBox 20">
            <a:extLst>
              <a:ext uri="{FF2B5EF4-FFF2-40B4-BE49-F238E27FC236}">
                <a16:creationId xmlns:a16="http://schemas.microsoft.com/office/drawing/2014/main" id="{F44E7D4E-C158-46EE-BCE5-06B71DA7DEF0}"/>
              </a:ext>
            </a:extLst>
          </p:cNvPr>
          <p:cNvSpPr txBox="1"/>
          <p:nvPr/>
        </p:nvSpPr>
        <p:spPr>
          <a:xfrm>
            <a:off x="138530" y="4746340"/>
            <a:ext cx="1140056" cy="430887"/>
          </a:xfrm>
          <a:prstGeom prst="rect">
            <a:avLst/>
          </a:prstGeom>
          <a:solidFill>
            <a:schemeClr val="bg1"/>
          </a:solid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Ambae</a:t>
            </a: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Vanuatu</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Govt. Vanuatu</a:t>
            </a:r>
          </a:p>
        </p:txBody>
      </p:sp>
      <p:pic>
        <p:nvPicPr>
          <p:cNvPr id="18446" name="Picture 14">
            <a:extLst>
              <a:ext uri="{FF2B5EF4-FFF2-40B4-BE49-F238E27FC236}">
                <a16:creationId xmlns:a16="http://schemas.microsoft.com/office/drawing/2014/main" id="{68FFF5C9-F2A1-4EB3-8997-1BD71646D59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60196" y="39822"/>
            <a:ext cx="1311525" cy="1855932"/>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47D3C8DB-DF6E-4A91-9C8B-BBF4B9FD09F2}"/>
              </a:ext>
            </a:extLst>
          </p:cNvPr>
          <p:cNvSpPr txBox="1"/>
          <p:nvPr/>
        </p:nvSpPr>
        <p:spPr>
          <a:xfrm>
            <a:off x="10080903" y="1891647"/>
            <a:ext cx="2253609" cy="646331"/>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Lato" panose="020F0502020204030203" pitchFamily="34" charset="0"/>
                <a:ea typeface="+mn-ea"/>
                <a:cs typeface="+mn-cs"/>
              </a:rPr>
              <a:t>Bandai, Japan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err="1">
                <a:ln>
                  <a:noFill/>
                </a:ln>
                <a:solidFill>
                  <a:srgbClr val="1A1A1A"/>
                </a:solidFill>
                <a:effectLst/>
                <a:uLnTx/>
                <a:uFillTx/>
                <a:latin typeface="Lato" panose="020F0502020204030203" pitchFamily="34" charset="0"/>
                <a:ea typeface="+mn-ea"/>
                <a:cs typeface="+mn-cs"/>
              </a:rPr>
              <a:t>Bandaisan</a:t>
            </a:r>
            <a:r>
              <a:rPr kumimoji="0" lang="en-US" sz="1200" b="0" i="0" u="none" strike="noStrike" kern="1200" cap="none" spc="0" normalizeH="0" baseline="0" noProof="0" dirty="0">
                <a:ln>
                  <a:noFill/>
                </a:ln>
                <a:solidFill>
                  <a:srgbClr val="1A1A1A"/>
                </a:solidFill>
                <a:effectLst/>
                <a:uLnTx/>
                <a:uFillTx/>
                <a:latin typeface="Lato" panose="020F0502020204030203" pitchFamily="34" charset="0"/>
                <a:ea typeface="+mn-ea"/>
                <a:cs typeface="+mn-cs"/>
              </a:rPr>
              <a:t> Volcanic Disaster Management Council</a:t>
            </a:r>
            <a:endParaRPr kumimoji="0" lang="en-US" sz="1200" b="0" i="0" u="none" strike="noStrike" kern="1200" cap="none" spc="0" normalizeH="0" baseline="0" noProof="0" dirty="0">
              <a:ln>
                <a:noFill/>
              </a:ln>
              <a:solidFill>
                <a:prstClr val="black"/>
              </a:solidFill>
              <a:effectLst/>
              <a:uLnTx/>
              <a:uFillTx/>
              <a:latin typeface="Lato" panose="020F0502020204030203" pitchFamily="34" charset="0"/>
              <a:ea typeface="+mn-ea"/>
              <a:cs typeface="+mn-cs"/>
            </a:endParaRPr>
          </a:p>
        </p:txBody>
      </p:sp>
      <p:sp>
        <p:nvSpPr>
          <p:cNvPr id="33" name="Title 6">
            <a:extLst>
              <a:ext uri="{FF2B5EF4-FFF2-40B4-BE49-F238E27FC236}">
                <a16:creationId xmlns:a16="http://schemas.microsoft.com/office/drawing/2014/main" id="{38AF86CF-2E4D-41F2-95CF-64AFE41629B5}"/>
              </a:ext>
            </a:extLst>
          </p:cNvPr>
          <p:cNvSpPr txBox="1">
            <a:spLocks/>
          </p:cNvSpPr>
          <p:nvPr/>
        </p:nvSpPr>
        <p:spPr>
          <a:xfrm>
            <a:off x="1806130" y="0"/>
            <a:ext cx="8773497" cy="1325563"/>
          </a:xfrm>
          <a:prstGeom prst="rect">
            <a:avLst/>
          </a:prstGeom>
        </p:spPr>
        <p:txBody>
          <a:bodyPr/>
          <a:lstStyle>
            <a:lvl1pPr algn="l" rtl="0" eaLnBrk="1" fontAlgn="base" hangingPunct="1">
              <a:lnSpc>
                <a:spcPct val="90000"/>
              </a:lnSpc>
              <a:spcBef>
                <a:spcPct val="0"/>
              </a:spcBef>
              <a:spcAft>
                <a:spcPct val="0"/>
              </a:spcAft>
              <a:defRPr sz="4400" kern="1200">
                <a:solidFill>
                  <a:schemeClr val="tx1"/>
                </a:solidFill>
                <a:latin typeface="Lato" panose="020F0502020204030203" pitchFamily="34" charset="0"/>
                <a:ea typeface="+mj-ea"/>
                <a:cs typeface="+mj-cs"/>
              </a:defRPr>
            </a:lvl1pPr>
            <a:lvl2pPr algn="l" rtl="0" eaLnBrk="1" fontAlgn="base" hangingPunct="1">
              <a:lnSpc>
                <a:spcPct val="90000"/>
              </a:lnSpc>
              <a:spcBef>
                <a:spcPct val="0"/>
              </a:spcBef>
              <a:spcAft>
                <a:spcPct val="0"/>
              </a:spcAft>
              <a:defRPr sz="4400">
                <a:solidFill>
                  <a:schemeClr val="tx1"/>
                </a:solidFill>
                <a:latin typeface="Lato" panose="020F0502020204030203" pitchFamily="34" charset="0"/>
              </a:defRPr>
            </a:lvl2pPr>
            <a:lvl3pPr algn="l" rtl="0" eaLnBrk="1" fontAlgn="base" hangingPunct="1">
              <a:lnSpc>
                <a:spcPct val="90000"/>
              </a:lnSpc>
              <a:spcBef>
                <a:spcPct val="0"/>
              </a:spcBef>
              <a:spcAft>
                <a:spcPct val="0"/>
              </a:spcAft>
              <a:defRPr sz="4400">
                <a:solidFill>
                  <a:schemeClr val="tx1"/>
                </a:solidFill>
                <a:latin typeface="Lato" panose="020F0502020204030203" pitchFamily="34" charset="0"/>
              </a:defRPr>
            </a:lvl3pPr>
            <a:lvl4pPr algn="l" rtl="0" eaLnBrk="1" fontAlgn="base" hangingPunct="1">
              <a:lnSpc>
                <a:spcPct val="90000"/>
              </a:lnSpc>
              <a:spcBef>
                <a:spcPct val="0"/>
              </a:spcBef>
              <a:spcAft>
                <a:spcPct val="0"/>
              </a:spcAft>
              <a:defRPr sz="4400">
                <a:solidFill>
                  <a:schemeClr val="tx1"/>
                </a:solidFill>
                <a:latin typeface="Lato" panose="020F0502020204030203" pitchFamily="34" charset="0"/>
              </a:defRPr>
            </a:lvl4pPr>
            <a:lvl5pPr algn="l" rtl="0" eaLnBrk="1" fontAlgn="base" hangingPunct="1">
              <a:lnSpc>
                <a:spcPct val="90000"/>
              </a:lnSpc>
              <a:spcBef>
                <a:spcPct val="0"/>
              </a:spcBef>
              <a:spcAft>
                <a:spcPct val="0"/>
              </a:spcAft>
              <a:defRPr sz="4400">
                <a:solidFill>
                  <a:schemeClr val="tx1"/>
                </a:solidFill>
                <a:latin typeface="Lato" panose="020F0502020204030203" pitchFamily="34" charset="0"/>
              </a:defRPr>
            </a:lvl5pPr>
            <a:lvl6pPr marL="457200" algn="l" rtl="0" eaLnBrk="1" fontAlgn="base" hangingPunct="1">
              <a:lnSpc>
                <a:spcPct val="90000"/>
              </a:lnSpc>
              <a:spcBef>
                <a:spcPct val="0"/>
              </a:spcBef>
              <a:spcAft>
                <a:spcPct val="0"/>
              </a:spcAft>
              <a:defRPr sz="4400">
                <a:solidFill>
                  <a:schemeClr val="tx1"/>
                </a:solidFill>
                <a:latin typeface="Lato" panose="020F0502020204030203" pitchFamily="34" charset="0"/>
              </a:defRPr>
            </a:lvl6pPr>
            <a:lvl7pPr marL="914400" algn="l" rtl="0" eaLnBrk="1" fontAlgn="base" hangingPunct="1">
              <a:lnSpc>
                <a:spcPct val="90000"/>
              </a:lnSpc>
              <a:spcBef>
                <a:spcPct val="0"/>
              </a:spcBef>
              <a:spcAft>
                <a:spcPct val="0"/>
              </a:spcAft>
              <a:defRPr sz="4400">
                <a:solidFill>
                  <a:schemeClr val="tx1"/>
                </a:solidFill>
                <a:latin typeface="Lato" panose="020F0502020204030203" pitchFamily="34" charset="0"/>
              </a:defRPr>
            </a:lvl7pPr>
            <a:lvl8pPr marL="1371600" algn="l" rtl="0" eaLnBrk="1" fontAlgn="base" hangingPunct="1">
              <a:lnSpc>
                <a:spcPct val="90000"/>
              </a:lnSpc>
              <a:spcBef>
                <a:spcPct val="0"/>
              </a:spcBef>
              <a:spcAft>
                <a:spcPct val="0"/>
              </a:spcAft>
              <a:defRPr sz="4400">
                <a:solidFill>
                  <a:schemeClr val="tx1"/>
                </a:solidFill>
                <a:latin typeface="Lato" panose="020F0502020204030203" pitchFamily="34" charset="0"/>
              </a:defRPr>
            </a:lvl8pPr>
            <a:lvl9pPr marL="1828800" algn="l" rtl="0" eaLnBrk="1" fontAlgn="base" hangingPunct="1">
              <a:lnSpc>
                <a:spcPct val="90000"/>
              </a:lnSpc>
              <a:spcBef>
                <a:spcPct val="0"/>
              </a:spcBef>
              <a:spcAft>
                <a:spcPct val="0"/>
              </a:spcAft>
              <a:defRPr sz="4400">
                <a:solidFill>
                  <a:schemeClr val="tx1"/>
                </a:solidFill>
                <a:latin typeface="Lato" panose="020F0502020204030203"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Lato" panose="020F0502020204030203" pitchFamily="34" charset="0"/>
                <a:ea typeface="+mj-ea"/>
                <a:cs typeface="+mj-cs"/>
              </a:rPr>
              <a:t>Design elements: Map publication format</a:t>
            </a:r>
          </a:p>
        </p:txBody>
      </p:sp>
      <p:pic>
        <p:nvPicPr>
          <p:cNvPr id="7" name="Picture 6" descr="Chart&#10;&#10;Description automatically generated">
            <a:extLst>
              <a:ext uri="{FF2B5EF4-FFF2-40B4-BE49-F238E27FC236}">
                <a16:creationId xmlns:a16="http://schemas.microsoft.com/office/drawing/2014/main" id="{5A4BABFC-B1DE-40AE-8539-683D46DFDA5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41919" y="572743"/>
            <a:ext cx="8181342" cy="6225770"/>
          </a:xfrm>
          <a:prstGeom prst="rect">
            <a:avLst/>
          </a:prstGeom>
        </p:spPr>
      </p:pic>
    </p:spTree>
    <p:extLst>
      <p:ext uri="{BB962C8B-B14F-4D97-AF65-F5344CB8AC3E}">
        <p14:creationId xmlns:p14="http://schemas.microsoft.com/office/powerpoint/2010/main" val="1562773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2B4D2FD-0421-4CFE-ACEC-2EDFAF1CD3F1}"/>
              </a:ext>
            </a:extLst>
          </p:cNvPr>
          <p:cNvSpPr txBox="1">
            <a:spLocks/>
          </p:cNvSpPr>
          <p:nvPr/>
        </p:nvSpPr>
        <p:spPr>
          <a:xfrm>
            <a:off x="2829083" y="86287"/>
            <a:ext cx="6851142" cy="994172"/>
          </a:xfrm>
          <a:prstGeom prst="rect">
            <a:avLst/>
          </a:prstGeom>
        </p:spPr>
        <p:txBody>
          <a:bodyPr/>
          <a:lstStyle>
            <a:lvl1pPr algn="l" rtl="0" eaLnBrk="1" fontAlgn="base" hangingPunct="1">
              <a:lnSpc>
                <a:spcPct val="90000"/>
              </a:lnSpc>
              <a:spcBef>
                <a:spcPct val="0"/>
              </a:spcBef>
              <a:spcAft>
                <a:spcPct val="0"/>
              </a:spcAft>
              <a:defRPr sz="4400" kern="1200">
                <a:solidFill>
                  <a:schemeClr val="tx1"/>
                </a:solidFill>
                <a:latin typeface="Lato" panose="020F0502020204030203" pitchFamily="34" charset="0"/>
                <a:ea typeface="+mj-ea"/>
                <a:cs typeface="+mj-cs"/>
              </a:defRPr>
            </a:lvl1pPr>
            <a:lvl2pPr algn="l" rtl="0" eaLnBrk="1" fontAlgn="base" hangingPunct="1">
              <a:lnSpc>
                <a:spcPct val="90000"/>
              </a:lnSpc>
              <a:spcBef>
                <a:spcPct val="0"/>
              </a:spcBef>
              <a:spcAft>
                <a:spcPct val="0"/>
              </a:spcAft>
              <a:defRPr sz="4400">
                <a:solidFill>
                  <a:schemeClr val="tx1"/>
                </a:solidFill>
                <a:latin typeface="Lato" panose="020F0502020204030203" pitchFamily="34" charset="0"/>
              </a:defRPr>
            </a:lvl2pPr>
            <a:lvl3pPr algn="l" rtl="0" eaLnBrk="1" fontAlgn="base" hangingPunct="1">
              <a:lnSpc>
                <a:spcPct val="90000"/>
              </a:lnSpc>
              <a:spcBef>
                <a:spcPct val="0"/>
              </a:spcBef>
              <a:spcAft>
                <a:spcPct val="0"/>
              </a:spcAft>
              <a:defRPr sz="4400">
                <a:solidFill>
                  <a:schemeClr val="tx1"/>
                </a:solidFill>
                <a:latin typeface="Lato" panose="020F0502020204030203" pitchFamily="34" charset="0"/>
              </a:defRPr>
            </a:lvl3pPr>
            <a:lvl4pPr algn="l" rtl="0" eaLnBrk="1" fontAlgn="base" hangingPunct="1">
              <a:lnSpc>
                <a:spcPct val="90000"/>
              </a:lnSpc>
              <a:spcBef>
                <a:spcPct val="0"/>
              </a:spcBef>
              <a:spcAft>
                <a:spcPct val="0"/>
              </a:spcAft>
              <a:defRPr sz="4400">
                <a:solidFill>
                  <a:schemeClr val="tx1"/>
                </a:solidFill>
                <a:latin typeface="Lato" panose="020F0502020204030203" pitchFamily="34" charset="0"/>
              </a:defRPr>
            </a:lvl4pPr>
            <a:lvl5pPr algn="l" rtl="0" eaLnBrk="1" fontAlgn="base" hangingPunct="1">
              <a:lnSpc>
                <a:spcPct val="90000"/>
              </a:lnSpc>
              <a:spcBef>
                <a:spcPct val="0"/>
              </a:spcBef>
              <a:spcAft>
                <a:spcPct val="0"/>
              </a:spcAft>
              <a:defRPr sz="4400">
                <a:solidFill>
                  <a:schemeClr val="tx1"/>
                </a:solidFill>
                <a:latin typeface="Lato" panose="020F0502020204030203" pitchFamily="34" charset="0"/>
              </a:defRPr>
            </a:lvl5pPr>
            <a:lvl6pPr marL="457200" algn="l" rtl="0" eaLnBrk="1" fontAlgn="base" hangingPunct="1">
              <a:lnSpc>
                <a:spcPct val="90000"/>
              </a:lnSpc>
              <a:spcBef>
                <a:spcPct val="0"/>
              </a:spcBef>
              <a:spcAft>
                <a:spcPct val="0"/>
              </a:spcAft>
              <a:defRPr sz="4400">
                <a:solidFill>
                  <a:schemeClr val="tx1"/>
                </a:solidFill>
                <a:latin typeface="Lato" panose="020F0502020204030203" pitchFamily="34" charset="0"/>
              </a:defRPr>
            </a:lvl6pPr>
            <a:lvl7pPr marL="914400" algn="l" rtl="0" eaLnBrk="1" fontAlgn="base" hangingPunct="1">
              <a:lnSpc>
                <a:spcPct val="90000"/>
              </a:lnSpc>
              <a:spcBef>
                <a:spcPct val="0"/>
              </a:spcBef>
              <a:spcAft>
                <a:spcPct val="0"/>
              </a:spcAft>
              <a:defRPr sz="4400">
                <a:solidFill>
                  <a:schemeClr val="tx1"/>
                </a:solidFill>
                <a:latin typeface="Lato" panose="020F0502020204030203" pitchFamily="34" charset="0"/>
              </a:defRPr>
            </a:lvl7pPr>
            <a:lvl8pPr marL="1371600" algn="l" rtl="0" eaLnBrk="1" fontAlgn="base" hangingPunct="1">
              <a:lnSpc>
                <a:spcPct val="90000"/>
              </a:lnSpc>
              <a:spcBef>
                <a:spcPct val="0"/>
              </a:spcBef>
              <a:spcAft>
                <a:spcPct val="0"/>
              </a:spcAft>
              <a:defRPr sz="4400">
                <a:solidFill>
                  <a:schemeClr val="tx1"/>
                </a:solidFill>
                <a:latin typeface="Lato" panose="020F0502020204030203" pitchFamily="34" charset="0"/>
              </a:defRPr>
            </a:lvl8pPr>
            <a:lvl9pPr marL="1828800" algn="l" rtl="0" eaLnBrk="1" fontAlgn="base" hangingPunct="1">
              <a:lnSpc>
                <a:spcPct val="90000"/>
              </a:lnSpc>
              <a:spcBef>
                <a:spcPct val="0"/>
              </a:spcBef>
              <a:spcAft>
                <a:spcPct val="0"/>
              </a:spcAft>
              <a:defRPr sz="4400">
                <a:solidFill>
                  <a:schemeClr val="tx1"/>
                </a:solidFill>
                <a:latin typeface="Lato" panose="020F0502020204030203" pitchFamily="34" charset="0"/>
              </a:defRPr>
            </a:lvl9pPr>
          </a:lstStyle>
          <a:p>
            <a:r>
              <a:rPr lang="en-US" sz="2700" dirty="0"/>
              <a:t>Design elements: </a:t>
            </a:r>
            <a:r>
              <a:rPr lang="en-US" sz="2700" dirty="0" err="1"/>
              <a:t>basemaps</a:t>
            </a:r>
            <a:r>
              <a:rPr lang="en-US" sz="2700" dirty="0"/>
              <a:t> and overlays</a:t>
            </a:r>
          </a:p>
        </p:txBody>
      </p:sp>
      <p:pic>
        <p:nvPicPr>
          <p:cNvPr id="3" name="Picture 2" descr="A picture containing map&#10;&#10;Description automatically generated">
            <a:extLst>
              <a:ext uri="{FF2B5EF4-FFF2-40B4-BE49-F238E27FC236}">
                <a16:creationId xmlns:a16="http://schemas.microsoft.com/office/drawing/2014/main" id="{F21DB963-3B75-D430-ADCE-796D55D7A3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055" y="681566"/>
            <a:ext cx="6888041" cy="5740033"/>
          </a:xfrm>
          <a:prstGeom prst="rect">
            <a:avLst/>
          </a:prstGeom>
        </p:spPr>
      </p:pic>
      <p:sp>
        <p:nvSpPr>
          <p:cNvPr id="4" name="TextBox 3">
            <a:extLst>
              <a:ext uri="{FF2B5EF4-FFF2-40B4-BE49-F238E27FC236}">
                <a16:creationId xmlns:a16="http://schemas.microsoft.com/office/drawing/2014/main" id="{51C47805-557B-AD3D-F576-A6464042874C}"/>
              </a:ext>
            </a:extLst>
          </p:cNvPr>
          <p:cNvSpPr txBox="1"/>
          <p:nvPr/>
        </p:nvSpPr>
        <p:spPr>
          <a:xfrm>
            <a:off x="7212066" y="583374"/>
            <a:ext cx="3399605" cy="5740033"/>
          </a:xfrm>
          <a:prstGeom prst="rect">
            <a:avLst/>
          </a:prstGeom>
          <a:noFill/>
        </p:spPr>
        <p:txBody>
          <a:bodyPr wrap="square">
            <a:spAutoFit/>
          </a:bodyPr>
          <a:lstStyle/>
          <a:p>
            <a:pPr marL="214313" indent="-214313">
              <a:spcBef>
                <a:spcPts val="900"/>
              </a:spcBef>
              <a:buFont typeface="Arial" panose="020B0604020202020204" pitchFamily="34" charset="0"/>
              <a:buChar char="•"/>
            </a:pPr>
            <a:r>
              <a:rPr lang="en-US" sz="1600" dirty="0" err="1">
                <a:solidFill>
                  <a:srgbClr val="1A1A1A"/>
                </a:solidFill>
                <a:latin typeface="Lato" panose="020F0502020204030203" pitchFamily="34" charset="0"/>
              </a:rPr>
              <a:t>Hillshade</a:t>
            </a:r>
            <a:r>
              <a:rPr lang="en-US" sz="1600" dirty="0">
                <a:solidFill>
                  <a:srgbClr val="1A1A1A"/>
                </a:solidFill>
                <a:latin typeface="Lato" panose="020F0502020204030203" pitchFamily="34" charset="0"/>
              </a:rPr>
              <a:t> DEMs are the most common basemap used by volcanic hazard maps in the database (44%). </a:t>
            </a:r>
          </a:p>
          <a:p>
            <a:pPr marL="214313" indent="-214313">
              <a:spcBef>
                <a:spcPts val="900"/>
              </a:spcBef>
              <a:buFont typeface="Arial" panose="020B0604020202020204" pitchFamily="34" charset="0"/>
              <a:buChar char="•"/>
            </a:pPr>
            <a:r>
              <a:rPr lang="en-US" sz="1600" dirty="0">
                <a:solidFill>
                  <a:srgbClr val="1A1A1A"/>
                </a:solidFill>
                <a:latin typeface="Lato" panose="020F0502020204030203" pitchFamily="34" charset="0"/>
              </a:rPr>
              <a:t>Studies have shown that </a:t>
            </a:r>
            <a:r>
              <a:rPr lang="en-US" sz="1600" dirty="0" err="1">
                <a:solidFill>
                  <a:srgbClr val="1A1A1A"/>
                </a:solidFill>
                <a:latin typeface="Lato" panose="020F0502020204030203" pitchFamily="34" charset="0"/>
              </a:rPr>
              <a:t>hillshade</a:t>
            </a:r>
            <a:r>
              <a:rPr lang="en-US" sz="1600" dirty="0">
                <a:solidFill>
                  <a:srgbClr val="1A1A1A"/>
                </a:solidFill>
                <a:latin typeface="Lato" panose="020F0502020204030203" pitchFamily="34" charset="0"/>
              </a:rPr>
              <a:t> maps are much more intuitive for topography interpretation than contour maps (</a:t>
            </a:r>
            <a:r>
              <a:rPr lang="en-US" sz="1600" dirty="0" err="1">
                <a:solidFill>
                  <a:srgbClr val="0063A5"/>
                </a:solidFill>
                <a:latin typeface="Lato" panose="020F0502020204030203" pitchFamily="34" charset="0"/>
                <a:hlinkClick r:id="rId3"/>
              </a:rPr>
              <a:t>Haugerud</a:t>
            </a:r>
            <a:r>
              <a:rPr lang="en-US" sz="1600" dirty="0">
                <a:solidFill>
                  <a:srgbClr val="0063A5"/>
                </a:solidFill>
                <a:latin typeface="Lato" panose="020F0502020204030203" pitchFamily="34" charset="0"/>
                <a:hlinkClick r:id="rId3"/>
              </a:rPr>
              <a:t> &amp; Greenberg 1998</a:t>
            </a:r>
            <a:r>
              <a:rPr lang="en-US" sz="1600" dirty="0">
                <a:solidFill>
                  <a:srgbClr val="1A1A1A"/>
                </a:solidFill>
                <a:latin typeface="Lato" panose="020F0502020204030203" pitchFamily="34" charset="0"/>
              </a:rPr>
              <a:t>; </a:t>
            </a:r>
            <a:r>
              <a:rPr lang="en-US" sz="1600" dirty="0" err="1">
                <a:solidFill>
                  <a:srgbClr val="0063A5"/>
                </a:solidFill>
                <a:latin typeface="Lato" panose="020F0502020204030203" pitchFamily="34" charset="0"/>
                <a:hlinkClick r:id="rId4"/>
              </a:rPr>
              <a:t>Konnelly</a:t>
            </a:r>
            <a:r>
              <a:rPr lang="en-US" sz="1600" dirty="0">
                <a:solidFill>
                  <a:srgbClr val="0063A5"/>
                </a:solidFill>
                <a:latin typeface="Lato" panose="020F0502020204030203" pitchFamily="34" charset="0"/>
                <a:hlinkClick r:id="rId4"/>
              </a:rPr>
              <a:t> 2002</a:t>
            </a:r>
            <a:r>
              <a:rPr lang="en-US" sz="1600" dirty="0">
                <a:solidFill>
                  <a:srgbClr val="1A1A1A"/>
                </a:solidFill>
                <a:latin typeface="Lato" panose="020F0502020204030203" pitchFamily="34" charset="0"/>
              </a:rPr>
              <a:t>). Contour maps require specialized training to interpret and are not intuitive for the general public</a:t>
            </a:r>
          </a:p>
          <a:p>
            <a:pPr marL="214313" indent="-214313">
              <a:spcBef>
                <a:spcPts val="900"/>
              </a:spcBef>
              <a:buFont typeface="Arial" panose="020B0604020202020204" pitchFamily="34" charset="0"/>
              <a:buChar char="•"/>
            </a:pPr>
            <a:r>
              <a:rPr lang="en-US" sz="1600" dirty="0">
                <a:solidFill>
                  <a:srgbClr val="1A1A1A"/>
                </a:solidFill>
                <a:latin typeface="Lato" panose="020F0502020204030203" pitchFamily="34" charset="0"/>
              </a:rPr>
              <a:t>Research has shown that satellite images or photographs are particularly easy for the general public to interpret (</a:t>
            </a:r>
            <a:r>
              <a:rPr lang="en-US" sz="1600" dirty="0">
                <a:solidFill>
                  <a:srgbClr val="0063A5"/>
                </a:solidFill>
                <a:latin typeface="Lato" panose="020F0502020204030203" pitchFamily="34" charset="0"/>
                <a:hlinkClick r:id="rId5"/>
              </a:rPr>
              <a:t>Haynes et al. 2007</a:t>
            </a:r>
            <a:r>
              <a:rPr lang="en-US" sz="1600" dirty="0">
                <a:solidFill>
                  <a:srgbClr val="1A1A1A"/>
                </a:solidFill>
                <a:latin typeface="Lato" panose="020F0502020204030203" pitchFamily="34" charset="0"/>
              </a:rPr>
              <a:t>). However, it may be difficult to layer hazard zone and other information on photographs without the map becoming cluttered or obscuring the photographic base.</a:t>
            </a:r>
          </a:p>
        </p:txBody>
      </p:sp>
    </p:spTree>
    <p:extLst>
      <p:ext uri="{BB962C8B-B14F-4D97-AF65-F5344CB8AC3E}">
        <p14:creationId xmlns:p14="http://schemas.microsoft.com/office/powerpoint/2010/main" val="2789270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EBB3068C-4A52-4D3C-B586-4AC8F52386EA}"/>
              </a:ext>
            </a:extLst>
          </p:cNvPr>
          <p:cNvSpPr txBox="1">
            <a:spLocks/>
          </p:cNvSpPr>
          <p:nvPr/>
        </p:nvSpPr>
        <p:spPr>
          <a:xfrm>
            <a:off x="1653310" y="0"/>
            <a:ext cx="8885381" cy="1325563"/>
          </a:xfrm>
          <a:prstGeom prst="rect">
            <a:avLst/>
          </a:prstGeom>
        </p:spPr>
        <p:txBody>
          <a:bodyPr/>
          <a:lstStyle>
            <a:lvl1pPr algn="l" rtl="0" eaLnBrk="1" fontAlgn="base" hangingPunct="1">
              <a:lnSpc>
                <a:spcPct val="90000"/>
              </a:lnSpc>
              <a:spcBef>
                <a:spcPct val="0"/>
              </a:spcBef>
              <a:spcAft>
                <a:spcPct val="0"/>
              </a:spcAft>
              <a:defRPr sz="4400" kern="1200">
                <a:solidFill>
                  <a:schemeClr val="tx1"/>
                </a:solidFill>
                <a:latin typeface="Lato" panose="020F0502020204030203" pitchFamily="34" charset="0"/>
                <a:ea typeface="+mj-ea"/>
                <a:cs typeface="+mj-cs"/>
              </a:defRPr>
            </a:lvl1pPr>
            <a:lvl2pPr algn="l" rtl="0" eaLnBrk="1" fontAlgn="base" hangingPunct="1">
              <a:lnSpc>
                <a:spcPct val="90000"/>
              </a:lnSpc>
              <a:spcBef>
                <a:spcPct val="0"/>
              </a:spcBef>
              <a:spcAft>
                <a:spcPct val="0"/>
              </a:spcAft>
              <a:defRPr sz="4400">
                <a:solidFill>
                  <a:schemeClr val="tx1"/>
                </a:solidFill>
                <a:latin typeface="Lato" panose="020F0502020204030203" pitchFamily="34" charset="0"/>
              </a:defRPr>
            </a:lvl2pPr>
            <a:lvl3pPr algn="l" rtl="0" eaLnBrk="1" fontAlgn="base" hangingPunct="1">
              <a:lnSpc>
                <a:spcPct val="90000"/>
              </a:lnSpc>
              <a:spcBef>
                <a:spcPct val="0"/>
              </a:spcBef>
              <a:spcAft>
                <a:spcPct val="0"/>
              </a:spcAft>
              <a:defRPr sz="4400">
                <a:solidFill>
                  <a:schemeClr val="tx1"/>
                </a:solidFill>
                <a:latin typeface="Lato" panose="020F0502020204030203" pitchFamily="34" charset="0"/>
              </a:defRPr>
            </a:lvl3pPr>
            <a:lvl4pPr algn="l" rtl="0" eaLnBrk="1" fontAlgn="base" hangingPunct="1">
              <a:lnSpc>
                <a:spcPct val="90000"/>
              </a:lnSpc>
              <a:spcBef>
                <a:spcPct val="0"/>
              </a:spcBef>
              <a:spcAft>
                <a:spcPct val="0"/>
              </a:spcAft>
              <a:defRPr sz="4400">
                <a:solidFill>
                  <a:schemeClr val="tx1"/>
                </a:solidFill>
                <a:latin typeface="Lato" panose="020F0502020204030203" pitchFamily="34" charset="0"/>
              </a:defRPr>
            </a:lvl4pPr>
            <a:lvl5pPr algn="l" rtl="0" eaLnBrk="1" fontAlgn="base" hangingPunct="1">
              <a:lnSpc>
                <a:spcPct val="90000"/>
              </a:lnSpc>
              <a:spcBef>
                <a:spcPct val="0"/>
              </a:spcBef>
              <a:spcAft>
                <a:spcPct val="0"/>
              </a:spcAft>
              <a:defRPr sz="4400">
                <a:solidFill>
                  <a:schemeClr val="tx1"/>
                </a:solidFill>
                <a:latin typeface="Lato" panose="020F0502020204030203" pitchFamily="34" charset="0"/>
              </a:defRPr>
            </a:lvl5pPr>
            <a:lvl6pPr marL="457200" algn="l" rtl="0" eaLnBrk="1" fontAlgn="base" hangingPunct="1">
              <a:lnSpc>
                <a:spcPct val="90000"/>
              </a:lnSpc>
              <a:spcBef>
                <a:spcPct val="0"/>
              </a:spcBef>
              <a:spcAft>
                <a:spcPct val="0"/>
              </a:spcAft>
              <a:defRPr sz="4400">
                <a:solidFill>
                  <a:schemeClr val="tx1"/>
                </a:solidFill>
                <a:latin typeface="Lato" panose="020F0502020204030203" pitchFamily="34" charset="0"/>
              </a:defRPr>
            </a:lvl6pPr>
            <a:lvl7pPr marL="914400" algn="l" rtl="0" eaLnBrk="1" fontAlgn="base" hangingPunct="1">
              <a:lnSpc>
                <a:spcPct val="90000"/>
              </a:lnSpc>
              <a:spcBef>
                <a:spcPct val="0"/>
              </a:spcBef>
              <a:spcAft>
                <a:spcPct val="0"/>
              </a:spcAft>
              <a:defRPr sz="4400">
                <a:solidFill>
                  <a:schemeClr val="tx1"/>
                </a:solidFill>
                <a:latin typeface="Lato" panose="020F0502020204030203" pitchFamily="34" charset="0"/>
              </a:defRPr>
            </a:lvl7pPr>
            <a:lvl8pPr marL="1371600" algn="l" rtl="0" eaLnBrk="1" fontAlgn="base" hangingPunct="1">
              <a:lnSpc>
                <a:spcPct val="90000"/>
              </a:lnSpc>
              <a:spcBef>
                <a:spcPct val="0"/>
              </a:spcBef>
              <a:spcAft>
                <a:spcPct val="0"/>
              </a:spcAft>
              <a:defRPr sz="4400">
                <a:solidFill>
                  <a:schemeClr val="tx1"/>
                </a:solidFill>
                <a:latin typeface="Lato" panose="020F0502020204030203" pitchFamily="34" charset="0"/>
              </a:defRPr>
            </a:lvl8pPr>
            <a:lvl9pPr marL="1828800" algn="l" rtl="0" eaLnBrk="1" fontAlgn="base" hangingPunct="1">
              <a:lnSpc>
                <a:spcPct val="90000"/>
              </a:lnSpc>
              <a:spcBef>
                <a:spcPct val="0"/>
              </a:spcBef>
              <a:spcAft>
                <a:spcPct val="0"/>
              </a:spcAft>
              <a:defRPr sz="4400">
                <a:solidFill>
                  <a:schemeClr val="tx1"/>
                </a:solidFill>
                <a:latin typeface="Lato" panose="020F0502020204030203"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Lato" panose="020F0502020204030203" pitchFamily="34" charset="0"/>
                <a:ea typeface="+mj-ea"/>
                <a:cs typeface="+mj-cs"/>
              </a:rPr>
              <a:t>Design elements: map view/dimensionality</a:t>
            </a:r>
          </a:p>
        </p:txBody>
      </p:sp>
      <p:pic>
        <p:nvPicPr>
          <p:cNvPr id="7" name="Picture 6">
            <a:extLst>
              <a:ext uri="{FF2B5EF4-FFF2-40B4-BE49-F238E27FC236}">
                <a16:creationId xmlns:a16="http://schemas.microsoft.com/office/drawing/2014/main" id="{7F70D082-9001-4FCC-B4B8-FF33627A4B5A}"/>
              </a:ext>
            </a:extLst>
          </p:cNvPr>
          <p:cNvPicPr>
            <a:picLocks noChangeAspect="1"/>
          </p:cNvPicPr>
          <p:nvPr/>
        </p:nvPicPr>
        <p:blipFill>
          <a:blip r:embed="rId2"/>
          <a:stretch>
            <a:fillRect/>
          </a:stretch>
        </p:blipFill>
        <p:spPr>
          <a:xfrm>
            <a:off x="1565746" y="826799"/>
            <a:ext cx="8722044" cy="3481877"/>
          </a:xfrm>
          <a:prstGeom prst="rect">
            <a:avLst/>
          </a:prstGeom>
        </p:spPr>
      </p:pic>
      <p:pic>
        <p:nvPicPr>
          <p:cNvPr id="9" name="Picture 8" descr="A picture containing computer, table, computer, covered&#10;&#10;Description automatically generated">
            <a:extLst>
              <a:ext uri="{FF2B5EF4-FFF2-40B4-BE49-F238E27FC236}">
                <a16:creationId xmlns:a16="http://schemas.microsoft.com/office/drawing/2014/main" id="{E4BBCF07-01C4-475D-9EC5-0C4BB6D1DA83}"/>
              </a:ext>
            </a:extLst>
          </p:cNvPr>
          <p:cNvPicPr>
            <a:picLocks noChangeAspect="1"/>
          </p:cNvPicPr>
          <p:nvPr/>
        </p:nvPicPr>
        <p:blipFill rotWithShape="1">
          <a:blip r:embed="rId3">
            <a:extLst>
              <a:ext uri="{28A0092B-C50C-407E-A947-70E740481C1C}">
                <a14:useLocalDpi xmlns:a14="http://schemas.microsoft.com/office/drawing/2010/main" val="0"/>
              </a:ext>
            </a:extLst>
          </a:blip>
          <a:srcRect r="45552"/>
          <a:stretch/>
        </p:blipFill>
        <p:spPr>
          <a:xfrm>
            <a:off x="4803697" y="4393521"/>
            <a:ext cx="2336012" cy="1973550"/>
          </a:xfrm>
          <a:prstGeom prst="rect">
            <a:avLst/>
          </a:prstGeom>
        </p:spPr>
      </p:pic>
      <p:sp>
        <p:nvSpPr>
          <p:cNvPr id="11" name="TextBox 10">
            <a:extLst>
              <a:ext uri="{FF2B5EF4-FFF2-40B4-BE49-F238E27FC236}">
                <a16:creationId xmlns:a16="http://schemas.microsoft.com/office/drawing/2014/main" id="{04BF6A59-4A6C-4C3D-B426-743ACAEB54BA}"/>
              </a:ext>
            </a:extLst>
          </p:cNvPr>
          <p:cNvSpPr txBox="1"/>
          <p:nvPr/>
        </p:nvSpPr>
        <p:spPr>
          <a:xfrm>
            <a:off x="5415120" y="6367071"/>
            <a:ext cx="1142492" cy="523220"/>
          </a:xfrm>
          <a:prstGeom prst="rect">
            <a:avLst/>
          </a:prstGeom>
          <a:no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El Misti, Peru</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INGEMMET</a:t>
            </a:r>
          </a:p>
        </p:txBody>
      </p:sp>
      <p:pic>
        <p:nvPicPr>
          <p:cNvPr id="13" name="Picture 10">
            <a:extLst>
              <a:ext uri="{FF2B5EF4-FFF2-40B4-BE49-F238E27FC236}">
                <a16:creationId xmlns:a16="http://schemas.microsoft.com/office/drawing/2014/main" id="{FB334966-8AF2-4FE5-9BEE-207F1C8467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8061" y="4393521"/>
            <a:ext cx="1801090" cy="234712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B354BB8-29D9-4717-B776-3DC9D3C45F6D}"/>
              </a:ext>
            </a:extLst>
          </p:cNvPr>
          <p:cNvSpPr txBox="1"/>
          <p:nvPr/>
        </p:nvSpPr>
        <p:spPr>
          <a:xfrm>
            <a:off x="2125376" y="6550079"/>
            <a:ext cx="1547218" cy="307777"/>
          </a:xfrm>
          <a:prstGeom prst="rect">
            <a:avLst/>
          </a:prstGeom>
          <a:no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Adams, USA, USGS</a:t>
            </a:r>
          </a:p>
        </p:txBody>
      </p:sp>
      <p:pic>
        <p:nvPicPr>
          <p:cNvPr id="19458" name="Picture 2">
            <a:extLst>
              <a:ext uri="{FF2B5EF4-FFF2-40B4-BE49-F238E27FC236}">
                <a16:creationId xmlns:a16="http://schemas.microsoft.com/office/drawing/2014/main" id="{7F74FC0F-F193-4937-A3FF-6A507C62186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53392"/>
          <a:stretch/>
        </p:blipFill>
        <p:spPr bwMode="auto">
          <a:xfrm>
            <a:off x="7378712" y="4393521"/>
            <a:ext cx="3159979" cy="197355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6BAB7CAE-764A-4FF2-A75C-1BA4F9ACA25B}"/>
              </a:ext>
            </a:extLst>
          </p:cNvPr>
          <p:cNvSpPr txBox="1"/>
          <p:nvPr/>
        </p:nvSpPr>
        <p:spPr>
          <a:xfrm>
            <a:off x="8495447" y="6367071"/>
            <a:ext cx="1146468" cy="52322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Lascar, Chile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Bertin</a:t>
            </a: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(2017)</a:t>
            </a:r>
          </a:p>
        </p:txBody>
      </p:sp>
    </p:spTree>
    <p:extLst>
      <p:ext uri="{BB962C8B-B14F-4D97-AF65-F5344CB8AC3E}">
        <p14:creationId xmlns:p14="http://schemas.microsoft.com/office/powerpoint/2010/main" val="627424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2952" y="281053"/>
            <a:ext cx="4556790" cy="64081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4" name="Picture 3" descr="Poster_Turo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7745" y="281054"/>
            <a:ext cx="4556790" cy="637653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spTree>
    <p:extLst>
      <p:ext uri="{BB962C8B-B14F-4D97-AF65-F5344CB8AC3E}">
        <p14:creationId xmlns:p14="http://schemas.microsoft.com/office/powerpoint/2010/main" val="894537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5455" y="0"/>
            <a:ext cx="9785882" cy="6858000"/>
          </a:xfrm>
          <a:prstGeom prst="rect">
            <a:avLst/>
          </a:prstGeom>
        </p:spPr>
      </p:pic>
    </p:spTree>
    <p:extLst>
      <p:ext uri="{BB962C8B-B14F-4D97-AF65-F5344CB8AC3E}">
        <p14:creationId xmlns:p14="http://schemas.microsoft.com/office/powerpoint/2010/main" val="23423533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9"/>
          <p:cNvPicPr>
            <a:picLocks noChangeAspect="1" noChangeArrowheads="1"/>
          </p:cNvPicPr>
          <p:nvPr/>
        </p:nvPicPr>
        <p:blipFill rotWithShape="1">
          <a:blip r:embed="rId2">
            <a:extLst>
              <a:ext uri="{28A0092B-C50C-407E-A947-70E740481C1C}">
                <a14:useLocalDpi xmlns:a14="http://schemas.microsoft.com/office/drawing/2010/main" val="0"/>
              </a:ext>
            </a:extLst>
          </a:blip>
          <a:srcRect b="53798"/>
          <a:stretch/>
        </p:blipFill>
        <p:spPr bwMode="auto">
          <a:xfrm>
            <a:off x="1318387" y="0"/>
            <a:ext cx="9907646" cy="6492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0825585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02475" y="-215554"/>
            <a:ext cx="10515600" cy="1325563"/>
          </a:xfrm>
        </p:spPr>
        <p:txBody>
          <a:bodyPr/>
          <a:lstStyle/>
          <a:p>
            <a:r>
              <a:rPr lang="en-US" dirty="0"/>
              <a:t>Dimensionality and base-maps</a:t>
            </a:r>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9082" y="981892"/>
            <a:ext cx="4607605" cy="420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3881" y="981892"/>
            <a:ext cx="3148436" cy="399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323634" y="5210290"/>
            <a:ext cx="8676551" cy="584775"/>
          </a:xfrm>
          <a:prstGeom prst="rect">
            <a:avLst/>
          </a:prstGeom>
        </p:spPr>
        <p:txBody>
          <a:bodyPr wrap="square">
            <a:spAutoFit/>
          </a:bodyPr>
          <a:lstStyle/>
          <a:p>
            <a:r>
              <a:rPr lang="en-US" sz="1600" dirty="0"/>
              <a:t>Haynes, K., Barclay, J., and Pidgeon, N. 2007. Volcanic hazard communication using maps: an evaluation of their effectiveness. Bulletin of Volcanology, 70: 123-138.</a:t>
            </a:r>
          </a:p>
        </p:txBody>
      </p:sp>
      <p:sp>
        <p:nvSpPr>
          <p:cNvPr id="5" name="TextBox 4">
            <a:extLst>
              <a:ext uri="{FF2B5EF4-FFF2-40B4-BE49-F238E27FC236}">
                <a16:creationId xmlns:a16="http://schemas.microsoft.com/office/drawing/2014/main" id="{D6915854-9F8E-0412-586F-42960DAFA6D6}"/>
              </a:ext>
            </a:extLst>
          </p:cNvPr>
          <p:cNvSpPr txBox="1"/>
          <p:nvPr/>
        </p:nvSpPr>
        <p:spPr>
          <a:xfrm>
            <a:off x="275635" y="1110009"/>
            <a:ext cx="3048000" cy="4247317"/>
          </a:xfrm>
          <a:prstGeom prst="rect">
            <a:avLst/>
          </a:prstGeom>
          <a:noFill/>
        </p:spPr>
        <p:txBody>
          <a:bodyPr wrap="square">
            <a:spAutoFit/>
          </a:bodyPr>
          <a:lstStyle/>
          <a:p>
            <a:pPr marL="285750" indent="-285750">
              <a:buFont typeface="Arial" panose="020B0604020202020204" pitchFamily="34" charset="0"/>
              <a:buChar char="•"/>
            </a:pPr>
            <a:r>
              <a:rPr lang="en-US" dirty="0"/>
              <a:t>Each of these has been shown to have particular advantages and disadvantages that may vary cross-culturally [Bostrom et al, 2008].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general, 3D visualizations are better at conveying shape, while 2D visualizations facilitate the understanding of the relative position of two objects [Bostrom et al, 2008]. </a:t>
            </a:r>
          </a:p>
        </p:txBody>
      </p:sp>
      <p:pic>
        <p:nvPicPr>
          <p:cNvPr id="4" name="Picture 3" descr="USGS.png">
            <a:extLst>
              <a:ext uri="{FF2B5EF4-FFF2-40B4-BE49-F238E27FC236}">
                <a16:creationId xmlns:a16="http://schemas.microsoft.com/office/drawing/2014/main" id="{FEB9927C-3551-DB9F-E3FA-978F2A882C0A}"/>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72484" y="6227010"/>
            <a:ext cx="1182149" cy="435970"/>
          </a:xfrm>
          <a:prstGeom prst="rect">
            <a:avLst/>
          </a:prstGeom>
        </p:spPr>
      </p:pic>
      <p:pic>
        <p:nvPicPr>
          <p:cNvPr id="6" name="Picture 5" descr="A picture containing text, sign&#10;&#10;Description automatically generated">
            <a:extLst>
              <a:ext uri="{FF2B5EF4-FFF2-40B4-BE49-F238E27FC236}">
                <a16:creationId xmlns:a16="http://schemas.microsoft.com/office/drawing/2014/main" id="{BFC540CB-0527-C872-79F5-5BB11D492D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54633" y="6227010"/>
            <a:ext cx="1459992" cy="435970"/>
          </a:xfrm>
          <a:prstGeom prst="rect">
            <a:avLst/>
          </a:prstGeom>
        </p:spPr>
      </p:pic>
    </p:spTree>
    <p:extLst>
      <p:ext uri="{BB962C8B-B14F-4D97-AF65-F5344CB8AC3E}">
        <p14:creationId xmlns:p14="http://schemas.microsoft.com/office/powerpoint/2010/main" val="2821153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6754" y="-139979"/>
            <a:ext cx="10515600" cy="1325563"/>
          </a:xfrm>
        </p:spPr>
        <p:txBody>
          <a:bodyPr/>
          <a:lstStyle/>
          <a:p>
            <a:r>
              <a:rPr lang="en-US" dirty="0"/>
              <a:t>Dimensionality and base-maps</a:t>
            </a:r>
          </a:p>
        </p:txBody>
      </p:sp>
      <p:pic>
        <p:nvPicPr>
          <p:cNvPr id="1229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64396" y="1420707"/>
            <a:ext cx="4804495" cy="4380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Content Placeholder 3"/>
          <p:cNvSpPr txBox="1">
            <a:spLocks/>
          </p:cNvSpPr>
          <p:nvPr/>
        </p:nvSpPr>
        <p:spPr>
          <a:xfrm>
            <a:off x="156754" y="1120216"/>
            <a:ext cx="6104709" cy="4681728"/>
          </a:xfrm>
          <a:prstGeom prst="rect">
            <a:avLst/>
          </a:prstGeom>
        </p:spPr>
        <p:txBody>
          <a:bodyPr>
            <a:noAutofit/>
          </a:bodyPr>
          <a:lst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r>
              <a:rPr lang="en-US" sz="1600" dirty="0"/>
              <a:t>Orienting: Finding north was easier on the 2-D contour map, perhaps because maps are normally oriented with north at the top, otherwise similar</a:t>
            </a:r>
          </a:p>
          <a:p>
            <a:endParaRPr lang="en-US" sz="1600" dirty="0"/>
          </a:p>
          <a:p>
            <a:r>
              <a:rPr lang="en-US" sz="1600" dirty="0"/>
              <a:t>Locating: easier using photographs than 3D maps or 2D contour. </a:t>
            </a:r>
          </a:p>
          <a:p>
            <a:endParaRPr lang="en-US" sz="1600" dirty="0"/>
          </a:p>
          <a:p>
            <a:r>
              <a:rPr lang="en-US" sz="1600" dirty="0"/>
              <a:t>Map skills: Good when using photographs and 3D maps. Contour lines were found to be extremely confusing.  Often, linear features such as roads, the boundaries of the exclusion zone, and the contours themselves were confused with one another. </a:t>
            </a:r>
          </a:p>
          <a:p>
            <a:endParaRPr lang="en-US" sz="1600" dirty="0"/>
          </a:p>
          <a:p>
            <a:r>
              <a:rPr lang="en-US" sz="1600" dirty="0"/>
              <a:t>Volcanic information: improved using 3D and photographic maps over 2D contour maps. Some respondents reevaluated their perceptions of danger when they were presented with the aerial photograph maps. One woman was shocked to discover that the </a:t>
            </a:r>
            <a:r>
              <a:rPr lang="en-US" sz="1600" dirty="0" err="1"/>
              <a:t>Belham</a:t>
            </a:r>
            <a:r>
              <a:rPr lang="en-US" sz="1600" dirty="0"/>
              <a:t> Valley was a direct pathway for pyroclastic flows to travel from the volcano, whereas before she couldn’t understand why the area had been evacuated. </a:t>
            </a:r>
          </a:p>
          <a:p>
            <a:endParaRPr lang="en-US" sz="1600" dirty="0"/>
          </a:p>
        </p:txBody>
      </p:sp>
      <p:pic>
        <p:nvPicPr>
          <p:cNvPr id="2" name="Picture 1" descr="USGS.png">
            <a:extLst>
              <a:ext uri="{FF2B5EF4-FFF2-40B4-BE49-F238E27FC236}">
                <a16:creationId xmlns:a16="http://schemas.microsoft.com/office/drawing/2014/main" id="{B2E8833E-9F74-49D8-2FE4-1312E4F3D4D4}"/>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72484" y="6227010"/>
            <a:ext cx="1182149" cy="435970"/>
          </a:xfrm>
          <a:prstGeom prst="rect">
            <a:avLst/>
          </a:prstGeom>
        </p:spPr>
      </p:pic>
      <p:pic>
        <p:nvPicPr>
          <p:cNvPr id="4" name="Picture 3" descr="A picture containing text, sign&#10;&#10;Description automatically generated">
            <a:extLst>
              <a:ext uri="{FF2B5EF4-FFF2-40B4-BE49-F238E27FC236}">
                <a16:creationId xmlns:a16="http://schemas.microsoft.com/office/drawing/2014/main" id="{8152DD07-37F7-3F9B-726C-B4A7792DE5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54633" y="6227010"/>
            <a:ext cx="1459992" cy="435970"/>
          </a:xfrm>
          <a:prstGeom prst="rect">
            <a:avLst/>
          </a:prstGeom>
        </p:spPr>
      </p:pic>
    </p:spTree>
    <p:extLst>
      <p:ext uri="{BB962C8B-B14F-4D97-AF65-F5344CB8AC3E}">
        <p14:creationId xmlns:p14="http://schemas.microsoft.com/office/powerpoint/2010/main" val="2005951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338436"/>
            <a:ext cx="10515600" cy="1325563"/>
          </a:xfrm>
        </p:spPr>
        <p:txBody>
          <a:bodyPr/>
          <a:lstStyle/>
          <a:p>
            <a:r>
              <a:rPr lang="en-US" dirty="0" err="1"/>
              <a:t>Hillshade</a:t>
            </a:r>
            <a:endParaRPr lang="en-US" dirty="0"/>
          </a:p>
        </p:txBody>
      </p:sp>
      <p:pic>
        <p:nvPicPr>
          <p:cNvPr id="19459" name="Picture 3"/>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bwMode="auto">
          <a:xfrm>
            <a:off x="2771952" y="596534"/>
            <a:ext cx="6648096" cy="519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Star: 4 Points 10">
            <a:extLst>
              <a:ext uri="{FF2B5EF4-FFF2-40B4-BE49-F238E27FC236}">
                <a16:creationId xmlns:a16="http://schemas.microsoft.com/office/drawing/2014/main" id="{234AEC29-BE0F-DA48-D1E3-183E34649562}"/>
              </a:ext>
            </a:extLst>
          </p:cNvPr>
          <p:cNvSpPr/>
          <p:nvPr/>
        </p:nvSpPr>
        <p:spPr>
          <a:xfrm>
            <a:off x="4397829" y="3204754"/>
            <a:ext cx="287383" cy="287382"/>
          </a:xfrm>
          <a:prstGeom prst="star4">
            <a:avLst/>
          </a:prstGeom>
          <a:solidFill>
            <a:schemeClr val="accent6"/>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USGS.png">
            <a:extLst>
              <a:ext uri="{FF2B5EF4-FFF2-40B4-BE49-F238E27FC236}">
                <a16:creationId xmlns:a16="http://schemas.microsoft.com/office/drawing/2014/main" id="{A8AC2BBE-DE30-6023-904B-67D4D0343357}"/>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72484" y="6227010"/>
            <a:ext cx="1182149" cy="435970"/>
          </a:xfrm>
          <a:prstGeom prst="rect">
            <a:avLst/>
          </a:prstGeom>
        </p:spPr>
      </p:pic>
      <p:pic>
        <p:nvPicPr>
          <p:cNvPr id="3" name="Picture 2" descr="A picture containing text, sign&#10;&#10;Description automatically generated">
            <a:extLst>
              <a:ext uri="{FF2B5EF4-FFF2-40B4-BE49-F238E27FC236}">
                <a16:creationId xmlns:a16="http://schemas.microsoft.com/office/drawing/2014/main" id="{E439C2D2-7BF0-5B7A-F34C-33A7D7F866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54633" y="6227010"/>
            <a:ext cx="1459992" cy="435970"/>
          </a:xfrm>
          <a:prstGeom prst="rect">
            <a:avLst/>
          </a:prstGeom>
        </p:spPr>
      </p:pic>
    </p:spTree>
    <p:extLst>
      <p:ext uri="{BB962C8B-B14F-4D97-AF65-F5344CB8AC3E}">
        <p14:creationId xmlns:p14="http://schemas.microsoft.com/office/powerpoint/2010/main" val="31722570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338436"/>
            <a:ext cx="10515600" cy="1325563"/>
          </a:xfrm>
        </p:spPr>
        <p:txBody>
          <a:bodyPr/>
          <a:lstStyle/>
          <a:p>
            <a:r>
              <a:rPr lang="en-US" dirty="0" err="1"/>
              <a:t>Hillshade</a:t>
            </a:r>
            <a:endParaRPr lang="en-US" dirty="0"/>
          </a:p>
        </p:txBody>
      </p:sp>
      <p:pic>
        <p:nvPicPr>
          <p:cNvPr id="19458" name="Picture 2"/>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2772156" y="668337"/>
            <a:ext cx="6647688" cy="5194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tar: 4 Points 2">
            <a:extLst>
              <a:ext uri="{FF2B5EF4-FFF2-40B4-BE49-F238E27FC236}">
                <a16:creationId xmlns:a16="http://schemas.microsoft.com/office/drawing/2014/main" id="{E2030A54-53EA-B531-CEE9-88EAA34B901A}"/>
              </a:ext>
            </a:extLst>
          </p:cNvPr>
          <p:cNvSpPr/>
          <p:nvPr/>
        </p:nvSpPr>
        <p:spPr>
          <a:xfrm>
            <a:off x="4397829" y="3204754"/>
            <a:ext cx="287383" cy="287382"/>
          </a:xfrm>
          <a:prstGeom prst="star4">
            <a:avLst/>
          </a:prstGeom>
          <a:solidFill>
            <a:schemeClr val="accent6"/>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USGS.png">
            <a:extLst>
              <a:ext uri="{FF2B5EF4-FFF2-40B4-BE49-F238E27FC236}">
                <a16:creationId xmlns:a16="http://schemas.microsoft.com/office/drawing/2014/main" id="{0E069184-C1C6-8153-64E0-FDF85E74788A}"/>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72484" y="6227010"/>
            <a:ext cx="1182149" cy="435970"/>
          </a:xfrm>
          <a:prstGeom prst="rect">
            <a:avLst/>
          </a:prstGeom>
        </p:spPr>
      </p:pic>
      <p:pic>
        <p:nvPicPr>
          <p:cNvPr id="4" name="Picture 3" descr="A picture containing text, sign&#10;&#10;Description automatically generated">
            <a:extLst>
              <a:ext uri="{FF2B5EF4-FFF2-40B4-BE49-F238E27FC236}">
                <a16:creationId xmlns:a16="http://schemas.microsoft.com/office/drawing/2014/main" id="{E88AA815-3903-7910-50AD-88D9730058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54633" y="6227010"/>
            <a:ext cx="1459992" cy="435970"/>
          </a:xfrm>
          <a:prstGeom prst="rect">
            <a:avLst/>
          </a:prstGeom>
        </p:spPr>
      </p:pic>
    </p:spTree>
    <p:extLst>
      <p:ext uri="{BB962C8B-B14F-4D97-AF65-F5344CB8AC3E}">
        <p14:creationId xmlns:p14="http://schemas.microsoft.com/office/powerpoint/2010/main" val="2934484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416081" y="364637"/>
            <a:ext cx="5671456" cy="823912"/>
          </a:xfrm>
        </p:spPr>
        <p:txBody>
          <a:bodyPr/>
          <a:lstStyle/>
          <a:p>
            <a:r>
              <a:rPr lang="en-US" dirty="0"/>
              <a:t>Illuminate from top left (from NW, 315°)</a:t>
            </a:r>
          </a:p>
        </p:txBody>
      </p:sp>
      <p:sp>
        <p:nvSpPr>
          <p:cNvPr id="3" name="Text Placeholder 2"/>
          <p:cNvSpPr>
            <a:spLocks noGrp="1"/>
          </p:cNvSpPr>
          <p:nvPr>
            <p:ph type="body" sz="half" idx="3"/>
          </p:nvPr>
        </p:nvSpPr>
        <p:spPr>
          <a:xfrm>
            <a:off x="6211109" y="335856"/>
            <a:ext cx="5671457" cy="823912"/>
          </a:xfrm>
        </p:spPr>
        <p:txBody>
          <a:bodyPr/>
          <a:lstStyle/>
          <a:p>
            <a:r>
              <a:rPr lang="en-US" dirty="0"/>
              <a:t>Illuminate from bottom right (from SE)</a:t>
            </a:r>
          </a:p>
        </p:txBody>
      </p:sp>
      <p:sp>
        <p:nvSpPr>
          <p:cNvPr id="6" name="Title 5"/>
          <p:cNvSpPr>
            <a:spLocks noGrp="1"/>
          </p:cNvSpPr>
          <p:nvPr>
            <p:ph type="title"/>
          </p:nvPr>
        </p:nvSpPr>
        <p:spPr>
          <a:xfrm>
            <a:off x="0" y="-338436"/>
            <a:ext cx="10515600" cy="1325563"/>
          </a:xfrm>
        </p:spPr>
        <p:txBody>
          <a:bodyPr/>
          <a:lstStyle/>
          <a:p>
            <a:r>
              <a:rPr lang="en-US" dirty="0" err="1"/>
              <a:t>Hillshade</a:t>
            </a:r>
            <a:endParaRPr lang="en-US" dirty="0"/>
          </a:p>
        </p:txBody>
      </p:sp>
      <p:pic>
        <p:nvPicPr>
          <p:cNvPr id="19458" name="Picture 2"/>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6755113" y="1484808"/>
            <a:ext cx="458345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9" name="Picture 3"/>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bwMode="auto">
          <a:xfrm>
            <a:off x="905691" y="1484808"/>
            <a:ext cx="458345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un 6"/>
          <p:cNvSpPr/>
          <p:nvPr/>
        </p:nvSpPr>
        <p:spPr>
          <a:xfrm>
            <a:off x="1134291" y="1332408"/>
            <a:ext cx="914400" cy="914400"/>
          </a:xfrm>
          <a:prstGeom prst="sun">
            <a:avLst/>
          </a:prstGeom>
          <a:solidFill>
            <a:srgbClr val="FFC000"/>
          </a:solid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un 9"/>
          <p:cNvSpPr/>
          <p:nvPr/>
        </p:nvSpPr>
        <p:spPr>
          <a:xfrm>
            <a:off x="10119363" y="4304208"/>
            <a:ext cx="914400" cy="914400"/>
          </a:xfrm>
          <a:prstGeom prst="sun">
            <a:avLst/>
          </a:prstGeom>
          <a:solidFill>
            <a:srgbClr val="FFC000"/>
          </a:solid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6BC8FFB-8041-14F2-F4BB-1F3460BDF223}"/>
              </a:ext>
            </a:extLst>
          </p:cNvPr>
          <p:cNvSpPr txBox="1"/>
          <p:nvPr/>
        </p:nvSpPr>
        <p:spPr>
          <a:xfrm>
            <a:off x="823505" y="5414401"/>
            <a:ext cx="11029129" cy="1200329"/>
          </a:xfrm>
          <a:prstGeom prst="rect">
            <a:avLst/>
          </a:prstGeom>
          <a:noFill/>
        </p:spPr>
        <p:txBody>
          <a:bodyPr wrap="square">
            <a:spAutoFit/>
          </a:bodyPr>
          <a:lstStyle/>
          <a:p>
            <a:r>
              <a:rPr lang="en-US" b="0" i="0" dirty="0">
                <a:solidFill>
                  <a:srgbClr val="232629"/>
                </a:solidFill>
                <a:effectLst/>
                <a:latin typeface="-apple-system"/>
              </a:rPr>
              <a:t>This is known as the </a:t>
            </a:r>
            <a:r>
              <a:rPr lang="en-US" b="1" i="0" u="sng" dirty="0" err="1">
                <a:effectLst/>
                <a:latin typeface="inherit"/>
                <a:hlinkClick r:id="rId4"/>
              </a:rPr>
              <a:t>pseudoscopic</a:t>
            </a:r>
            <a:r>
              <a:rPr lang="en-US" b="1" i="0" u="sng" dirty="0">
                <a:effectLst/>
                <a:latin typeface="inherit"/>
                <a:hlinkClick r:id="rId4"/>
              </a:rPr>
              <a:t> illusion</a:t>
            </a:r>
            <a:r>
              <a:rPr lang="en-US" b="0" i="0" dirty="0">
                <a:solidFill>
                  <a:srgbClr val="232629"/>
                </a:solidFill>
                <a:effectLst/>
                <a:latin typeface="-apple-system"/>
              </a:rPr>
              <a:t>, and cartographers have known that it impacts the interpretation of shaded relief maps for a very long time. </a:t>
            </a:r>
            <a:r>
              <a:rPr lang="en-US" b="1" i="0" dirty="0">
                <a:solidFill>
                  <a:srgbClr val="232629"/>
                </a:solidFill>
                <a:effectLst/>
                <a:latin typeface="-apple-system"/>
              </a:rPr>
              <a:t>While most people will interpret terrain correctly when shaded from a northwest illuminator, there is a smaller (but not insignificant) group of people that will actually perceive these maps in completely the opposite way</a:t>
            </a:r>
            <a:r>
              <a:rPr lang="en-US" b="0" i="0" dirty="0">
                <a:solidFill>
                  <a:srgbClr val="232629"/>
                </a:solidFill>
                <a:effectLst/>
                <a:latin typeface="-apple-system"/>
              </a:rPr>
              <a:t>.</a:t>
            </a:r>
            <a:endParaRPr lang="en-US" dirty="0"/>
          </a:p>
        </p:txBody>
      </p:sp>
    </p:spTree>
    <p:extLst>
      <p:ext uri="{BB962C8B-B14F-4D97-AF65-F5344CB8AC3E}">
        <p14:creationId xmlns:p14="http://schemas.microsoft.com/office/powerpoint/2010/main" val="11456066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 name="Picture 12" descr="Chart&#10;&#10;Description automatically generated">
            <a:extLst>
              <a:ext uri="{FF2B5EF4-FFF2-40B4-BE49-F238E27FC236}">
                <a16:creationId xmlns:a16="http://schemas.microsoft.com/office/drawing/2014/main" id="{08CFF31E-2BEB-4BC2-8BDD-2FE1D7B8A4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048" y="1105370"/>
            <a:ext cx="10637520" cy="5752629"/>
          </a:xfrm>
          <a:prstGeom prst="rect">
            <a:avLst/>
          </a:prstGeom>
        </p:spPr>
      </p:pic>
      <p:sp>
        <p:nvSpPr>
          <p:cNvPr id="4" name="Title 3">
            <a:extLst>
              <a:ext uri="{FF2B5EF4-FFF2-40B4-BE49-F238E27FC236}">
                <a16:creationId xmlns:a16="http://schemas.microsoft.com/office/drawing/2014/main" id="{DAB98C64-8C6D-4EEA-8181-C97F7D68F482}"/>
              </a:ext>
            </a:extLst>
          </p:cNvPr>
          <p:cNvSpPr>
            <a:spLocks noGrp="1"/>
          </p:cNvSpPr>
          <p:nvPr>
            <p:ph type="title"/>
          </p:nvPr>
        </p:nvSpPr>
        <p:spPr>
          <a:xfrm>
            <a:off x="838200" y="-22802"/>
            <a:ext cx="10515600" cy="1325563"/>
          </a:xfrm>
        </p:spPr>
        <p:txBody>
          <a:bodyPr/>
          <a:lstStyle/>
          <a:p>
            <a:r>
              <a:rPr lang="en-US" dirty="0"/>
              <a:t>Hazard Zone Uncertainty</a:t>
            </a:r>
          </a:p>
        </p:txBody>
      </p:sp>
      <p:pic>
        <p:nvPicPr>
          <p:cNvPr id="6" name="Picture 5" descr="A close up of a logo&#10;&#10;Description automatically generated">
            <a:extLst>
              <a:ext uri="{FF2B5EF4-FFF2-40B4-BE49-F238E27FC236}">
                <a16:creationId xmlns:a16="http://schemas.microsoft.com/office/drawing/2014/main" id="{5FE8874F-9EB1-4BF4-9C15-A85451AD4E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7964" y="2235201"/>
            <a:ext cx="4424218" cy="3228109"/>
          </a:xfrm>
          <a:prstGeom prst="rect">
            <a:avLst/>
          </a:prstGeom>
        </p:spPr>
      </p:pic>
      <p:sp>
        <p:nvSpPr>
          <p:cNvPr id="7" name="TextBox 6">
            <a:extLst>
              <a:ext uri="{FF2B5EF4-FFF2-40B4-BE49-F238E27FC236}">
                <a16:creationId xmlns:a16="http://schemas.microsoft.com/office/drawing/2014/main" id="{8E3FFE6C-FC00-44BF-91CB-5B570B432159}"/>
              </a:ext>
            </a:extLst>
          </p:cNvPr>
          <p:cNvSpPr txBox="1"/>
          <p:nvPr/>
        </p:nvSpPr>
        <p:spPr>
          <a:xfrm>
            <a:off x="6833114" y="2243085"/>
            <a:ext cx="808235" cy="261610"/>
          </a:xfrm>
          <a:prstGeom prst="rect">
            <a:avLst/>
          </a:prstGeom>
          <a:solidFill>
            <a:schemeClr val="bg1"/>
          </a:solid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Symbology</a:t>
            </a:r>
          </a:p>
        </p:txBody>
      </p:sp>
      <p:sp>
        <p:nvSpPr>
          <p:cNvPr id="9" name="TextBox 8">
            <a:extLst>
              <a:ext uri="{FF2B5EF4-FFF2-40B4-BE49-F238E27FC236}">
                <a16:creationId xmlns:a16="http://schemas.microsoft.com/office/drawing/2014/main" id="{D101D3B2-D1A0-4DCA-9F7C-06B5D2D3F5BE}"/>
              </a:ext>
            </a:extLst>
          </p:cNvPr>
          <p:cNvSpPr txBox="1"/>
          <p:nvPr/>
        </p:nvSpPr>
        <p:spPr>
          <a:xfrm>
            <a:off x="9792793" y="2243085"/>
            <a:ext cx="1173719" cy="261610"/>
          </a:xfrm>
          <a:prstGeom prst="rect">
            <a:avLst/>
          </a:prstGeom>
          <a:solidFill>
            <a:schemeClr val="bg1"/>
          </a:solid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Fuzzy boundaries</a:t>
            </a:r>
          </a:p>
        </p:txBody>
      </p:sp>
      <p:sp>
        <p:nvSpPr>
          <p:cNvPr id="16" name="Rectangle 15">
            <a:extLst>
              <a:ext uri="{FF2B5EF4-FFF2-40B4-BE49-F238E27FC236}">
                <a16:creationId xmlns:a16="http://schemas.microsoft.com/office/drawing/2014/main" id="{B9448594-E17C-48A6-9BAD-34E8C1028DA4}"/>
              </a:ext>
            </a:extLst>
          </p:cNvPr>
          <p:cNvSpPr/>
          <p:nvPr/>
        </p:nvSpPr>
        <p:spPr>
          <a:xfrm>
            <a:off x="8288525" y="2255515"/>
            <a:ext cx="138545" cy="147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6BDBA9B-7A0C-475E-8B54-0FC1A3E739BD}"/>
              </a:ext>
            </a:extLst>
          </p:cNvPr>
          <p:cNvSpPr txBox="1"/>
          <p:nvPr/>
        </p:nvSpPr>
        <p:spPr>
          <a:xfrm>
            <a:off x="8288525" y="2243085"/>
            <a:ext cx="902811" cy="2616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Buffer zones</a:t>
            </a:r>
          </a:p>
        </p:txBody>
      </p:sp>
      <p:sp>
        <p:nvSpPr>
          <p:cNvPr id="18" name="Rectangle 17">
            <a:extLst>
              <a:ext uri="{FF2B5EF4-FFF2-40B4-BE49-F238E27FC236}">
                <a16:creationId xmlns:a16="http://schemas.microsoft.com/office/drawing/2014/main" id="{9ED59E87-BD00-4AED-A76E-201006648CF8}"/>
              </a:ext>
            </a:extLst>
          </p:cNvPr>
          <p:cNvSpPr/>
          <p:nvPr/>
        </p:nvSpPr>
        <p:spPr>
          <a:xfrm>
            <a:off x="6807046" y="3857856"/>
            <a:ext cx="138545" cy="147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BFEE4322-8098-41ED-A851-7F4D53260286}"/>
              </a:ext>
            </a:extLst>
          </p:cNvPr>
          <p:cNvSpPr txBox="1"/>
          <p:nvPr/>
        </p:nvSpPr>
        <p:spPr>
          <a:xfrm>
            <a:off x="6833113" y="3821721"/>
            <a:ext cx="1172116" cy="2616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Confidence limits</a:t>
            </a:r>
          </a:p>
        </p:txBody>
      </p:sp>
      <p:sp>
        <p:nvSpPr>
          <p:cNvPr id="20" name="Rectangle 19">
            <a:extLst>
              <a:ext uri="{FF2B5EF4-FFF2-40B4-BE49-F238E27FC236}">
                <a16:creationId xmlns:a16="http://schemas.microsoft.com/office/drawing/2014/main" id="{C4EDA6F8-A856-4171-9FF6-AB24E9447D42}"/>
              </a:ext>
            </a:extLst>
          </p:cNvPr>
          <p:cNvSpPr/>
          <p:nvPr/>
        </p:nvSpPr>
        <p:spPr>
          <a:xfrm>
            <a:off x="8288524" y="3868759"/>
            <a:ext cx="138545" cy="147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9606B861-8B49-4C7A-95C8-C291CA89E168}"/>
              </a:ext>
            </a:extLst>
          </p:cNvPr>
          <p:cNvSpPr txBox="1"/>
          <p:nvPr/>
        </p:nvSpPr>
        <p:spPr>
          <a:xfrm>
            <a:off x="8288525" y="3821721"/>
            <a:ext cx="2962671" cy="2616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Different versions depicting evolving uncertainty</a:t>
            </a:r>
          </a:p>
        </p:txBody>
      </p:sp>
    </p:spTree>
    <p:extLst>
      <p:ext uri="{BB962C8B-B14F-4D97-AF65-F5344CB8AC3E}">
        <p14:creationId xmlns:p14="http://schemas.microsoft.com/office/powerpoint/2010/main" val="5663259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a:extLst>
              <a:ext uri="{FF2B5EF4-FFF2-40B4-BE49-F238E27FC236}">
                <a16:creationId xmlns:a16="http://schemas.microsoft.com/office/drawing/2014/main" id="{67FF7161-AA88-2463-3541-BBE738E9CB5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33"/>
          <a:stretch/>
        </p:blipFill>
        <p:spPr bwMode="auto">
          <a:xfrm>
            <a:off x="114300" y="0"/>
            <a:ext cx="4539996" cy="65018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F3A9299-12EB-6329-9C81-B9EBEDA77BF8}"/>
              </a:ext>
            </a:extLst>
          </p:cNvPr>
          <p:cNvSpPr txBox="1"/>
          <p:nvPr/>
        </p:nvSpPr>
        <p:spPr>
          <a:xfrm>
            <a:off x="368046" y="6501870"/>
            <a:ext cx="6094476" cy="369332"/>
          </a:xfrm>
          <a:prstGeom prst="rect">
            <a:avLst/>
          </a:prstGeom>
          <a:noFill/>
        </p:spPr>
        <p:txBody>
          <a:bodyPr wrap="square">
            <a:spAutoFit/>
          </a:bodyPr>
          <a:lstStyle/>
          <a:p>
            <a:pPr algn="l"/>
            <a:r>
              <a:rPr lang="en-US" b="1" i="0" dirty="0">
                <a:solidFill>
                  <a:srgbClr val="1A1A1A"/>
                </a:solidFill>
                <a:effectLst/>
                <a:latin typeface="PT Sans" panose="020B0503020203020204" pitchFamily="34" charset="0"/>
              </a:rPr>
              <a:t>Tongariro, New Zealand</a:t>
            </a:r>
            <a:r>
              <a:rPr lang="en-US" b="1" dirty="0">
                <a:solidFill>
                  <a:srgbClr val="1A1A1A"/>
                </a:solidFill>
                <a:latin typeface="PT Sans" panose="020B0503020203020204" pitchFamily="34" charset="0"/>
              </a:rPr>
              <a:t> (GNS, </a:t>
            </a:r>
            <a:r>
              <a:rPr lang="en-US" b="1" i="0" dirty="0">
                <a:solidFill>
                  <a:srgbClr val="1A1A1A"/>
                </a:solidFill>
                <a:effectLst/>
                <a:latin typeface="PT Sans" panose="020B0503020203020204" pitchFamily="34" charset="0"/>
              </a:rPr>
              <a:t>2012)</a:t>
            </a:r>
          </a:p>
        </p:txBody>
      </p:sp>
      <p:grpSp>
        <p:nvGrpSpPr>
          <p:cNvPr id="19" name="Group 18">
            <a:extLst>
              <a:ext uri="{FF2B5EF4-FFF2-40B4-BE49-F238E27FC236}">
                <a16:creationId xmlns:a16="http://schemas.microsoft.com/office/drawing/2014/main" id="{32544FDA-1F52-9E72-2E61-F719BA7C58CB}"/>
              </a:ext>
            </a:extLst>
          </p:cNvPr>
          <p:cNvGrpSpPr>
            <a:grpSpLocks noChangeAspect="1"/>
          </p:cNvGrpSpPr>
          <p:nvPr/>
        </p:nvGrpSpPr>
        <p:grpSpPr>
          <a:xfrm>
            <a:off x="6659876" y="504770"/>
            <a:ext cx="4767648" cy="5402206"/>
            <a:chOff x="10070570" y="1719000"/>
            <a:chExt cx="1518290" cy="1816604"/>
          </a:xfrm>
        </p:grpSpPr>
        <p:pic>
          <p:nvPicPr>
            <p:cNvPr id="9" name="Picture 8" descr="A close up of a logo&#10;&#10;Description automatically generated">
              <a:extLst>
                <a:ext uri="{FF2B5EF4-FFF2-40B4-BE49-F238E27FC236}">
                  <a16:creationId xmlns:a16="http://schemas.microsoft.com/office/drawing/2014/main" id="{26620ADF-BC0B-E692-D99E-BB5F1EE73FBA}"/>
                </a:ext>
              </a:extLst>
            </p:cNvPr>
            <p:cNvPicPr>
              <a:picLocks noChangeAspect="1"/>
            </p:cNvPicPr>
            <p:nvPr/>
          </p:nvPicPr>
          <p:blipFill rotWithShape="1">
            <a:blip r:embed="rId3">
              <a:extLst>
                <a:ext uri="{28A0092B-C50C-407E-A947-70E740481C1C}">
                  <a14:useLocalDpi xmlns:a14="http://schemas.microsoft.com/office/drawing/2010/main" val="0"/>
                </a:ext>
              </a:extLst>
            </a:blip>
            <a:srcRect l="67692" t="994" r="1673" b="50853"/>
            <a:stretch/>
          </p:blipFill>
          <p:spPr>
            <a:xfrm>
              <a:off x="10070570" y="1719000"/>
              <a:ext cx="1518290" cy="1816604"/>
            </a:xfrm>
            <a:prstGeom prst="rect">
              <a:avLst/>
            </a:prstGeom>
          </p:spPr>
        </p:pic>
        <p:sp>
          <p:nvSpPr>
            <p:cNvPr id="11" name="TextBox 10">
              <a:extLst>
                <a:ext uri="{FF2B5EF4-FFF2-40B4-BE49-F238E27FC236}">
                  <a16:creationId xmlns:a16="http://schemas.microsoft.com/office/drawing/2014/main" id="{D83B0647-58D9-046F-CEC7-92D22714902E}"/>
                </a:ext>
              </a:extLst>
            </p:cNvPr>
            <p:cNvSpPr txBox="1"/>
            <p:nvPr/>
          </p:nvSpPr>
          <p:spPr>
            <a:xfrm>
              <a:off x="10541820" y="1744866"/>
              <a:ext cx="583569" cy="124196"/>
            </a:xfrm>
            <a:prstGeom prst="rect">
              <a:avLst/>
            </a:prstGeom>
            <a:solidFill>
              <a:schemeClr val="bg1"/>
            </a:solid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Fuzzy boundaries</a:t>
              </a:r>
            </a:p>
          </p:txBody>
        </p:sp>
      </p:grpSp>
      <p:sp>
        <p:nvSpPr>
          <p:cNvPr id="3" name="Rectangle 2">
            <a:extLst>
              <a:ext uri="{FF2B5EF4-FFF2-40B4-BE49-F238E27FC236}">
                <a16:creationId xmlns:a16="http://schemas.microsoft.com/office/drawing/2014/main" id="{D112C598-1777-0AAB-631A-9D80C243BD1C}"/>
              </a:ext>
            </a:extLst>
          </p:cNvPr>
          <p:cNvSpPr/>
          <p:nvPr/>
        </p:nvSpPr>
        <p:spPr>
          <a:xfrm>
            <a:off x="6435614" y="436781"/>
            <a:ext cx="894736" cy="5142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16860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pSp>
        <p:nvGrpSpPr>
          <p:cNvPr id="3" name="Group 2">
            <a:extLst>
              <a:ext uri="{FF2B5EF4-FFF2-40B4-BE49-F238E27FC236}">
                <a16:creationId xmlns:a16="http://schemas.microsoft.com/office/drawing/2014/main" id="{C5D44B55-1725-51AD-89E0-F4453E36F538}"/>
              </a:ext>
            </a:extLst>
          </p:cNvPr>
          <p:cNvGrpSpPr>
            <a:grpSpLocks noChangeAspect="1"/>
          </p:cNvGrpSpPr>
          <p:nvPr/>
        </p:nvGrpSpPr>
        <p:grpSpPr>
          <a:xfrm>
            <a:off x="7424352" y="623386"/>
            <a:ext cx="4767648" cy="5426558"/>
            <a:chOff x="10070570" y="1710811"/>
            <a:chExt cx="1518290" cy="1824793"/>
          </a:xfrm>
        </p:grpSpPr>
        <p:pic>
          <p:nvPicPr>
            <p:cNvPr id="4" name="Picture 3" descr="A close up of a logo&#10;&#10;Description automatically generated">
              <a:extLst>
                <a:ext uri="{FF2B5EF4-FFF2-40B4-BE49-F238E27FC236}">
                  <a16:creationId xmlns:a16="http://schemas.microsoft.com/office/drawing/2014/main" id="{952A0C41-91C8-B6E5-1A4D-DEC2F1818A76}"/>
                </a:ext>
              </a:extLst>
            </p:cNvPr>
            <p:cNvPicPr>
              <a:picLocks noChangeAspect="1"/>
            </p:cNvPicPr>
            <p:nvPr/>
          </p:nvPicPr>
          <p:blipFill rotWithShape="1">
            <a:blip r:embed="rId2">
              <a:extLst>
                <a:ext uri="{28A0092B-C50C-407E-A947-70E740481C1C}">
                  <a14:useLocalDpi xmlns:a14="http://schemas.microsoft.com/office/drawing/2010/main" val="0"/>
                </a:ext>
              </a:extLst>
            </a:blip>
            <a:srcRect l="34682" t="751" r="34682" b="51096"/>
            <a:stretch/>
          </p:blipFill>
          <p:spPr>
            <a:xfrm>
              <a:off x="10070570" y="1719000"/>
              <a:ext cx="1518290" cy="1816604"/>
            </a:xfrm>
            <a:prstGeom prst="rect">
              <a:avLst/>
            </a:prstGeom>
          </p:spPr>
        </p:pic>
        <p:sp>
          <p:nvSpPr>
            <p:cNvPr id="6" name="TextBox 5">
              <a:extLst>
                <a:ext uri="{FF2B5EF4-FFF2-40B4-BE49-F238E27FC236}">
                  <a16:creationId xmlns:a16="http://schemas.microsoft.com/office/drawing/2014/main" id="{FDA92FC3-9F5A-BE16-37DA-F72497878EFB}"/>
                </a:ext>
              </a:extLst>
            </p:cNvPr>
            <p:cNvSpPr txBox="1"/>
            <p:nvPr/>
          </p:nvSpPr>
          <p:spPr>
            <a:xfrm>
              <a:off x="10615045" y="1710811"/>
              <a:ext cx="437079" cy="124196"/>
            </a:xfrm>
            <a:prstGeom prst="rect">
              <a:avLst/>
            </a:prstGeom>
            <a:solidFill>
              <a:schemeClr val="bg1"/>
            </a:solid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Buffer zones</a:t>
              </a:r>
            </a:p>
          </p:txBody>
        </p:sp>
      </p:grpSp>
      <p:pic>
        <p:nvPicPr>
          <p:cNvPr id="2050" name="Picture 2">
            <a:extLst>
              <a:ext uri="{FF2B5EF4-FFF2-40B4-BE49-F238E27FC236}">
                <a16:creationId xmlns:a16="http://schemas.microsoft.com/office/drawing/2014/main" id="{5176FAA8-AF29-6CCE-EAAC-D879DEB19A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81" y="278336"/>
            <a:ext cx="7495596" cy="577160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8B8BDD8-459B-DA8A-B2AA-710FE6259C03}"/>
              </a:ext>
            </a:extLst>
          </p:cNvPr>
          <p:cNvSpPr/>
          <p:nvPr/>
        </p:nvSpPr>
        <p:spPr>
          <a:xfrm>
            <a:off x="7315199" y="623386"/>
            <a:ext cx="894736" cy="5142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91780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pSp>
        <p:nvGrpSpPr>
          <p:cNvPr id="3" name="Group 2">
            <a:extLst>
              <a:ext uri="{FF2B5EF4-FFF2-40B4-BE49-F238E27FC236}">
                <a16:creationId xmlns:a16="http://schemas.microsoft.com/office/drawing/2014/main" id="{C5D44B55-1725-51AD-89E0-F4453E36F538}"/>
              </a:ext>
            </a:extLst>
          </p:cNvPr>
          <p:cNvGrpSpPr>
            <a:grpSpLocks noChangeAspect="1"/>
          </p:cNvGrpSpPr>
          <p:nvPr/>
        </p:nvGrpSpPr>
        <p:grpSpPr>
          <a:xfrm>
            <a:off x="7077566" y="606635"/>
            <a:ext cx="4767648" cy="5402206"/>
            <a:chOff x="10070570" y="1719000"/>
            <a:chExt cx="1518290" cy="1816604"/>
          </a:xfrm>
        </p:grpSpPr>
        <p:pic>
          <p:nvPicPr>
            <p:cNvPr id="4" name="Picture 3" descr="A close up of a logo&#10;&#10;Description automatically generated">
              <a:extLst>
                <a:ext uri="{FF2B5EF4-FFF2-40B4-BE49-F238E27FC236}">
                  <a16:creationId xmlns:a16="http://schemas.microsoft.com/office/drawing/2014/main" id="{952A0C41-91C8-B6E5-1A4D-DEC2F1818A76}"/>
                </a:ext>
              </a:extLst>
            </p:cNvPr>
            <p:cNvPicPr>
              <a:picLocks noChangeAspect="1"/>
            </p:cNvPicPr>
            <p:nvPr/>
          </p:nvPicPr>
          <p:blipFill rotWithShape="1">
            <a:blip r:embed="rId2">
              <a:extLst>
                <a:ext uri="{28A0092B-C50C-407E-A947-70E740481C1C}">
                  <a14:useLocalDpi xmlns:a14="http://schemas.microsoft.com/office/drawing/2010/main" val="0"/>
                </a:ext>
              </a:extLst>
            </a:blip>
            <a:srcRect l="1659" t="751" r="67705" b="51096"/>
            <a:stretch/>
          </p:blipFill>
          <p:spPr>
            <a:xfrm>
              <a:off x="10070570" y="1719000"/>
              <a:ext cx="1518290" cy="1816604"/>
            </a:xfrm>
            <a:prstGeom prst="rect">
              <a:avLst/>
            </a:prstGeom>
          </p:spPr>
        </p:pic>
        <p:sp>
          <p:nvSpPr>
            <p:cNvPr id="6" name="TextBox 5">
              <a:extLst>
                <a:ext uri="{FF2B5EF4-FFF2-40B4-BE49-F238E27FC236}">
                  <a16:creationId xmlns:a16="http://schemas.microsoft.com/office/drawing/2014/main" id="{FDA92FC3-9F5A-BE16-37DA-F72497878EFB}"/>
                </a:ext>
              </a:extLst>
            </p:cNvPr>
            <p:cNvSpPr txBox="1"/>
            <p:nvPr/>
          </p:nvSpPr>
          <p:spPr>
            <a:xfrm>
              <a:off x="10568424" y="1738456"/>
              <a:ext cx="392136" cy="124196"/>
            </a:xfrm>
            <a:prstGeom prst="rect">
              <a:avLst/>
            </a:prstGeom>
            <a:solidFill>
              <a:schemeClr val="bg1"/>
            </a:solid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Symbology</a:t>
              </a:r>
            </a:p>
          </p:txBody>
        </p:sp>
      </p:grpSp>
      <p:pic>
        <p:nvPicPr>
          <p:cNvPr id="3076" name="Picture 4">
            <a:extLst>
              <a:ext uri="{FF2B5EF4-FFF2-40B4-BE49-F238E27FC236}">
                <a16:creationId xmlns:a16="http://schemas.microsoft.com/office/drawing/2014/main" id="{9B45CE3B-F847-B5BF-688D-F014E5C21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22" y="-64008"/>
            <a:ext cx="6003925"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8F096E9-AD97-602F-6C80-C331B489E8DF}"/>
              </a:ext>
            </a:extLst>
          </p:cNvPr>
          <p:cNvSpPr/>
          <p:nvPr/>
        </p:nvSpPr>
        <p:spPr>
          <a:xfrm>
            <a:off x="6823587" y="606635"/>
            <a:ext cx="894736" cy="5142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5149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descr="A close up of a logo&#10;&#10;Description automatically generated">
            <a:extLst>
              <a:ext uri="{FF2B5EF4-FFF2-40B4-BE49-F238E27FC236}">
                <a16:creationId xmlns:a16="http://schemas.microsoft.com/office/drawing/2014/main" id="{952A0C41-91C8-B6E5-1A4D-DEC2F1818A76}"/>
              </a:ext>
            </a:extLst>
          </p:cNvPr>
          <p:cNvPicPr>
            <a:picLocks noChangeAspect="1"/>
          </p:cNvPicPr>
          <p:nvPr/>
        </p:nvPicPr>
        <p:blipFill rotWithShape="1">
          <a:blip r:embed="rId2">
            <a:extLst>
              <a:ext uri="{28A0092B-C50C-407E-A947-70E740481C1C}">
                <a14:useLocalDpi xmlns:a14="http://schemas.microsoft.com/office/drawing/2010/main" val="0"/>
              </a:ext>
            </a:extLst>
          </a:blip>
          <a:srcRect l="968" t="48062" r="68396" b="3785"/>
          <a:stretch/>
        </p:blipFill>
        <p:spPr>
          <a:xfrm>
            <a:off x="7424352" y="577138"/>
            <a:ext cx="4767649" cy="5402206"/>
          </a:xfrm>
          <a:prstGeom prst="rect">
            <a:avLst/>
          </a:prstGeom>
        </p:spPr>
      </p:pic>
      <p:sp>
        <p:nvSpPr>
          <p:cNvPr id="8" name="Rectangle 7">
            <a:extLst>
              <a:ext uri="{FF2B5EF4-FFF2-40B4-BE49-F238E27FC236}">
                <a16:creationId xmlns:a16="http://schemas.microsoft.com/office/drawing/2014/main" id="{957DF8C4-9723-7F7A-0F23-5A38ECFEE5E5}"/>
              </a:ext>
            </a:extLst>
          </p:cNvPr>
          <p:cNvSpPr/>
          <p:nvPr/>
        </p:nvSpPr>
        <p:spPr>
          <a:xfrm>
            <a:off x="7494581" y="558443"/>
            <a:ext cx="4962890" cy="5142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3CC63078-3A13-A17A-7E9E-8D5EA4F332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7497922" cy="496529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87335C0-1D42-2458-DD0C-5F7EE95B51C7}"/>
              </a:ext>
            </a:extLst>
          </p:cNvPr>
          <p:cNvSpPr txBox="1"/>
          <p:nvPr/>
        </p:nvSpPr>
        <p:spPr>
          <a:xfrm>
            <a:off x="1524" y="5486400"/>
            <a:ext cx="6094476" cy="369332"/>
          </a:xfrm>
          <a:prstGeom prst="rect">
            <a:avLst/>
          </a:prstGeom>
          <a:noFill/>
        </p:spPr>
        <p:txBody>
          <a:bodyPr wrap="square">
            <a:spAutoFit/>
          </a:bodyPr>
          <a:lstStyle/>
          <a:p>
            <a:pPr algn="l"/>
            <a:r>
              <a:rPr lang="en-US" b="1" i="0" dirty="0">
                <a:solidFill>
                  <a:srgbClr val="1A1A1A"/>
                </a:solidFill>
                <a:effectLst/>
                <a:latin typeface="PT Sans" panose="020B0503020203020204" pitchFamily="34" charset="0"/>
              </a:rPr>
              <a:t>Ruapehu, New Zealand</a:t>
            </a:r>
            <a:r>
              <a:rPr lang="en-US" b="1" dirty="0">
                <a:solidFill>
                  <a:srgbClr val="1A1A1A"/>
                </a:solidFill>
                <a:latin typeface="PT Sans" panose="020B0503020203020204" pitchFamily="34" charset="0"/>
              </a:rPr>
              <a:t> (</a:t>
            </a:r>
            <a:r>
              <a:rPr lang="en-US" b="1" dirty="0" err="1">
                <a:solidFill>
                  <a:srgbClr val="1A1A1A"/>
                </a:solidFill>
                <a:latin typeface="PT Sans" panose="020B0503020203020204" pitchFamily="34" charset="0"/>
              </a:rPr>
              <a:t>Strehlow</a:t>
            </a:r>
            <a:r>
              <a:rPr lang="en-US" b="1" dirty="0">
                <a:solidFill>
                  <a:srgbClr val="1A1A1A"/>
                </a:solidFill>
                <a:latin typeface="PT Sans" panose="020B0503020203020204" pitchFamily="34" charset="0"/>
              </a:rPr>
              <a:t> et al. </a:t>
            </a:r>
            <a:r>
              <a:rPr lang="en-US" b="1" i="0" dirty="0">
                <a:solidFill>
                  <a:srgbClr val="1A1A1A"/>
                </a:solidFill>
                <a:effectLst/>
                <a:latin typeface="PT Sans" panose="020B0503020203020204" pitchFamily="34" charset="0"/>
              </a:rPr>
              <a:t>2017)</a:t>
            </a:r>
          </a:p>
        </p:txBody>
      </p:sp>
      <p:sp>
        <p:nvSpPr>
          <p:cNvPr id="5" name="Rectangle 4">
            <a:extLst>
              <a:ext uri="{FF2B5EF4-FFF2-40B4-BE49-F238E27FC236}">
                <a16:creationId xmlns:a16="http://schemas.microsoft.com/office/drawing/2014/main" id="{356628C3-07B3-CB3A-BE02-69B5AB9C49E5}"/>
              </a:ext>
            </a:extLst>
          </p:cNvPr>
          <p:cNvSpPr/>
          <p:nvPr/>
        </p:nvSpPr>
        <p:spPr>
          <a:xfrm>
            <a:off x="7494581" y="921570"/>
            <a:ext cx="894736" cy="5142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DA92FC3-9F5A-BE16-37DA-F72497878EFB}"/>
              </a:ext>
            </a:extLst>
          </p:cNvPr>
          <p:cNvSpPr txBox="1"/>
          <p:nvPr/>
        </p:nvSpPr>
        <p:spPr>
          <a:xfrm>
            <a:off x="8780150" y="878657"/>
            <a:ext cx="2129620" cy="646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Confidence intervals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6697004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7" name="TextBox 6">
            <a:extLst>
              <a:ext uri="{FF2B5EF4-FFF2-40B4-BE49-F238E27FC236}">
                <a16:creationId xmlns:a16="http://schemas.microsoft.com/office/drawing/2014/main" id="{B87335C0-1D42-2458-DD0C-5F7EE95B51C7}"/>
              </a:ext>
            </a:extLst>
          </p:cNvPr>
          <p:cNvSpPr txBox="1"/>
          <p:nvPr/>
        </p:nvSpPr>
        <p:spPr>
          <a:xfrm>
            <a:off x="276606" y="6113901"/>
            <a:ext cx="6992874" cy="369332"/>
          </a:xfrm>
          <a:prstGeom prst="rect">
            <a:avLst/>
          </a:prstGeom>
          <a:noFill/>
        </p:spPr>
        <p:txBody>
          <a:bodyPr wrap="square">
            <a:spAutoFit/>
          </a:bodyPr>
          <a:lstStyle/>
          <a:p>
            <a:pPr algn="l"/>
            <a:r>
              <a:rPr lang="en-US" b="1" i="0" dirty="0" err="1">
                <a:solidFill>
                  <a:srgbClr val="1A1A1A"/>
                </a:solidFill>
                <a:effectLst/>
                <a:latin typeface="PT Sans" panose="020B0503020203020204" pitchFamily="34" charset="0"/>
              </a:rPr>
              <a:t>Changbaishan</a:t>
            </a:r>
            <a:r>
              <a:rPr lang="en-US" b="1" i="0" dirty="0">
                <a:solidFill>
                  <a:srgbClr val="1A1A1A"/>
                </a:solidFill>
                <a:effectLst/>
                <a:latin typeface="PT Sans" panose="020B0503020203020204" pitchFamily="34" charset="0"/>
              </a:rPr>
              <a:t> [</a:t>
            </a:r>
            <a:r>
              <a:rPr lang="en-US" b="1" i="0" dirty="0" err="1">
                <a:solidFill>
                  <a:srgbClr val="1A1A1A"/>
                </a:solidFill>
                <a:effectLst/>
                <a:latin typeface="PT Sans" panose="020B0503020203020204" pitchFamily="34" charset="0"/>
              </a:rPr>
              <a:t>Baekdusan</a:t>
            </a:r>
            <a:r>
              <a:rPr lang="en-US" b="1" i="0" dirty="0">
                <a:solidFill>
                  <a:srgbClr val="1A1A1A"/>
                </a:solidFill>
                <a:effectLst/>
                <a:latin typeface="PT Sans" panose="020B0503020203020204" pitchFamily="34" charset="0"/>
              </a:rPr>
              <a:t>], China-North Korea (Yun &amp; Chang, 2017)</a:t>
            </a:r>
          </a:p>
        </p:txBody>
      </p:sp>
      <p:pic>
        <p:nvPicPr>
          <p:cNvPr id="5122" name="Picture 2">
            <a:extLst>
              <a:ext uri="{FF2B5EF4-FFF2-40B4-BE49-F238E27FC236}">
                <a16:creationId xmlns:a16="http://schemas.microsoft.com/office/drawing/2014/main" id="{0D730767-1D69-E6C0-8C51-B08ABF5C3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93" y="114491"/>
            <a:ext cx="7396541" cy="590901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close up of a logo&#10;&#10;Description automatically generated">
            <a:extLst>
              <a:ext uri="{FF2B5EF4-FFF2-40B4-BE49-F238E27FC236}">
                <a16:creationId xmlns:a16="http://schemas.microsoft.com/office/drawing/2014/main" id="{27749EEE-3968-973E-3DBA-31C9B147A3CE}"/>
              </a:ext>
            </a:extLst>
          </p:cNvPr>
          <p:cNvPicPr>
            <a:picLocks noChangeAspect="1"/>
          </p:cNvPicPr>
          <p:nvPr/>
        </p:nvPicPr>
        <p:blipFill rotWithShape="1">
          <a:blip r:embed="rId3">
            <a:extLst>
              <a:ext uri="{28A0092B-C50C-407E-A947-70E740481C1C}">
                <a14:useLocalDpi xmlns:a14="http://schemas.microsoft.com/office/drawing/2010/main" val="0"/>
              </a:ext>
            </a:extLst>
          </a:blip>
          <a:srcRect l="968" t="48062" r="68396" b="3785"/>
          <a:stretch/>
        </p:blipFill>
        <p:spPr>
          <a:xfrm>
            <a:off x="7424352" y="577138"/>
            <a:ext cx="4767649" cy="5402206"/>
          </a:xfrm>
          <a:prstGeom prst="rect">
            <a:avLst/>
          </a:prstGeom>
        </p:spPr>
      </p:pic>
      <p:sp>
        <p:nvSpPr>
          <p:cNvPr id="8" name="Rectangle 7">
            <a:extLst>
              <a:ext uri="{FF2B5EF4-FFF2-40B4-BE49-F238E27FC236}">
                <a16:creationId xmlns:a16="http://schemas.microsoft.com/office/drawing/2014/main" id="{D602E8B1-58F3-9C09-F558-062876F7E38B}"/>
              </a:ext>
            </a:extLst>
          </p:cNvPr>
          <p:cNvSpPr/>
          <p:nvPr/>
        </p:nvSpPr>
        <p:spPr>
          <a:xfrm>
            <a:off x="7494581" y="558443"/>
            <a:ext cx="4962890" cy="5142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1A58EA9-340E-7141-951D-A05CCF915B39}"/>
              </a:ext>
            </a:extLst>
          </p:cNvPr>
          <p:cNvSpPr/>
          <p:nvPr/>
        </p:nvSpPr>
        <p:spPr>
          <a:xfrm>
            <a:off x="7494581" y="921570"/>
            <a:ext cx="894736" cy="5142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DA68EFB-13C5-C005-697E-5670841F64BF}"/>
              </a:ext>
            </a:extLst>
          </p:cNvPr>
          <p:cNvSpPr txBox="1"/>
          <p:nvPr/>
        </p:nvSpPr>
        <p:spPr>
          <a:xfrm>
            <a:off x="8780150" y="878657"/>
            <a:ext cx="2129620" cy="646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Confidence intervals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4409457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EFDAF-95A4-4732-A127-022D139E5645}"/>
              </a:ext>
            </a:extLst>
          </p:cNvPr>
          <p:cNvSpPr>
            <a:spLocks noGrp="1"/>
          </p:cNvSpPr>
          <p:nvPr>
            <p:ph type="title"/>
          </p:nvPr>
        </p:nvSpPr>
        <p:spPr/>
        <p:txBody>
          <a:bodyPr/>
          <a:lstStyle/>
          <a:p>
            <a:endParaRPr lang="en-US"/>
          </a:p>
        </p:txBody>
      </p:sp>
      <p:graphicFrame>
        <p:nvGraphicFramePr>
          <p:cNvPr id="3" name="Table 2">
            <a:extLst>
              <a:ext uri="{FF2B5EF4-FFF2-40B4-BE49-F238E27FC236}">
                <a16:creationId xmlns:a16="http://schemas.microsoft.com/office/drawing/2014/main" id="{AEB8E7EF-6825-43F1-9D5A-9A8754824844}"/>
              </a:ext>
            </a:extLst>
          </p:cNvPr>
          <p:cNvGraphicFramePr>
            <a:graphicFrameLocks noGrp="1"/>
          </p:cNvGraphicFramePr>
          <p:nvPr/>
        </p:nvGraphicFramePr>
        <p:xfrm>
          <a:off x="0" y="0"/>
          <a:ext cx="12192000" cy="6858008"/>
        </p:xfrm>
        <a:graphic>
          <a:graphicData uri="http://schemas.openxmlformats.org/drawingml/2006/table">
            <a:tbl>
              <a:tblPr firstRow="1" firstCol="1" bandRow="1">
                <a:tableStyleId>{5202B0CA-FC54-4496-8BCA-5EF66A818D29}</a:tableStyleId>
              </a:tblPr>
              <a:tblGrid>
                <a:gridCol w="2268415">
                  <a:extLst>
                    <a:ext uri="{9D8B030D-6E8A-4147-A177-3AD203B41FA5}">
                      <a16:colId xmlns:a16="http://schemas.microsoft.com/office/drawing/2014/main" val="3226932940"/>
                    </a:ext>
                  </a:extLst>
                </a:gridCol>
                <a:gridCol w="8537331">
                  <a:extLst>
                    <a:ext uri="{9D8B030D-6E8A-4147-A177-3AD203B41FA5}">
                      <a16:colId xmlns:a16="http://schemas.microsoft.com/office/drawing/2014/main" val="3736759357"/>
                    </a:ext>
                  </a:extLst>
                </a:gridCol>
                <a:gridCol w="1386254">
                  <a:extLst>
                    <a:ext uri="{9D8B030D-6E8A-4147-A177-3AD203B41FA5}">
                      <a16:colId xmlns:a16="http://schemas.microsoft.com/office/drawing/2014/main" val="2644283965"/>
                    </a:ext>
                  </a:extLst>
                </a:gridCol>
              </a:tblGrid>
              <a:tr h="240637">
                <a:tc>
                  <a:txBody>
                    <a:bodyPr/>
                    <a:lstStyle/>
                    <a:p>
                      <a:pPr marL="0" marR="0" algn="l">
                        <a:lnSpc>
                          <a:spcPct val="107000"/>
                        </a:lnSpc>
                        <a:spcBef>
                          <a:spcPts val="0"/>
                        </a:spcBef>
                        <a:spcAft>
                          <a:spcPts val="0"/>
                        </a:spcAft>
                      </a:pPr>
                      <a:r>
                        <a:rPr lang="en-US" sz="1200">
                          <a:effectLst/>
                          <a:latin typeface="+mn-lt"/>
                        </a:rPr>
                        <a:t>Map element</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Description</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 of maps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999324314"/>
                  </a:ext>
                </a:extLst>
              </a:tr>
              <a:tr h="199466">
                <a:tc>
                  <a:txBody>
                    <a:bodyPr/>
                    <a:lstStyle/>
                    <a:p>
                      <a:pPr marL="0" marR="0" algn="l">
                        <a:lnSpc>
                          <a:spcPct val="107000"/>
                        </a:lnSpc>
                        <a:spcBef>
                          <a:spcPts val="0"/>
                        </a:spcBef>
                        <a:spcAft>
                          <a:spcPts val="0"/>
                        </a:spcAft>
                      </a:pPr>
                      <a:r>
                        <a:rPr lang="en-US" sz="1200" dirty="0">
                          <a:effectLst/>
                          <a:latin typeface="+mn-lt"/>
                        </a:rPr>
                        <a:t>actions to take</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The map describes what to do during unrest or eruption </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22</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3823848322"/>
                  </a:ext>
                </a:extLst>
              </a:tr>
              <a:tr h="199466">
                <a:tc>
                  <a:txBody>
                    <a:bodyPr/>
                    <a:lstStyle/>
                    <a:p>
                      <a:pPr marL="0" marR="0" algn="l">
                        <a:lnSpc>
                          <a:spcPct val="107000"/>
                        </a:lnSpc>
                        <a:spcBef>
                          <a:spcPts val="0"/>
                        </a:spcBef>
                        <a:spcAft>
                          <a:spcPts val="0"/>
                        </a:spcAft>
                      </a:pPr>
                      <a:r>
                        <a:rPr lang="en-US" sz="1200">
                          <a:effectLst/>
                          <a:latin typeface="+mn-lt"/>
                        </a:rPr>
                        <a:t>alert level scheme</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The alert level scheme for the volcano is described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11</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1904175793"/>
                  </a:ext>
                </a:extLst>
              </a:tr>
              <a:tr h="199466">
                <a:tc>
                  <a:txBody>
                    <a:bodyPr/>
                    <a:lstStyle/>
                    <a:p>
                      <a:pPr marL="0" marR="0" algn="l">
                        <a:lnSpc>
                          <a:spcPct val="107000"/>
                        </a:lnSpc>
                        <a:spcBef>
                          <a:spcPts val="0"/>
                        </a:spcBef>
                        <a:spcAft>
                          <a:spcPts val="0"/>
                        </a:spcAft>
                      </a:pPr>
                      <a:r>
                        <a:rPr lang="en-US" sz="1200">
                          <a:effectLst/>
                          <a:latin typeface="+mn-lt"/>
                        </a:rPr>
                        <a:t>area map</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An area map is included that shows the regional context </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24</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737514807"/>
                  </a:ext>
                </a:extLst>
              </a:tr>
              <a:tr h="228596">
                <a:tc>
                  <a:txBody>
                    <a:bodyPr/>
                    <a:lstStyle/>
                    <a:p>
                      <a:pPr marL="0" marR="0" algn="l">
                        <a:lnSpc>
                          <a:spcPct val="107000"/>
                        </a:lnSpc>
                        <a:spcBef>
                          <a:spcPts val="0"/>
                        </a:spcBef>
                        <a:spcAft>
                          <a:spcPts val="0"/>
                        </a:spcAft>
                      </a:pPr>
                      <a:r>
                        <a:rPr lang="en-US" sz="1200" dirty="0">
                          <a:effectLst/>
                          <a:latin typeface="+mn-lt"/>
                        </a:rPr>
                        <a:t>audience and/or purpose</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dirty="0">
                          <a:effectLst/>
                          <a:latin typeface="+mn-lt"/>
                        </a:rPr>
                        <a:t>The intended audience or purpose is described</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11</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2780294920"/>
                  </a:ext>
                </a:extLst>
              </a:tr>
              <a:tr h="199466">
                <a:tc>
                  <a:txBody>
                    <a:bodyPr/>
                    <a:lstStyle/>
                    <a:p>
                      <a:pPr marL="0" marR="0" algn="l">
                        <a:lnSpc>
                          <a:spcPct val="107000"/>
                        </a:lnSpc>
                        <a:spcBef>
                          <a:spcPts val="0"/>
                        </a:spcBef>
                        <a:spcAft>
                          <a:spcPts val="0"/>
                        </a:spcAft>
                      </a:pPr>
                      <a:r>
                        <a:rPr lang="en-US" sz="1200">
                          <a:effectLst/>
                          <a:latin typeface="+mn-lt"/>
                        </a:rPr>
                        <a:t>cartographic legend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A legend is provided for cartographic symbols (e.g. roads, lakes)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52</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4068631523"/>
                  </a:ext>
                </a:extLst>
              </a:tr>
              <a:tr h="199466">
                <a:tc>
                  <a:txBody>
                    <a:bodyPr/>
                    <a:lstStyle/>
                    <a:p>
                      <a:pPr marL="0" marR="0" algn="l">
                        <a:lnSpc>
                          <a:spcPct val="107000"/>
                        </a:lnSpc>
                        <a:spcBef>
                          <a:spcPts val="0"/>
                        </a:spcBef>
                        <a:spcAft>
                          <a:spcPts val="0"/>
                        </a:spcAft>
                      </a:pPr>
                      <a:r>
                        <a:rPr lang="en-US" sz="1200" dirty="0">
                          <a:effectLst/>
                          <a:latin typeface="+mn-lt"/>
                        </a:rPr>
                        <a:t>color scheme order </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Color scheme is in order (e.g. red = high hazard)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a:effectLst/>
                          <a:latin typeface="+mn-lt"/>
                        </a:rPr>
                        <a:t>58</a:t>
                      </a:r>
                      <a:endParaRPr lang="en-US" sz="120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3059076671"/>
                  </a:ext>
                </a:extLst>
              </a:tr>
              <a:tr h="199466">
                <a:tc>
                  <a:txBody>
                    <a:bodyPr/>
                    <a:lstStyle/>
                    <a:p>
                      <a:pPr marL="0" marR="0" algn="l">
                        <a:lnSpc>
                          <a:spcPct val="107000"/>
                        </a:lnSpc>
                        <a:spcBef>
                          <a:spcPts val="0"/>
                        </a:spcBef>
                        <a:spcAft>
                          <a:spcPts val="0"/>
                        </a:spcAft>
                      </a:pPr>
                      <a:r>
                        <a:rPr lang="en-US" sz="1200">
                          <a:effectLst/>
                          <a:latin typeface="+mn-lt"/>
                        </a:rPr>
                        <a:t>conditional validity</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The conditions under which the map is valid are described (e.g. VEI &lt; 5, central vent eruptions)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26</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3221805756"/>
                  </a:ext>
                </a:extLst>
              </a:tr>
              <a:tr h="199466">
                <a:tc>
                  <a:txBody>
                    <a:bodyPr/>
                    <a:lstStyle/>
                    <a:p>
                      <a:pPr marL="0" marR="0" algn="l">
                        <a:lnSpc>
                          <a:spcPct val="107000"/>
                        </a:lnSpc>
                        <a:spcBef>
                          <a:spcPts val="0"/>
                        </a:spcBef>
                        <a:spcAft>
                          <a:spcPts val="0"/>
                        </a:spcAft>
                      </a:pPr>
                      <a:r>
                        <a:rPr lang="en-US" sz="1200">
                          <a:effectLst/>
                          <a:latin typeface="+mn-lt"/>
                        </a:rPr>
                        <a:t>coordinates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Geographic coordinates are shown </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58</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995327314"/>
                  </a:ext>
                </a:extLst>
              </a:tr>
              <a:tr h="199466">
                <a:tc>
                  <a:txBody>
                    <a:bodyPr/>
                    <a:lstStyle/>
                    <a:p>
                      <a:pPr marL="0" marR="0" algn="l">
                        <a:lnSpc>
                          <a:spcPct val="107000"/>
                        </a:lnSpc>
                        <a:spcBef>
                          <a:spcPts val="0"/>
                        </a:spcBef>
                        <a:spcAft>
                          <a:spcPts val="0"/>
                        </a:spcAft>
                      </a:pPr>
                      <a:r>
                        <a:rPr lang="en-US" sz="1200">
                          <a:effectLst/>
                          <a:latin typeface="+mn-lt"/>
                        </a:rPr>
                        <a:t>eruptive history</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The eruptive history of the volcano is described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21</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1275840998"/>
                  </a:ext>
                </a:extLst>
              </a:tr>
              <a:tr h="199466">
                <a:tc>
                  <a:txBody>
                    <a:bodyPr/>
                    <a:lstStyle/>
                    <a:p>
                      <a:pPr marL="0" marR="0" algn="l">
                        <a:lnSpc>
                          <a:spcPct val="107000"/>
                        </a:lnSpc>
                        <a:spcBef>
                          <a:spcPts val="0"/>
                        </a:spcBef>
                        <a:spcAft>
                          <a:spcPts val="0"/>
                        </a:spcAft>
                      </a:pPr>
                      <a:r>
                        <a:rPr lang="en-US" sz="1200">
                          <a:effectLst/>
                          <a:latin typeface="+mn-lt"/>
                        </a:rPr>
                        <a:t>evacuation route</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Evacuation routes are visually depicted on the map</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10</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2514400800"/>
                  </a:ext>
                </a:extLst>
              </a:tr>
              <a:tr h="199466">
                <a:tc>
                  <a:txBody>
                    <a:bodyPr/>
                    <a:lstStyle/>
                    <a:p>
                      <a:pPr marL="0" marR="0" algn="l">
                        <a:lnSpc>
                          <a:spcPct val="107000"/>
                        </a:lnSpc>
                        <a:spcBef>
                          <a:spcPts val="0"/>
                        </a:spcBef>
                        <a:spcAft>
                          <a:spcPts val="0"/>
                        </a:spcAft>
                      </a:pPr>
                      <a:r>
                        <a:rPr lang="en-US" sz="1200">
                          <a:effectLst/>
                          <a:latin typeface="+mn-lt"/>
                        </a:rPr>
                        <a:t>expiration</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The conditions that will trigger map revision are described (e.g. summit changes, a time limit, new information)</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6</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1911510843"/>
                  </a:ext>
                </a:extLst>
              </a:tr>
              <a:tr h="199466">
                <a:tc>
                  <a:txBody>
                    <a:bodyPr/>
                    <a:lstStyle/>
                    <a:p>
                      <a:pPr marL="0" marR="0" algn="l">
                        <a:lnSpc>
                          <a:spcPct val="107000"/>
                        </a:lnSpc>
                        <a:spcBef>
                          <a:spcPts val="0"/>
                        </a:spcBef>
                        <a:spcAft>
                          <a:spcPts val="0"/>
                        </a:spcAft>
                      </a:pPr>
                      <a:r>
                        <a:rPr lang="en-US" sz="1200">
                          <a:effectLst/>
                          <a:latin typeface="+mn-lt"/>
                        </a:rPr>
                        <a:t>glossary of terms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Geological terms are defined in a glossary section</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6</a:t>
                      </a:r>
                    </a:p>
                  </a:txBody>
                  <a:tcPr marL="39095" marR="39095" marT="0" marB="0"/>
                </a:tc>
                <a:extLst>
                  <a:ext uri="{0D108BD9-81ED-4DB2-BD59-A6C34878D82A}">
                    <a16:rowId xmlns:a16="http://schemas.microsoft.com/office/drawing/2014/main" val="1490948683"/>
                  </a:ext>
                </a:extLst>
              </a:tr>
              <a:tr h="199466">
                <a:tc>
                  <a:txBody>
                    <a:bodyPr/>
                    <a:lstStyle/>
                    <a:p>
                      <a:pPr marL="0" marR="0" algn="l">
                        <a:lnSpc>
                          <a:spcPct val="107000"/>
                        </a:lnSpc>
                        <a:spcBef>
                          <a:spcPts val="0"/>
                        </a:spcBef>
                        <a:spcAft>
                          <a:spcPts val="0"/>
                        </a:spcAft>
                      </a:pPr>
                      <a:r>
                        <a:rPr lang="en-US" sz="1200">
                          <a:effectLst/>
                          <a:latin typeface="+mn-lt"/>
                        </a:rPr>
                        <a:t>hazard details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dirty="0">
                          <a:effectLst/>
                          <a:latin typeface="+mn-lt"/>
                        </a:rPr>
                        <a:t>Hazard processes are defined or described </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18</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3931473861"/>
                  </a:ext>
                </a:extLst>
              </a:tr>
              <a:tr h="199466">
                <a:tc>
                  <a:txBody>
                    <a:bodyPr/>
                    <a:lstStyle/>
                    <a:p>
                      <a:pPr marL="0" marR="0" algn="l">
                        <a:lnSpc>
                          <a:spcPct val="107000"/>
                        </a:lnSpc>
                        <a:spcBef>
                          <a:spcPts val="0"/>
                        </a:spcBef>
                        <a:spcAft>
                          <a:spcPts val="0"/>
                        </a:spcAft>
                      </a:pPr>
                      <a:r>
                        <a:rPr lang="en-US" sz="1200">
                          <a:effectLst/>
                          <a:latin typeface="+mn-lt"/>
                        </a:rPr>
                        <a:t>hazard travel time</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Hazard arrival times or velocities are depicted or described </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13</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2818038339"/>
                  </a:ext>
                </a:extLst>
              </a:tr>
              <a:tr h="199466">
                <a:tc>
                  <a:txBody>
                    <a:bodyPr/>
                    <a:lstStyle/>
                    <a:p>
                      <a:pPr marL="0" marR="0" algn="l">
                        <a:lnSpc>
                          <a:spcPct val="107000"/>
                        </a:lnSpc>
                        <a:spcBef>
                          <a:spcPts val="0"/>
                        </a:spcBef>
                        <a:spcAft>
                          <a:spcPts val="0"/>
                        </a:spcAft>
                      </a:pPr>
                      <a:r>
                        <a:rPr lang="en-US" sz="1200">
                          <a:effectLst/>
                          <a:latin typeface="+mn-lt"/>
                        </a:rPr>
                        <a:t>hazard zone description</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Hazard zones have accompanying descriptions beyond labels </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74</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1438890563"/>
                  </a:ext>
                </a:extLst>
              </a:tr>
              <a:tr h="199466">
                <a:tc>
                  <a:txBody>
                    <a:bodyPr/>
                    <a:lstStyle/>
                    <a:p>
                      <a:pPr marL="0" marR="0" algn="l">
                        <a:lnSpc>
                          <a:spcPct val="107000"/>
                        </a:lnSpc>
                        <a:spcBef>
                          <a:spcPts val="0"/>
                        </a:spcBef>
                        <a:spcAft>
                          <a:spcPts val="0"/>
                        </a:spcAft>
                      </a:pPr>
                      <a:r>
                        <a:rPr lang="en-US" sz="1200">
                          <a:effectLst/>
                          <a:latin typeface="+mn-lt"/>
                        </a:rPr>
                        <a:t>hazard zone legend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A legend is provided for the hazard zones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90</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78651975"/>
                  </a:ext>
                </a:extLst>
              </a:tr>
              <a:tr h="199466">
                <a:tc>
                  <a:txBody>
                    <a:bodyPr/>
                    <a:lstStyle/>
                    <a:p>
                      <a:pPr marL="0" marR="0" algn="l">
                        <a:lnSpc>
                          <a:spcPct val="107000"/>
                        </a:lnSpc>
                        <a:spcBef>
                          <a:spcPts val="0"/>
                        </a:spcBef>
                        <a:spcAft>
                          <a:spcPts val="0"/>
                        </a:spcAft>
                      </a:pPr>
                      <a:r>
                        <a:rPr lang="en-US" sz="1200">
                          <a:effectLst/>
                          <a:latin typeface="+mn-lt"/>
                        </a:rPr>
                        <a:t>impact details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Impact details (e.g. roof collapse, crop damage) are described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20</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4105605972"/>
                  </a:ext>
                </a:extLst>
              </a:tr>
              <a:tr h="199466">
                <a:tc>
                  <a:txBody>
                    <a:bodyPr/>
                    <a:lstStyle/>
                    <a:p>
                      <a:pPr marL="0" marR="0" algn="l">
                        <a:lnSpc>
                          <a:spcPct val="107000"/>
                        </a:lnSpc>
                        <a:spcBef>
                          <a:spcPts val="0"/>
                        </a:spcBef>
                        <a:spcAft>
                          <a:spcPts val="0"/>
                        </a:spcAft>
                      </a:pPr>
                      <a:r>
                        <a:rPr lang="en-US" sz="1200">
                          <a:effectLst/>
                          <a:latin typeface="+mn-lt"/>
                        </a:rPr>
                        <a:t>impact locations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Specific towns or drainages are named or listed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a:effectLst/>
                          <a:latin typeface="+mn-lt"/>
                        </a:rPr>
                        <a:t>15</a:t>
                      </a:r>
                      <a:endParaRPr lang="en-US" sz="120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3216852293"/>
                  </a:ext>
                </a:extLst>
              </a:tr>
              <a:tr h="199466">
                <a:tc>
                  <a:txBody>
                    <a:bodyPr/>
                    <a:lstStyle/>
                    <a:p>
                      <a:pPr marL="0" marR="0" algn="l">
                        <a:lnSpc>
                          <a:spcPct val="107000"/>
                        </a:lnSpc>
                        <a:spcBef>
                          <a:spcPts val="0"/>
                        </a:spcBef>
                        <a:spcAft>
                          <a:spcPts val="0"/>
                        </a:spcAft>
                      </a:pPr>
                      <a:r>
                        <a:rPr lang="en-US" sz="1200">
                          <a:effectLst/>
                          <a:latin typeface="+mn-lt"/>
                        </a:rPr>
                        <a:t>insets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Insets containing non-map information are included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a:effectLst/>
                          <a:latin typeface="+mn-lt"/>
                        </a:rPr>
                        <a:t>26</a:t>
                      </a:r>
                      <a:endParaRPr lang="en-US" sz="120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747537741"/>
                  </a:ext>
                </a:extLst>
              </a:tr>
              <a:tr h="199466">
                <a:tc>
                  <a:txBody>
                    <a:bodyPr/>
                    <a:lstStyle/>
                    <a:p>
                      <a:pPr marL="0" marR="0" algn="l">
                        <a:lnSpc>
                          <a:spcPct val="107000"/>
                        </a:lnSpc>
                        <a:spcBef>
                          <a:spcPts val="0"/>
                        </a:spcBef>
                        <a:spcAft>
                          <a:spcPts val="0"/>
                        </a:spcAft>
                      </a:pPr>
                      <a:r>
                        <a:rPr lang="en-US" sz="1200">
                          <a:effectLst/>
                          <a:latin typeface="+mn-lt"/>
                        </a:rPr>
                        <a:t>methods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Hazard zonation methods are described in the text</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22</a:t>
                      </a:r>
                    </a:p>
                  </a:txBody>
                  <a:tcPr marL="39095" marR="39095" marT="0" marB="0"/>
                </a:tc>
                <a:extLst>
                  <a:ext uri="{0D108BD9-81ED-4DB2-BD59-A6C34878D82A}">
                    <a16:rowId xmlns:a16="http://schemas.microsoft.com/office/drawing/2014/main" val="941598587"/>
                  </a:ext>
                </a:extLst>
              </a:tr>
              <a:tr h="199466">
                <a:tc>
                  <a:txBody>
                    <a:bodyPr/>
                    <a:lstStyle/>
                    <a:p>
                      <a:pPr marL="0" marR="0" algn="l">
                        <a:lnSpc>
                          <a:spcPct val="107000"/>
                        </a:lnSpc>
                        <a:spcBef>
                          <a:spcPts val="0"/>
                        </a:spcBef>
                        <a:spcAft>
                          <a:spcPts val="0"/>
                        </a:spcAft>
                      </a:pPr>
                      <a:r>
                        <a:rPr lang="en-US" sz="1200">
                          <a:effectLst/>
                          <a:latin typeface="+mn-lt"/>
                        </a:rPr>
                        <a:t>more information source</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Sources for additional information are given</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17</a:t>
                      </a:r>
                    </a:p>
                  </a:txBody>
                  <a:tcPr marL="39095" marR="39095" marT="0" marB="0"/>
                </a:tc>
                <a:extLst>
                  <a:ext uri="{0D108BD9-81ED-4DB2-BD59-A6C34878D82A}">
                    <a16:rowId xmlns:a16="http://schemas.microsoft.com/office/drawing/2014/main" val="176389178"/>
                  </a:ext>
                </a:extLst>
              </a:tr>
              <a:tr h="199466">
                <a:tc>
                  <a:txBody>
                    <a:bodyPr/>
                    <a:lstStyle/>
                    <a:p>
                      <a:pPr marL="0" marR="0" algn="l">
                        <a:lnSpc>
                          <a:spcPct val="107000"/>
                        </a:lnSpc>
                        <a:spcBef>
                          <a:spcPts val="0"/>
                        </a:spcBef>
                        <a:spcAft>
                          <a:spcPts val="0"/>
                        </a:spcAft>
                      </a:pPr>
                      <a:r>
                        <a:rPr lang="en-US" sz="1200">
                          <a:effectLst/>
                          <a:latin typeface="+mn-lt"/>
                        </a:rPr>
                        <a:t>north arrow</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A north arrow is included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67</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3669070383"/>
                  </a:ext>
                </a:extLst>
              </a:tr>
              <a:tr h="199466">
                <a:tc>
                  <a:txBody>
                    <a:bodyPr/>
                    <a:lstStyle/>
                    <a:p>
                      <a:pPr marL="0" marR="0" algn="l">
                        <a:lnSpc>
                          <a:spcPct val="107000"/>
                        </a:lnSpc>
                        <a:spcBef>
                          <a:spcPts val="0"/>
                        </a:spcBef>
                        <a:spcAft>
                          <a:spcPts val="0"/>
                        </a:spcAft>
                      </a:pPr>
                      <a:r>
                        <a:rPr lang="en-US" sz="1200">
                          <a:effectLst/>
                          <a:latin typeface="+mn-lt"/>
                        </a:rPr>
                        <a:t>oblique image included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Oblique (3D) inset images of the terrain or hazard zones are shown </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a:effectLst/>
                          <a:latin typeface="+mn-lt"/>
                        </a:rPr>
                        <a:t>4</a:t>
                      </a:r>
                      <a:endParaRPr lang="en-US" sz="120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763418791"/>
                  </a:ext>
                </a:extLst>
              </a:tr>
              <a:tr h="199466">
                <a:tc>
                  <a:txBody>
                    <a:bodyPr/>
                    <a:lstStyle/>
                    <a:p>
                      <a:pPr marL="0" marR="0" algn="l">
                        <a:lnSpc>
                          <a:spcPct val="107000"/>
                        </a:lnSpc>
                        <a:spcBef>
                          <a:spcPts val="0"/>
                        </a:spcBef>
                        <a:spcAft>
                          <a:spcPts val="0"/>
                        </a:spcAft>
                      </a:pPr>
                      <a:r>
                        <a:rPr lang="en-US" sz="1200">
                          <a:effectLst/>
                          <a:latin typeface="+mn-lt"/>
                        </a:rPr>
                        <a:t>other volcanos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Hazard zones from nearby volcanos are also shown on the map</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a:effectLst/>
                          <a:latin typeface="+mn-lt"/>
                        </a:rPr>
                        <a:t>3</a:t>
                      </a:r>
                      <a:endParaRPr lang="en-US" sz="120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3514043087"/>
                  </a:ext>
                </a:extLst>
              </a:tr>
              <a:tr h="199466">
                <a:tc>
                  <a:txBody>
                    <a:bodyPr/>
                    <a:lstStyle/>
                    <a:p>
                      <a:pPr marL="0" marR="0" algn="l">
                        <a:lnSpc>
                          <a:spcPct val="107000"/>
                        </a:lnSpc>
                        <a:spcBef>
                          <a:spcPts val="0"/>
                        </a:spcBef>
                        <a:spcAft>
                          <a:spcPts val="0"/>
                        </a:spcAft>
                      </a:pPr>
                      <a:r>
                        <a:rPr lang="en-US" sz="1200">
                          <a:effectLst/>
                          <a:latin typeface="+mn-lt"/>
                        </a:rPr>
                        <a:t>past deposits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Deposits from previous eruptions are shown visually </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16</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4273331065"/>
                  </a:ext>
                </a:extLst>
              </a:tr>
              <a:tr h="199466">
                <a:tc>
                  <a:txBody>
                    <a:bodyPr/>
                    <a:lstStyle/>
                    <a:p>
                      <a:pPr marL="0" marR="0" algn="l">
                        <a:lnSpc>
                          <a:spcPct val="107000"/>
                        </a:lnSpc>
                        <a:spcBef>
                          <a:spcPts val="0"/>
                        </a:spcBef>
                        <a:spcAft>
                          <a:spcPts val="0"/>
                        </a:spcAft>
                      </a:pPr>
                      <a:r>
                        <a:rPr lang="en-US" sz="1200">
                          <a:effectLst/>
                          <a:latin typeface="+mn-lt"/>
                        </a:rPr>
                        <a:t>person hours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The amount of time required to make the map is stated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a:effectLst/>
                          <a:latin typeface="+mn-lt"/>
                        </a:rPr>
                        <a:t>1</a:t>
                      </a:r>
                      <a:endParaRPr lang="en-US" sz="120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2223214090"/>
                  </a:ext>
                </a:extLst>
              </a:tr>
              <a:tr h="199466">
                <a:tc>
                  <a:txBody>
                    <a:bodyPr/>
                    <a:lstStyle/>
                    <a:p>
                      <a:pPr marL="0" marR="0" algn="l">
                        <a:lnSpc>
                          <a:spcPct val="107000"/>
                        </a:lnSpc>
                        <a:spcBef>
                          <a:spcPts val="0"/>
                        </a:spcBef>
                        <a:spcAft>
                          <a:spcPts val="0"/>
                        </a:spcAft>
                      </a:pPr>
                      <a:r>
                        <a:rPr lang="en-US" sz="1200">
                          <a:effectLst/>
                          <a:latin typeface="+mn-lt"/>
                        </a:rPr>
                        <a:t>photos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Photos of the volcano, deposits, impacts, etc. are shown</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12</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3046190287"/>
                  </a:ext>
                </a:extLst>
              </a:tr>
              <a:tr h="199466">
                <a:tc>
                  <a:txBody>
                    <a:bodyPr/>
                    <a:lstStyle/>
                    <a:p>
                      <a:pPr marL="0" marR="0" algn="l">
                        <a:lnSpc>
                          <a:spcPct val="107000"/>
                        </a:lnSpc>
                        <a:spcBef>
                          <a:spcPts val="0"/>
                        </a:spcBef>
                        <a:spcAft>
                          <a:spcPts val="0"/>
                        </a:spcAft>
                      </a:pPr>
                      <a:r>
                        <a:rPr lang="en-US" sz="1200">
                          <a:effectLst/>
                          <a:latin typeface="+mn-lt"/>
                        </a:rPr>
                        <a:t>population information</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Population information (e.g. numbers of inhabitants in towns or hazard zones) is depicted or described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9</a:t>
                      </a:r>
                    </a:p>
                  </a:txBody>
                  <a:tcPr marL="39095" marR="39095" marT="0" marB="0"/>
                </a:tc>
                <a:extLst>
                  <a:ext uri="{0D108BD9-81ED-4DB2-BD59-A6C34878D82A}">
                    <a16:rowId xmlns:a16="http://schemas.microsoft.com/office/drawing/2014/main" val="2595023549"/>
                  </a:ext>
                </a:extLst>
              </a:tr>
              <a:tr h="199466">
                <a:tc>
                  <a:txBody>
                    <a:bodyPr/>
                    <a:lstStyle/>
                    <a:p>
                      <a:pPr marL="0" marR="0" algn="l">
                        <a:lnSpc>
                          <a:spcPct val="107000"/>
                        </a:lnSpc>
                        <a:spcBef>
                          <a:spcPts val="0"/>
                        </a:spcBef>
                        <a:spcAft>
                          <a:spcPts val="0"/>
                        </a:spcAft>
                      </a:pPr>
                      <a:r>
                        <a:rPr lang="en-US" sz="1200">
                          <a:effectLst/>
                          <a:latin typeface="+mn-lt"/>
                        </a:rPr>
                        <a:t>references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Reference literature is cited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16</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2673036718"/>
                  </a:ext>
                </a:extLst>
              </a:tr>
              <a:tr h="199466">
                <a:tc>
                  <a:txBody>
                    <a:bodyPr/>
                    <a:lstStyle/>
                    <a:p>
                      <a:pPr marL="0" marR="0" algn="l">
                        <a:lnSpc>
                          <a:spcPct val="107000"/>
                        </a:lnSpc>
                        <a:spcBef>
                          <a:spcPts val="0"/>
                        </a:spcBef>
                        <a:spcAft>
                          <a:spcPts val="0"/>
                        </a:spcAft>
                      </a:pPr>
                      <a:r>
                        <a:rPr lang="en-US" sz="1200">
                          <a:effectLst/>
                          <a:latin typeface="+mn-lt"/>
                        </a:rPr>
                        <a:t>safe areas</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Safe areas, including shelters or muster points, are depicted </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13</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794717098"/>
                  </a:ext>
                </a:extLst>
              </a:tr>
              <a:tr h="199466">
                <a:tc>
                  <a:txBody>
                    <a:bodyPr/>
                    <a:lstStyle/>
                    <a:p>
                      <a:pPr marL="0" marR="0" algn="l">
                        <a:lnSpc>
                          <a:spcPct val="107000"/>
                        </a:lnSpc>
                        <a:spcBef>
                          <a:spcPts val="0"/>
                        </a:spcBef>
                        <a:spcAft>
                          <a:spcPts val="0"/>
                        </a:spcAft>
                      </a:pPr>
                      <a:r>
                        <a:rPr lang="en-US" sz="1200">
                          <a:effectLst/>
                          <a:latin typeface="+mn-lt"/>
                        </a:rPr>
                        <a:t>scale bar</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A scale bar is included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86</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1659613308"/>
                  </a:ext>
                </a:extLst>
              </a:tr>
              <a:tr h="199466">
                <a:tc>
                  <a:txBody>
                    <a:bodyPr/>
                    <a:lstStyle/>
                    <a:p>
                      <a:pPr marL="0" marR="0" algn="l">
                        <a:lnSpc>
                          <a:spcPct val="107000"/>
                        </a:lnSpc>
                        <a:spcBef>
                          <a:spcPts val="0"/>
                        </a:spcBef>
                        <a:spcAft>
                          <a:spcPts val="0"/>
                        </a:spcAft>
                      </a:pPr>
                      <a:r>
                        <a:rPr lang="en-US" sz="1200">
                          <a:effectLst/>
                          <a:latin typeface="+mn-lt"/>
                        </a:rPr>
                        <a:t>version number</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Version numbers or a revision history is provided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10</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766607698"/>
                  </a:ext>
                </a:extLst>
              </a:tr>
              <a:tr h="205329">
                <a:tc>
                  <a:txBody>
                    <a:bodyPr/>
                    <a:lstStyle/>
                    <a:p>
                      <a:pPr marL="0" marR="0" algn="l">
                        <a:lnSpc>
                          <a:spcPct val="107000"/>
                        </a:lnSpc>
                        <a:spcBef>
                          <a:spcPts val="0"/>
                        </a:spcBef>
                        <a:spcAft>
                          <a:spcPts val="0"/>
                        </a:spcAft>
                      </a:pPr>
                      <a:r>
                        <a:rPr lang="en-US" sz="1200">
                          <a:effectLst/>
                          <a:latin typeface="+mn-lt"/>
                        </a:rPr>
                        <a:t>wind rose diagram</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l">
                        <a:lnSpc>
                          <a:spcPct val="107000"/>
                        </a:lnSpc>
                        <a:spcBef>
                          <a:spcPts val="0"/>
                        </a:spcBef>
                        <a:spcAft>
                          <a:spcPts val="0"/>
                        </a:spcAft>
                      </a:pPr>
                      <a:r>
                        <a:rPr lang="en-US" sz="1200">
                          <a:effectLst/>
                          <a:latin typeface="+mn-lt"/>
                        </a:rPr>
                        <a:t>A wind rose diagram of either wind directions or tephra dispersal directions is provided</a:t>
                      </a:r>
                      <a:endParaRPr lang="en-US" sz="1200">
                        <a:effectLst/>
                        <a:latin typeface="+mn-lt"/>
                        <a:ea typeface="Calibri" panose="020F0502020204030204" pitchFamily="34" charset="0"/>
                        <a:cs typeface="Times New Roman" panose="02020603050405020304" pitchFamily="18" charset="0"/>
                      </a:endParaRPr>
                    </a:p>
                  </a:txBody>
                  <a:tcPr marL="39095" marR="39095" marT="0" marB="0"/>
                </a:tc>
                <a:tc>
                  <a:txBody>
                    <a:bodyPr/>
                    <a:lstStyle/>
                    <a:p>
                      <a:pPr marL="0" marR="0" algn="r">
                        <a:lnSpc>
                          <a:spcPct val="107000"/>
                        </a:lnSpc>
                        <a:spcBef>
                          <a:spcPts val="0"/>
                        </a:spcBef>
                        <a:spcAft>
                          <a:spcPts val="0"/>
                        </a:spcAft>
                      </a:pPr>
                      <a:r>
                        <a:rPr lang="en-US" sz="1200" dirty="0">
                          <a:effectLst/>
                          <a:latin typeface="+mn-lt"/>
                        </a:rPr>
                        <a:t>1</a:t>
                      </a:r>
                      <a:endParaRPr lang="en-US" sz="1200" dirty="0">
                        <a:effectLst/>
                        <a:latin typeface="+mn-lt"/>
                        <a:ea typeface="Calibri" panose="020F0502020204030204" pitchFamily="34" charset="0"/>
                        <a:cs typeface="Times New Roman" panose="02020603050405020304" pitchFamily="18" charset="0"/>
                      </a:endParaRPr>
                    </a:p>
                  </a:txBody>
                  <a:tcPr marL="39095" marR="39095" marT="0" marB="0"/>
                </a:tc>
                <a:extLst>
                  <a:ext uri="{0D108BD9-81ED-4DB2-BD59-A6C34878D82A}">
                    <a16:rowId xmlns:a16="http://schemas.microsoft.com/office/drawing/2014/main" val="3761472848"/>
                  </a:ext>
                </a:extLst>
              </a:tr>
            </a:tbl>
          </a:graphicData>
        </a:graphic>
      </p:graphicFrame>
    </p:spTree>
    <p:extLst>
      <p:ext uri="{BB962C8B-B14F-4D97-AF65-F5344CB8AC3E}">
        <p14:creationId xmlns:p14="http://schemas.microsoft.com/office/powerpoint/2010/main" val="4179545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36E53A-E934-BDA8-BD40-10F478C21892}"/>
              </a:ext>
            </a:extLst>
          </p:cNvPr>
          <p:cNvPicPr>
            <a:picLocks noChangeAspect="1"/>
          </p:cNvPicPr>
          <p:nvPr/>
        </p:nvPicPr>
        <p:blipFill>
          <a:blip r:embed="rId2"/>
          <a:stretch>
            <a:fillRect/>
          </a:stretch>
        </p:blipFill>
        <p:spPr>
          <a:xfrm>
            <a:off x="1763661" y="0"/>
            <a:ext cx="8664678" cy="6858000"/>
          </a:xfrm>
          <a:prstGeom prst="rect">
            <a:avLst/>
          </a:prstGeom>
        </p:spPr>
      </p:pic>
    </p:spTree>
    <p:extLst>
      <p:ext uri="{BB962C8B-B14F-4D97-AF65-F5344CB8AC3E}">
        <p14:creationId xmlns:p14="http://schemas.microsoft.com/office/powerpoint/2010/main" val="13508841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79854221-CE82-9739-EF88-8A4EA8095606}"/>
              </a:ext>
            </a:extLst>
          </p:cNvPr>
          <p:cNvPicPr>
            <a:picLocks noChangeAspect="1"/>
          </p:cNvPicPr>
          <p:nvPr/>
        </p:nvPicPr>
        <p:blipFill>
          <a:blip r:embed="rId2"/>
          <a:stretch>
            <a:fillRect/>
          </a:stretch>
        </p:blipFill>
        <p:spPr>
          <a:xfrm>
            <a:off x="6122896" y="-3141"/>
            <a:ext cx="4545105" cy="6433976"/>
          </a:xfrm>
          <a:prstGeom prst="rect">
            <a:avLst/>
          </a:prstGeom>
        </p:spPr>
      </p:pic>
      <p:pic>
        <p:nvPicPr>
          <p:cNvPr id="1026" name="Picture 2">
            <a:extLst>
              <a:ext uri="{FF2B5EF4-FFF2-40B4-BE49-F238E27FC236}">
                <a16:creationId xmlns:a16="http://schemas.microsoft.com/office/drawing/2014/main" id="{EABCD9A0-4AC9-BE1B-E775-34ADDC5A62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7382" y="-3361"/>
            <a:ext cx="4540413" cy="639855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512F57F-69EF-C094-1998-30C913BEBA29}"/>
              </a:ext>
            </a:extLst>
          </p:cNvPr>
          <p:cNvSpPr txBox="1"/>
          <p:nvPr/>
        </p:nvSpPr>
        <p:spPr>
          <a:xfrm>
            <a:off x="1595720" y="6451019"/>
            <a:ext cx="3538069" cy="307777"/>
          </a:xfrm>
          <a:prstGeom prst="rect">
            <a:avLst/>
          </a:prstGeom>
          <a:solidFill>
            <a:schemeClr val="bg1"/>
          </a:solidFill>
        </p:spPr>
        <p:txBody>
          <a:bodyPr wrap="square" lIns="91440" tIns="45720" rIns="91440" bIns="45720" rtlCol="0" anchor="t">
            <a:spAutoFit/>
          </a:bodyPr>
          <a:lstStyle/>
          <a:p>
            <a:r>
              <a:rPr lang="en-US" sz="1400" b="1" dirty="0">
                <a:latin typeface="Calibri"/>
                <a:cs typeface="Calibri"/>
              </a:rPr>
              <a:t>Ruapehu, New Zealand (GNS Science 2021)</a:t>
            </a:r>
          </a:p>
        </p:txBody>
      </p:sp>
      <p:sp>
        <p:nvSpPr>
          <p:cNvPr id="6" name="TextBox 5">
            <a:extLst>
              <a:ext uri="{FF2B5EF4-FFF2-40B4-BE49-F238E27FC236}">
                <a16:creationId xmlns:a16="http://schemas.microsoft.com/office/drawing/2014/main" id="{4C1BDB80-3E47-C76B-9BA5-C962C34E8328}"/>
              </a:ext>
            </a:extLst>
          </p:cNvPr>
          <p:cNvSpPr txBox="1"/>
          <p:nvPr/>
        </p:nvSpPr>
        <p:spPr>
          <a:xfrm>
            <a:off x="6006354" y="6389593"/>
            <a:ext cx="486783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1A1A1A"/>
                </a:solidFill>
                <a:latin typeface="PT Sans"/>
              </a:rPr>
              <a:t>Bandai, Japan (</a:t>
            </a:r>
            <a:r>
              <a:rPr lang="en-US" sz="1400" b="1" dirty="0" err="1">
                <a:solidFill>
                  <a:srgbClr val="1A1A1A"/>
                </a:solidFill>
                <a:latin typeface="PT Sans"/>
              </a:rPr>
              <a:t>Bandaisan</a:t>
            </a:r>
            <a:r>
              <a:rPr lang="en-US" sz="1400" b="1" dirty="0">
                <a:solidFill>
                  <a:srgbClr val="1A1A1A"/>
                </a:solidFill>
                <a:latin typeface="PT Sans"/>
              </a:rPr>
              <a:t> Volcanic Disaster Management Council, 2019</a:t>
            </a:r>
            <a:r>
              <a:rPr lang="en-US" sz="1400" b="1" dirty="0">
                <a:solidFill>
                  <a:srgbClr val="1A1A1A"/>
                </a:solidFill>
                <a:latin typeface="PT Sans"/>
                <a:cs typeface="Calibri"/>
              </a:rPr>
              <a:t>)</a:t>
            </a:r>
          </a:p>
        </p:txBody>
      </p:sp>
    </p:spTree>
    <p:extLst>
      <p:ext uri="{BB962C8B-B14F-4D97-AF65-F5344CB8AC3E}">
        <p14:creationId xmlns:p14="http://schemas.microsoft.com/office/powerpoint/2010/main" val="1966322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map&#10;&#10;Description automatically generated">
            <a:extLst>
              <a:ext uri="{FF2B5EF4-FFF2-40B4-BE49-F238E27FC236}">
                <a16:creationId xmlns:a16="http://schemas.microsoft.com/office/drawing/2014/main" id="{DBEFE7B7-4161-403E-1067-A91BD69575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1500" y="0"/>
            <a:ext cx="4917844" cy="6858000"/>
          </a:xfrm>
          <a:prstGeom prst="rect">
            <a:avLst/>
          </a:prstGeom>
        </p:spPr>
      </p:pic>
      <p:sp>
        <p:nvSpPr>
          <p:cNvPr id="8" name="TextBox 7">
            <a:extLst>
              <a:ext uri="{FF2B5EF4-FFF2-40B4-BE49-F238E27FC236}">
                <a16:creationId xmlns:a16="http://schemas.microsoft.com/office/drawing/2014/main" id="{D02A133A-18D1-A865-0E17-400012F3C64E}"/>
              </a:ext>
            </a:extLst>
          </p:cNvPr>
          <p:cNvSpPr txBox="1"/>
          <p:nvPr/>
        </p:nvSpPr>
        <p:spPr>
          <a:xfrm>
            <a:off x="1628775" y="1305997"/>
            <a:ext cx="4572000" cy="646331"/>
          </a:xfrm>
          <a:prstGeom prst="rect">
            <a:avLst/>
          </a:prstGeom>
          <a:noFill/>
        </p:spPr>
        <p:txBody>
          <a:bodyPr wrap="square">
            <a:spAutoFit/>
          </a:bodyPr>
          <a:lstStyle/>
          <a:p>
            <a:pPr algn="l"/>
            <a:r>
              <a:rPr lang="en-US" b="1" dirty="0">
                <a:solidFill>
                  <a:srgbClr val="1A1A1A"/>
                </a:solidFill>
                <a:latin typeface="PT Sans" panose="020B0503020203020204" pitchFamily="34" charset="0"/>
              </a:rPr>
              <a:t>Sakurajima (Aira), Japan </a:t>
            </a:r>
          </a:p>
          <a:p>
            <a:pPr algn="l"/>
            <a:r>
              <a:rPr lang="en-US" b="1" dirty="0">
                <a:solidFill>
                  <a:srgbClr val="1A1A1A"/>
                </a:solidFill>
                <a:latin typeface="PT Sans" panose="020B0503020203020204" pitchFamily="34" charset="0"/>
              </a:rPr>
              <a:t>(Kagoshima City 2018)</a:t>
            </a:r>
          </a:p>
        </p:txBody>
      </p:sp>
    </p:spTree>
    <p:extLst>
      <p:ext uri="{BB962C8B-B14F-4D97-AF65-F5344CB8AC3E}">
        <p14:creationId xmlns:p14="http://schemas.microsoft.com/office/powerpoint/2010/main" val="31291449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BF1F23-A969-2810-F7BD-A2C05C250C10}"/>
              </a:ext>
            </a:extLst>
          </p:cNvPr>
          <p:cNvPicPr>
            <a:picLocks noChangeAspect="1"/>
          </p:cNvPicPr>
          <p:nvPr/>
        </p:nvPicPr>
        <p:blipFill>
          <a:blip r:embed="rId2"/>
          <a:stretch>
            <a:fillRect/>
          </a:stretch>
        </p:blipFill>
        <p:spPr>
          <a:xfrm>
            <a:off x="1524000" y="0"/>
            <a:ext cx="5619750" cy="6858000"/>
          </a:xfrm>
          <a:prstGeom prst="rect">
            <a:avLst/>
          </a:prstGeom>
        </p:spPr>
      </p:pic>
      <p:pic>
        <p:nvPicPr>
          <p:cNvPr id="6" name="Picture 5">
            <a:extLst>
              <a:ext uri="{FF2B5EF4-FFF2-40B4-BE49-F238E27FC236}">
                <a16:creationId xmlns:a16="http://schemas.microsoft.com/office/drawing/2014/main" id="{2941A138-A8B0-5823-57D8-BF0B44CB05CA}"/>
              </a:ext>
            </a:extLst>
          </p:cNvPr>
          <p:cNvPicPr>
            <a:picLocks noChangeAspect="1"/>
          </p:cNvPicPr>
          <p:nvPr/>
        </p:nvPicPr>
        <p:blipFill rotWithShape="1">
          <a:blip r:embed="rId3"/>
          <a:srcRect r="70084" b="42105"/>
          <a:stretch/>
        </p:blipFill>
        <p:spPr>
          <a:xfrm>
            <a:off x="7659589" y="1"/>
            <a:ext cx="2554804" cy="3533775"/>
          </a:xfrm>
          <a:prstGeom prst="rect">
            <a:avLst/>
          </a:prstGeom>
        </p:spPr>
      </p:pic>
      <p:pic>
        <p:nvPicPr>
          <p:cNvPr id="7" name="Picture 6">
            <a:extLst>
              <a:ext uri="{FF2B5EF4-FFF2-40B4-BE49-F238E27FC236}">
                <a16:creationId xmlns:a16="http://schemas.microsoft.com/office/drawing/2014/main" id="{132A33D4-2B1C-8C03-BC82-FA65DF35CA34}"/>
              </a:ext>
            </a:extLst>
          </p:cNvPr>
          <p:cNvPicPr>
            <a:picLocks noChangeAspect="1"/>
          </p:cNvPicPr>
          <p:nvPr/>
        </p:nvPicPr>
        <p:blipFill rotWithShape="1">
          <a:blip r:embed="rId3"/>
          <a:srcRect l="29890" t="31366" r="22613" b="10738"/>
          <a:stretch/>
        </p:blipFill>
        <p:spPr>
          <a:xfrm>
            <a:off x="7180358" y="3752851"/>
            <a:ext cx="3487642" cy="3038475"/>
          </a:xfrm>
          <a:prstGeom prst="rect">
            <a:avLst/>
          </a:prstGeom>
        </p:spPr>
      </p:pic>
    </p:spTree>
    <p:extLst>
      <p:ext uri="{BB962C8B-B14F-4D97-AF65-F5344CB8AC3E}">
        <p14:creationId xmlns:p14="http://schemas.microsoft.com/office/powerpoint/2010/main" val="27096610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AE6B4C-52DA-147A-F69B-789BACE0A0BA}"/>
              </a:ext>
            </a:extLst>
          </p:cNvPr>
          <p:cNvPicPr>
            <a:picLocks noChangeAspect="1"/>
          </p:cNvPicPr>
          <p:nvPr/>
        </p:nvPicPr>
        <p:blipFill>
          <a:blip r:embed="rId2"/>
          <a:stretch>
            <a:fillRect/>
          </a:stretch>
        </p:blipFill>
        <p:spPr>
          <a:xfrm>
            <a:off x="1626016" y="247465"/>
            <a:ext cx="9041984" cy="2943410"/>
          </a:xfrm>
          <a:prstGeom prst="rect">
            <a:avLst/>
          </a:prstGeom>
        </p:spPr>
      </p:pic>
      <p:pic>
        <p:nvPicPr>
          <p:cNvPr id="7" name="Picture 6">
            <a:extLst>
              <a:ext uri="{FF2B5EF4-FFF2-40B4-BE49-F238E27FC236}">
                <a16:creationId xmlns:a16="http://schemas.microsoft.com/office/drawing/2014/main" id="{673D46C0-8FA4-8EB9-11E2-9884610599A4}"/>
              </a:ext>
            </a:extLst>
          </p:cNvPr>
          <p:cNvPicPr>
            <a:picLocks noChangeAspect="1"/>
          </p:cNvPicPr>
          <p:nvPr/>
        </p:nvPicPr>
        <p:blipFill>
          <a:blip r:embed="rId3"/>
          <a:stretch>
            <a:fillRect/>
          </a:stretch>
        </p:blipFill>
        <p:spPr>
          <a:xfrm>
            <a:off x="1524001" y="3552825"/>
            <a:ext cx="4000758" cy="3260892"/>
          </a:xfrm>
          <a:prstGeom prst="rect">
            <a:avLst/>
          </a:prstGeom>
        </p:spPr>
      </p:pic>
      <p:pic>
        <p:nvPicPr>
          <p:cNvPr id="9" name="Picture 8">
            <a:extLst>
              <a:ext uri="{FF2B5EF4-FFF2-40B4-BE49-F238E27FC236}">
                <a16:creationId xmlns:a16="http://schemas.microsoft.com/office/drawing/2014/main" id="{06679CB4-0AEB-0927-BED6-897D571F88B9}"/>
              </a:ext>
            </a:extLst>
          </p:cNvPr>
          <p:cNvPicPr>
            <a:picLocks noChangeAspect="1"/>
          </p:cNvPicPr>
          <p:nvPr/>
        </p:nvPicPr>
        <p:blipFill>
          <a:blip r:embed="rId4"/>
          <a:stretch>
            <a:fillRect/>
          </a:stretch>
        </p:blipFill>
        <p:spPr>
          <a:xfrm>
            <a:off x="5709855" y="3871820"/>
            <a:ext cx="4866287" cy="2622903"/>
          </a:xfrm>
          <a:prstGeom prst="rect">
            <a:avLst/>
          </a:prstGeom>
        </p:spPr>
      </p:pic>
    </p:spTree>
    <p:extLst>
      <p:ext uri="{BB962C8B-B14F-4D97-AF65-F5344CB8AC3E}">
        <p14:creationId xmlns:p14="http://schemas.microsoft.com/office/powerpoint/2010/main" val="12859253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resources</a:t>
            </a:r>
          </a:p>
        </p:txBody>
      </p:sp>
      <p:sp>
        <p:nvSpPr>
          <p:cNvPr id="3" name="Rectangle 2"/>
          <p:cNvSpPr/>
          <p:nvPr/>
        </p:nvSpPr>
        <p:spPr>
          <a:xfrm>
            <a:off x="2276074" y="1764855"/>
            <a:ext cx="6218562" cy="2308324"/>
          </a:xfrm>
          <a:prstGeom prst="rect">
            <a:avLst/>
          </a:prstGeom>
        </p:spPr>
        <p:txBody>
          <a:bodyPr wrap="none">
            <a:spAutoFit/>
          </a:bodyPr>
          <a:lstStyle/>
          <a:p>
            <a:r>
              <a:rPr lang="en-US" altLang="en-US" dirty="0"/>
              <a:t>betterfigures.org</a:t>
            </a:r>
          </a:p>
          <a:p>
            <a:r>
              <a:rPr lang="en-US" altLang="en-US" dirty="0"/>
              <a:t>climate-lab-book.ac.uk</a:t>
            </a:r>
          </a:p>
          <a:p>
            <a:r>
              <a:rPr lang="en-US" dirty="0">
                <a:hlinkClick r:id="rId2"/>
              </a:rPr>
              <a:t>http://colorbrewer2.org/</a:t>
            </a:r>
            <a:endParaRPr lang="en-US" dirty="0"/>
          </a:p>
          <a:p>
            <a:r>
              <a:rPr lang="en-US" dirty="0"/>
              <a:t>colorusage.arc.nasa.gov    NASA AMES Color Usage Research Lab</a:t>
            </a:r>
          </a:p>
          <a:p>
            <a:r>
              <a:rPr lang="en-US" dirty="0"/>
              <a:t>https://eagereyes.org/basics/rainbow-color-map</a:t>
            </a:r>
          </a:p>
          <a:p>
            <a:endParaRPr lang="en-US" dirty="0"/>
          </a:p>
          <a:p>
            <a:endParaRPr lang="en-US" dirty="0"/>
          </a:p>
          <a:p>
            <a:r>
              <a:rPr lang="en-US" altLang="en-US" dirty="0"/>
              <a:t> </a:t>
            </a:r>
            <a:endParaRPr lang="en-US"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6075" y="3582627"/>
            <a:ext cx="3611595" cy="634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descr="USGS.png">
            <a:extLst>
              <a:ext uri="{FF2B5EF4-FFF2-40B4-BE49-F238E27FC236}">
                <a16:creationId xmlns:a16="http://schemas.microsoft.com/office/drawing/2014/main" id="{BC7E35C3-B95A-2365-8FFF-7E847982C023}"/>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72484" y="6227010"/>
            <a:ext cx="1182149" cy="435970"/>
          </a:xfrm>
          <a:prstGeom prst="rect">
            <a:avLst/>
          </a:prstGeom>
        </p:spPr>
      </p:pic>
      <p:pic>
        <p:nvPicPr>
          <p:cNvPr id="6" name="Picture 5" descr="A picture containing text, sign&#10;&#10;Description automatically generated">
            <a:extLst>
              <a:ext uri="{FF2B5EF4-FFF2-40B4-BE49-F238E27FC236}">
                <a16:creationId xmlns:a16="http://schemas.microsoft.com/office/drawing/2014/main" id="{8E3FB451-B049-C187-1075-CC95F44BC1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54633" y="6227010"/>
            <a:ext cx="1459992" cy="435970"/>
          </a:xfrm>
          <a:prstGeom prst="rect">
            <a:avLst/>
          </a:prstGeom>
        </p:spPr>
      </p:pic>
    </p:spTree>
    <p:extLst>
      <p:ext uri="{BB962C8B-B14F-4D97-AF65-F5344CB8AC3E}">
        <p14:creationId xmlns:p14="http://schemas.microsoft.com/office/powerpoint/2010/main" val="2641657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84422" y="228601"/>
            <a:ext cx="8983579" cy="5632311"/>
          </a:xfrm>
          <a:prstGeom prst="rect">
            <a:avLst/>
          </a:prstGeom>
        </p:spPr>
        <p:txBody>
          <a:bodyPr wrap="square">
            <a:spAutoFit/>
          </a:bodyPr>
          <a:lstStyle/>
          <a:p>
            <a:r>
              <a:rPr lang="en-US" sz="800" dirty="0"/>
              <a:t>Albers, J. 1963. Interaction of Color. Yale University Press, New Haven.</a:t>
            </a:r>
          </a:p>
          <a:p>
            <a:r>
              <a:rPr lang="en-US" sz="800" dirty="0"/>
              <a:t> </a:t>
            </a:r>
          </a:p>
          <a:p>
            <a:r>
              <a:rPr lang="en-US" sz="800" dirty="0"/>
              <a:t>Bartels, C.J. and van </a:t>
            </a:r>
            <a:r>
              <a:rPr lang="en-US" sz="800" dirty="0" err="1"/>
              <a:t>Beurden</a:t>
            </a:r>
            <a:r>
              <a:rPr lang="en-US" sz="800" dirty="0"/>
              <a:t>, A.U.C.J. 1998. Using </a:t>
            </a:r>
            <a:r>
              <a:rPr lang="en-US" sz="800" dirty="0" err="1"/>
              <a:t>geographics</a:t>
            </a:r>
            <a:r>
              <a:rPr lang="en-US" sz="800" dirty="0"/>
              <a:t> and cartographic principles for environmental assessment and risk mapping. Journal of Hazardous Materials, 61:115-124.</a:t>
            </a:r>
          </a:p>
          <a:p>
            <a:r>
              <a:rPr lang="en-US" sz="800" dirty="0"/>
              <a:t> </a:t>
            </a:r>
          </a:p>
          <a:p>
            <a:r>
              <a:rPr lang="en-US" sz="800" dirty="0" err="1"/>
              <a:t>Bostrom</a:t>
            </a:r>
            <a:r>
              <a:rPr lang="en-US" sz="800" dirty="0"/>
              <a:t>, A., </a:t>
            </a:r>
            <a:r>
              <a:rPr lang="en-US" sz="800" dirty="0" err="1"/>
              <a:t>Anselin</a:t>
            </a:r>
            <a:r>
              <a:rPr lang="en-US" sz="800" dirty="0"/>
              <a:t>, L., Farris, J. 2008. Visualizing seismic risk and uncertainty. Annals of the New York Academy of Sciences, 1128: 29-40</a:t>
            </a:r>
          </a:p>
          <a:p>
            <a:r>
              <a:rPr lang="en-US" sz="800" dirty="0"/>
              <a:t> </a:t>
            </a:r>
          </a:p>
          <a:p>
            <a:r>
              <a:rPr lang="en-US" sz="800" dirty="0" err="1"/>
              <a:t>Cashman</a:t>
            </a:r>
            <a:r>
              <a:rPr lang="en-US" sz="800" dirty="0"/>
              <a:t>, K.V., and Cronin, S.J. 2008. Welcoming a monster to the world: myths, oral tradition, and modern societal response to volcanic disasters. Journal of Volcanology and Geothermal Research, 176:407-418</a:t>
            </a:r>
          </a:p>
          <a:p>
            <a:r>
              <a:rPr lang="en-US" sz="800" dirty="0"/>
              <a:t> </a:t>
            </a:r>
          </a:p>
          <a:p>
            <a:r>
              <a:rPr lang="en-US" sz="800" dirty="0"/>
              <a:t>Collins, R.F. 1998. Risk visualization as a means for altering hazard cognition. Unpublished dissertation, University of South Carolina, South Carolina.</a:t>
            </a:r>
          </a:p>
          <a:p>
            <a:r>
              <a:rPr lang="en-US" sz="800" dirty="0"/>
              <a:t> </a:t>
            </a:r>
          </a:p>
          <a:p>
            <a:r>
              <a:rPr lang="en-US" sz="800" dirty="0"/>
              <a:t>Cronin, S.J., et al. 2004. Participatory methods of incorporating scientific with traditional knowledge for volcanic hazard management on </a:t>
            </a:r>
            <a:r>
              <a:rPr lang="en-US" sz="800" dirty="0" err="1"/>
              <a:t>Ambae</a:t>
            </a:r>
            <a:r>
              <a:rPr lang="en-US" sz="800" dirty="0"/>
              <a:t> </a:t>
            </a:r>
            <a:r>
              <a:rPr lang="en-US" sz="800" dirty="0" err="1"/>
              <a:t>Isalnd</a:t>
            </a:r>
            <a:r>
              <a:rPr lang="en-US" sz="800" dirty="0"/>
              <a:t>, Vanuatu. Bulletin of Volcanology, 66: 652-668.</a:t>
            </a:r>
          </a:p>
          <a:p>
            <a:r>
              <a:rPr lang="en-US" sz="800" dirty="0"/>
              <a:t> </a:t>
            </a:r>
          </a:p>
          <a:p>
            <a:r>
              <a:rPr lang="en-US" sz="800" dirty="0"/>
              <a:t>Dunlap, G. L., </a:t>
            </a:r>
            <a:r>
              <a:rPr lang="en-US" sz="800" dirty="0" err="1"/>
              <a:t>Granda</a:t>
            </a:r>
            <a:r>
              <a:rPr lang="en-US" sz="800" dirty="0"/>
              <a:t>, R.E., </a:t>
            </a:r>
            <a:r>
              <a:rPr lang="en-US" sz="800" dirty="0" err="1"/>
              <a:t>Kustas</a:t>
            </a:r>
            <a:r>
              <a:rPr lang="en-US" sz="800" dirty="0"/>
              <a:t>, M. S. 1986. </a:t>
            </a:r>
            <a:r>
              <a:rPr lang="en-US" sz="800" i="1" dirty="0"/>
              <a:t>Observer Perceptions of Implied</a:t>
            </a:r>
            <a:endParaRPr lang="en-US" sz="800" dirty="0"/>
          </a:p>
          <a:p>
            <a:r>
              <a:rPr lang="en-US" sz="800" i="1" dirty="0"/>
              <a:t>Hazard: Safety Signal Words and Color Words </a:t>
            </a:r>
            <a:r>
              <a:rPr lang="en-US" sz="800" dirty="0"/>
              <a:t>(Technical Report TR 00.3428,</a:t>
            </a:r>
          </a:p>
          <a:p>
            <a:r>
              <a:rPr lang="en-US" sz="800" dirty="0"/>
              <a:t>IBM, Poughkeepsie, NY).</a:t>
            </a:r>
          </a:p>
          <a:p>
            <a:r>
              <a:rPr lang="en-US" sz="800" dirty="0"/>
              <a:t> </a:t>
            </a:r>
          </a:p>
          <a:p>
            <a:r>
              <a:rPr lang="en-US" sz="800" dirty="0"/>
              <a:t>Fordham, M. 2001. Challenging boundaries: A gender perspective on early warning in disaster and environmental management. United Nations Division for the Advancement of Women, International Strategy for Disaster Reduction, Expert Group Meeting, EGM/NATDIS/2001/EP.5</a:t>
            </a:r>
          </a:p>
          <a:p>
            <a:r>
              <a:rPr lang="en-US" sz="800" dirty="0"/>
              <a:t> </a:t>
            </a:r>
          </a:p>
          <a:p>
            <a:r>
              <a:rPr lang="en-US" sz="800" dirty="0" err="1"/>
              <a:t>Handmer</a:t>
            </a:r>
            <a:r>
              <a:rPr lang="en-US" sz="800" dirty="0"/>
              <a:t>, J. 1985. Floodplain maps: uses and limitations as public information. In: Abstracts of the 13</a:t>
            </a:r>
            <a:r>
              <a:rPr lang="en-US" sz="800" baseline="30000" dirty="0"/>
              <a:t>th</a:t>
            </a:r>
            <a:r>
              <a:rPr lang="en-US" sz="800" dirty="0"/>
              <a:t> New Zealand Geographical Society Conference, Hamilton, New Zealand</a:t>
            </a:r>
          </a:p>
          <a:p>
            <a:r>
              <a:rPr lang="en-US" sz="800" dirty="0"/>
              <a:t> </a:t>
            </a:r>
          </a:p>
          <a:p>
            <a:r>
              <a:rPr lang="en-US" sz="800" dirty="0"/>
              <a:t>Haynes, K., Barclay, J., and </a:t>
            </a:r>
            <a:r>
              <a:rPr lang="en-US" sz="800" dirty="0" err="1"/>
              <a:t>Pidgeon</a:t>
            </a:r>
            <a:r>
              <a:rPr lang="en-US" sz="800" dirty="0"/>
              <a:t>, N. 2007. Volcanic hazard communication using maps: an evaluation of their effectiveness. Bulletin of Volcanology, 70: 123-138.</a:t>
            </a:r>
          </a:p>
          <a:p>
            <a:r>
              <a:rPr lang="en-US" sz="800" dirty="0"/>
              <a:t> </a:t>
            </a:r>
          </a:p>
          <a:p>
            <a:r>
              <a:rPr lang="en-US" sz="800" dirty="0"/>
              <a:t>Haynes, K., Barclay, J., </a:t>
            </a:r>
            <a:r>
              <a:rPr lang="en-US" sz="800" dirty="0" err="1"/>
              <a:t>Pidgeon</a:t>
            </a:r>
            <a:r>
              <a:rPr lang="en-US" sz="800" dirty="0"/>
              <a:t>, N. 2008.  The issue of trust and its influence on risk communication during a volcanic crisis. Bulletin of Volcanology, 70: 605-621.</a:t>
            </a:r>
          </a:p>
          <a:p>
            <a:r>
              <a:rPr lang="en-US" sz="800" dirty="0"/>
              <a:t> </a:t>
            </a:r>
          </a:p>
          <a:p>
            <a:r>
              <a:rPr lang="en-US" sz="800" dirty="0"/>
              <a:t>Heywood I, Cornelius S, Carver S. 1998. Introduction to Geographical Information Systems. Harlow: Addison Wesley Longman.</a:t>
            </a:r>
          </a:p>
          <a:p>
            <a:r>
              <a:rPr lang="en-US" sz="800" dirty="0"/>
              <a:t> </a:t>
            </a:r>
          </a:p>
          <a:p>
            <a:r>
              <a:rPr lang="en-US" sz="800" dirty="0" err="1"/>
              <a:t>Hupka</a:t>
            </a:r>
            <a:r>
              <a:rPr lang="en-US" sz="800" dirty="0"/>
              <a:t>, R. B., et al. 1997. The colors of anger, envy, fear, and jealousy. Journal of Cross-Cultural Psychology, 28: 156-171.</a:t>
            </a:r>
          </a:p>
          <a:p>
            <a:r>
              <a:rPr lang="en-US" sz="800" dirty="0"/>
              <a:t> </a:t>
            </a:r>
          </a:p>
          <a:p>
            <a:r>
              <a:rPr lang="en-US" sz="800" dirty="0"/>
              <a:t>Keller, P.R. and Keller, M.M. 1993. Visual cues: practical data visualization. IEEE Press, New Jersey.</a:t>
            </a:r>
          </a:p>
          <a:p>
            <a:r>
              <a:rPr lang="en-US" sz="800" dirty="0"/>
              <a:t> </a:t>
            </a:r>
          </a:p>
          <a:p>
            <a:r>
              <a:rPr lang="en-US" sz="800" dirty="0"/>
              <a:t>Kunz, M., and </a:t>
            </a:r>
            <a:r>
              <a:rPr lang="en-US" sz="800" dirty="0" err="1"/>
              <a:t>Hurni</a:t>
            </a:r>
            <a:r>
              <a:rPr lang="en-US" sz="800" dirty="0"/>
              <a:t>, L. 2008. Hazard maps in Switzerland: State-of-the-art and potential improvements. Mountain Mapping and Visualization 6</a:t>
            </a:r>
            <a:r>
              <a:rPr lang="en-US" sz="800" baseline="30000" dirty="0"/>
              <a:t>th</a:t>
            </a:r>
            <a:r>
              <a:rPr lang="en-US" sz="800" dirty="0"/>
              <a:t> ICA Mountain Cartography Workshop, </a:t>
            </a:r>
            <a:r>
              <a:rPr lang="en-US" sz="800" dirty="0" err="1"/>
              <a:t>Lenk</a:t>
            </a:r>
            <a:r>
              <a:rPr lang="en-US" sz="800" dirty="0"/>
              <a:t>, Switzerland.</a:t>
            </a:r>
          </a:p>
          <a:p>
            <a:r>
              <a:rPr lang="en-US" sz="800" dirty="0"/>
              <a:t> </a:t>
            </a:r>
          </a:p>
          <a:p>
            <a:r>
              <a:rPr lang="en-US" sz="800" dirty="0" err="1"/>
              <a:t>Lantzy</a:t>
            </a:r>
            <a:r>
              <a:rPr lang="en-US" sz="800" dirty="0"/>
              <a:t>, R.J., </a:t>
            </a:r>
            <a:r>
              <a:rPr lang="en-US" sz="800" dirty="0" err="1"/>
              <a:t>Cichy</a:t>
            </a:r>
            <a:r>
              <a:rPr lang="en-US" sz="800" dirty="0"/>
              <a:t>, P.T., </a:t>
            </a:r>
            <a:r>
              <a:rPr lang="en-US" sz="800" dirty="0" err="1"/>
              <a:t>Leitzinger</a:t>
            </a:r>
            <a:r>
              <a:rPr lang="en-US" sz="800" dirty="0"/>
              <a:t>, A.H. 1998. Use of geographical maps to manage risk from groundwater contamination. Journal of Hazardous Materials,  61:319-328.</a:t>
            </a:r>
          </a:p>
          <a:p>
            <a:r>
              <a:rPr lang="en-US" sz="800" dirty="0"/>
              <a:t> </a:t>
            </a:r>
          </a:p>
          <a:p>
            <a:r>
              <a:rPr lang="en-US" sz="800" dirty="0"/>
              <a:t>Mitchell, T., et al. 2008. The roles of children and youth in communicating disaster risk. Children, Youth, and Environments, 18:1.</a:t>
            </a:r>
          </a:p>
          <a:p>
            <a:r>
              <a:rPr lang="en-US" sz="800" dirty="0"/>
              <a:t> </a:t>
            </a:r>
          </a:p>
          <a:p>
            <a:r>
              <a:rPr lang="en-US" sz="800" dirty="0"/>
              <a:t>Moen, J.E.T., and Ale, B.J.M. 1998. Risk maps and communication. Journal of Hazardous Materials, 61: 271-278.</a:t>
            </a:r>
          </a:p>
          <a:p>
            <a:r>
              <a:rPr lang="en-US" sz="800" dirty="0"/>
              <a:t> </a:t>
            </a:r>
          </a:p>
          <a:p>
            <a:r>
              <a:rPr lang="en-US" sz="800" dirty="0" err="1"/>
              <a:t>Monmonier</a:t>
            </a:r>
            <a:r>
              <a:rPr lang="en-US" sz="800" dirty="0"/>
              <a:t>, M. 1997. Cartographies of danger: mapping hazards in America. University of Chicago Press, Chicago</a:t>
            </a:r>
          </a:p>
          <a:p>
            <a:r>
              <a:rPr lang="en-US" sz="800" dirty="0"/>
              <a:t> </a:t>
            </a:r>
          </a:p>
          <a:p>
            <a:r>
              <a:rPr lang="en-US" sz="800" dirty="0" err="1"/>
              <a:t>Trau</a:t>
            </a:r>
            <a:r>
              <a:rPr lang="en-US" sz="800" dirty="0"/>
              <a:t>, J., and </a:t>
            </a:r>
            <a:r>
              <a:rPr lang="en-US" sz="800" dirty="0" err="1"/>
              <a:t>Hurni</a:t>
            </a:r>
            <a:r>
              <a:rPr lang="en-US" sz="800" dirty="0"/>
              <a:t>, L. 2007. Possibilities of incorporating and visualizing uncertainty in natural hazard prediction. </a:t>
            </a:r>
            <a:r>
              <a:rPr lang="en-US" sz="800" dirty="0" err="1"/>
              <a:t>Procediings</a:t>
            </a:r>
            <a:r>
              <a:rPr lang="en-US" sz="800" dirty="0"/>
              <a:t> of the XXIII International </a:t>
            </a:r>
            <a:r>
              <a:rPr lang="en-US" sz="800" dirty="0" err="1"/>
              <a:t>Cartographics</a:t>
            </a:r>
            <a:r>
              <a:rPr lang="en-US" sz="800" dirty="0"/>
              <a:t> Conference, Moscow, Russia.</a:t>
            </a:r>
          </a:p>
          <a:p>
            <a:r>
              <a:rPr lang="en-US" sz="800" dirty="0"/>
              <a:t> </a:t>
            </a:r>
          </a:p>
          <a:p>
            <a:r>
              <a:rPr lang="en-US" sz="800" dirty="0" err="1"/>
              <a:t>Wogalter</a:t>
            </a:r>
            <a:r>
              <a:rPr lang="en-US" sz="800" dirty="0"/>
              <a:t>, M. S., et al. 1997. Connoted Hazard of Spanish and English warning signal words, colors, and symbols by native Spanish language users. In Proceedings of the 13th Triennial Congress of the International Ergonomics Association, IEA ’97, 3: 353-355.</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1" y="6223086"/>
            <a:ext cx="3611595" cy="634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2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azmap">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azmap.pot  -  Compatibility Mode" id="{BF0C3FCC-DC82-4EC8-BD54-4DE7E1407597}" vid="{466AE8A0-8526-4B5A-91C4-FBD0AE1F40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1853</TotalTime>
  <Words>2508</Words>
  <Application>Microsoft Office PowerPoint</Application>
  <PresentationFormat>Widescreen</PresentationFormat>
  <Paragraphs>287</Paragraphs>
  <Slides>45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-apple-system</vt:lpstr>
      <vt:lpstr>Arial</vt:lpstr>
      <vt:lpstr>Calibri</vt:lpstr>
      <vt:lpstr>inherit</vt:lpstr>
      <vt:lpstr>Lato</vt:lpstr>
      <vt:lpstr>PT Sans</vt:lpstr>
      <vt:lpstr>Wingdings 2</vt:lpstr>
      <vt:lpstr>hazmap</vt:lpstr>
      <vt:lpstr>Design and cartographic elements </vt:lpstr>
      <vt:lpstr>PowerPoint Presentation</vt:lpstr>
      <vt:lpstr>Color and contrast</vt:lpstr>
      <vt:lpstr>Color basics</vt:lpstr>
      <vt:lpstr>PowerPoint Presentation</vt:lpstr>
      <vt:lpstr>PowerPoint Presentation</vt:lpstr>
      <vt:lpstr>PowerPoint Presentation</vt:lpstr>
      <vt:lpstr>Color-coding</vt:lpstr>
      <vt:lpstr>Isoluminance</vt:lpstr>
      <vt:lpstr>Isoluminance</vt:lpstr>
      <vt:lpstr>Simultaneous contrast</vt:lpstr>
      <vt:lpstr>Simultaneous contrast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Dimensionality and base-maps</vt:lpstr>
      <vt:lpstr>Dimensionality and base-maps</vt:lpstr>
      <vt:lpstr>Hillshade</vt:lpstr>
      <vt:lpstr>Hillshade</vt:lpstr>
      <vt:lpstr>Hillshade</vt:lpstr>
      <vt:lpstr>Hazard Zone Uncertainty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Web resources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cartographic elements searchable map classification </dc:title>
  <dc:creator>Ogburn, Sarah E</dc:creator>
  <cp:lastModifiedBy>Ogburn, Sarah E</cp:lastModifiedBy>
  <cp:revision>1</cp:revision>
  <dcterms:created xsi:type="dcterms:W3CDTF">2023-06-19T00:23:19Z</dcterms:created>
  <dcterms:modified xsi:type="dcterms:W3CDTF">2024-06-14T21:26:12Z</dcterms:modified>
</cp:coreProperties>
</file>