
<file path=[Content_Types].xml><?xml version="1.0" encoding="utf-8"?>
<Types xmlns="http://schemas.openxmlformats.org/package/2006/content-types">
  <Default Extension="emf" ContentType="image/x-emf"/>
  <Default Extension="jpeg" ContentType="image/jpeg"/>
  <Default Extension="JPG" ContentType="image/jpeg"/>
  <Default Extension="mp4" ContentType="video/mp4"/>
  <Default Extension="png" ContentType="image/png"/>
  <Default Extension="rels" ContentType="application/vnd.openxmlformats-package.relationships+xml"/>
  <Default Extension="tif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6" r:id="rId1"/>
    <p:sldMasterId id="2147483718" r:id="rId2"/>
    <p:sldMasterId id="2147483730" r:id="rId3"/>
  </p:sldMasterIdLst>
  <p:notesMasterIdLst>
    <p:notesMasterId r:id="rId50"/>
  </p:notesMasterIdLst>
  <p:sldIdLst>
    <p:sldId id="471" r:id="rId4"/>
    <p:sldId id="376" r:id="rId5"/>
    <p:sldId id="480" r:id="rId6"/>
    <p:sldId id="483" r:id="rId7"/>
    <p:sldId id="413" r:id="rId8"/>
    <p:sldId id="305" r:id="rId9"/>
    <p:sldId id="414" r:id="rId10"/>
    <p:sldId id="472" r:id="rId11"/>
    <p:sldId id="416" r:id="rId12"/>
    <p:sldId id="417" r:id="rId13"/>
    <p:sldId id="256" r:id="rId14"/>
    <p:sldId id="386" r:id="rId15"/>
    <p:sldId id="377" r:id="rId16"/>
    <p:sldId id="378" r:id="rId17"/>
    <p:sldId id="351" r:id="rId18"/>
    <p:sldId id="379" r:id="rId19"/>
    <p:sldId id="364" r:id="rId20"/>
    <p:sldId id="357" r:id="rId21"/>
    <p:sldId id="358" r:id="rId22"/>
    <p:sldId id="359" r:id="rId23"/>
    <p:sldId id="360" r:id="rId24"/>
    <p:sldId id="388" r:id="rId25"/>
    <p:sldId id="366" r:id="rId26"/>
    <p:sldId id="264" r:id="rId27"/>
    <p:sldId id="365" r:id="rId28"/>
    <p:sldId id="475" r:id="rId29"/>
    <p:sldId id="361" r:id="rId30"/>
    <p:sldId id="362" r:id="rId31"/>
    <p:sldId id="380" r:id="rId32"/>
    <p:sldId id="404" r:id="rId33"/>
    <p:sldId id="407" r:id="rId34"/>
    <p:sldId id="405" r:id="rId35"/>
    <p:sldId id="381" r:id="rId36"/>
    <p:sldId id="382" r:id="rId37"/>
    <p:sldId id="409" r:id="rId38"/>
    <p:sldId id="395" r:id="rId39"/>
    <p:sldId id="394" r:id="rId40"/>
    <p:sldId id="383" r:id="rId41"/>
    <p:sldId id="260" r:id="rId42"/>
    <p:sldId id="371" r:id="rId43"/>
    <p:sldId id="319" r:id="rId44"/>
    <p:sldId id="402" r:id="rId45"/>
    <p:sldId id="403" r:id="rId46"/>
    <p:sldId id="387" r:id="rId47"/>
    <p:sldId id="367" r:id="rId48"/>
    <p:sldId id="327" r:id="rId49"/>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F2F2"/>
    <a:srgbClr val="FF0000"/>
    <a:srgbClr val="FF3300"/>
    <a:srgbClr val="00FF00"/>
    <a:srgbClr val="E5E5E5"/>
    <a:srgbClr val="7F7F7F"/>
    <a:srgbClr val="FFFF66"/>
    <a:srgbClr val="FFD699"/>
    <a:srgbClr val="FFCC99"/>
    <a:srgbClr val="66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CAC46E-6015-4B4E-B552-5C7076BA4DBE}" v="317" dt="2024-06-14T20:49:13.330"/>
  </p1510:revLst>
</p1510:revInfo>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85" autoAdjust="0"/>
    <p:restoredTop sz="94009" autoAdjust="0"/>
  </p:normalViewPr>
  <p:slideViewPr>
    <p:cSldViewPr>
      <p:cViewPr varScale="1">
        <p:scale>
          <a:sx n="75" d="100"/>
          <a:sy n="75" d="100"/>
        </p:scale>
        <p:origin x="72" y="29"/>
      </p:cViewPr>
      <p:guideLst>
        <p:guide orient="horz" pos="2160"/>
        <p:guide pos="384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notesMaster" Target="notesMasters/notesMaster1.xml"/><Relationship Id="rId55" Type="http://schemas.microsoft.com/office/2016/11/relationships/changesInfo" Target="changesInfos/changesInfo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microsoft.com/office/2015/10/relationships/revisionInfo" Target="revisionInfo.xml"/><Relationship Id="rId8" Type="http://schemas.openxmlformats.org/officeDocument/2006/relationships/slide" Target="slides/slide5.xml"/><Relationship Id="rId51" Type="http://schemas.openxmlformats.org/officeDocument/2006/relationships/presProps" Target="presProps.xml"/><Relationship Id="rId3"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gburn, Sarah E" userId="c40d2df0-46c9-4be9-b5a6-5c158e399904" providerId="ADAL" clId="{32CAC46E-6015-4B4E-B552-5C7076BA4DBE}"/>
    <pc:docChg chg="undo custSel addSld delSld modSld sldOrd modMainMaster modNotesMaster">
      <pc:chgData name="Ogburn, Sarah E" userId="c40d2df0-46c9-4be9-b5a6-5c158e399904" providerId="ADAL" clId="{32CAC46E-6015-4B4E-B552-5C7076BA4DBE}" dt="2024-06-14T20:49:13.330" v="2302"/>
      <pc:docMkLst>
        <pc:docMk/>
      </pc:docMkLst>
      <pc:sldChg chg="addSp delSp modSp del">
        <pc:chgData name="Ogburn, Sarah E" userId="c40d2df0-46c9-4be9-b5a6-5c158e399904" providerId="ADAL" clId="{32CAC46E-6015-4B4E-B552-5C7076BA4DBE}" dt="2024-06-14T00:13:02.083" v="1227" actId="478"/>
        <pc:sldMkLst>
          <pc:docMk/>
          <pc:sldMk cId="4182849872" sldId="256"/>
        </pc:sldMkLst>
        <pc:spChg chg="mod">
          <ac:chgData name="Ogburn, Sarah E" userId="c40d2df0-46c9-4be9-b5a6-5c158e399904" providerId="ADAL" clId="{32CAC46E-6015-4B4E-B552-5C7076BA4DBE}" dt="2024-06-14T00:12:42.457" v="1208"/>
          <ac:spMkLst>
            <pc:docMk/>
            <pc:sldMk cId="4182849872" sldId="256"/>
            <ac:spMk id="3" creationId="{34B7BBC1-16D0-6C32-5370-018329D33554}"/>
          </ac:spMkLst>
        </pc:spChg>
        <pc:spChg chg="mod">
          <ac:chgData name="Ogburn, Sarah E" userId="c40d2df0-46c9-4be9-b5a6-5c158e399904" providerId="ADAL" clId="{32CAC46E-6015-4B4E-B552-5C7076BA4DBE}" dt="2024-06-14T00:12:54.171" v="1224" actId="1035"/>
          <ac:spMkLst>
            <pc:docMk/>
            <pc:sldMk cId="4182849872" sldId="256"/>
            <ac:spMk id="2065" creationId="{00000000-0000-0000-0000-000000000000}"/>
          </ac:spMkLst>
        </pc:spChg>
        <pc:spChg chg="mod">
          <ac:chgData name="Ogburn, Sarah E" userId="c40d2df0-46c9-4be9-b5a6-5c158e399904" providerId="ADAL" clId="{32CAC46E-6015-4B4E-B552-5C7076BA4DBE}" dt="2024-06-14T00:06:49.784" v="1073"/>
          <ac:spMkLst>
            <pc:docMk/>
            <pc:sldMk cId="4182849872" sldId="256"/>
            <ac:spMk id="14338" creationId="{00000000-0000-0000-0000-000000000000}"/>
          </ac:spMkLst>
        </pc:spChg>
        <pc:spChg chg="mod">
          <ac:chgData name="Ogburn, Sarah E" userId="c40d2df0-46c9-4be9-b5a6-5c158e399904" providerId="ADAL" clId="{32CAC46E-6015-4B4E-B552-5C7076BA4DBE}" dt="2024-06-14T00:06:49.784" v="1073"/>
          <ac:spMkLst>
            <pc:docMk/>
            <pc:sldMk cId="4182849872" sldId="256"/>
            <ac:spMk id="14339" creationId="{00000000-0000-0000-0000-000000000000}"/>
          </ac:spMkLst>
        </pc:spChg>
        <pc:spChg chg="mod">
          <ac:chgData name="Ogburn, Sarah E" userId="c40d2df0-46c9-4be9-b5a6-5c158e399904" providerId="ADAL" clId="{32CAC46E-6015-4B4E-B552-5C7076BA4DBE}" dt="2024-06-14T00:12:54.171" v="1224" actId="1035"/>
          <ac:spMkLst>
            <pc:docMk/>
            <pc:sldMk cId="4182849872" sldId="256"/>
            <ac:spMk id="14343" creationId="{00000000-0000-0000-0000-000000000000}"/>
          </ac:spMkLst>
        </pc:spChg>
        <pc:grpChg chg="add mod">
          <ac:chgData name="Ogburn, Sarah E" userId="c40d2df0-46c9-4be9-b5a6-5c158e399904" providerId="ADAL" clId="{32CAC46E-6015-4B4E-B552-5C7076BA4DBE}" dt="2024-06-14T00:12:42.457" v="1208"/>
          <ac:grpSpMkLst>
            <pc:docMk/>
            <pc:sldMk cId="4182849872" sldId="256"/>
            <ac:grpSpMk id="2" creationId="{068B15D7-4CA5-C910-4157-1B83881927F4}"/>
          </ac:grpSpMkLst>
        </pc:grpChg>
        <pc:grpChg chg="mod">
          <ac:chgData name="Ogburn, Sarah E" userId="c40d2df0-46c9-4be9-b5a6-5c158e399904" providerId="ADAL" clId="{32CAC46E-6015-4B4E-B552-5C7076BA4DBE}" dt="2024-06-14T00:12:42.457" v="1208"/>
          <ac:grpSpMkLst>
            <pc:docMk/>
            <pc:sldMk cId="4182849872" sldId="256"/>
            <ac:grpSpMk id="4" creationId="{C0B24E3E-5335-03AF-4719-CD2CE11EA5EA}"/>
          </ac:grpSpMkLst>
        </pc:grpChg>
        <pc:picChg chg="mod">
          <ac:chgData name="Ogburn, Sarah E" userId="c40d2df0-46c9-4be9-b5a6-5c158e399904" providerId="ADAL" clId="{32CAC46E-6015-4B4E-B552-5C7076BA4DBE}" dt="2024-06-14T00:12:42.457" v="1208"/>
          <ac:picMkLst>
            <pc:docMk/>
            <pc:sldMk cId="4182849872" sldId="256"/>
            <ac:picMk id="5" creationId="{C5E562DD-FEB7-B2FA-0BF1-FAB9E0A3A80E}"/>
          </ac:picMkLst>
        </pc:picChg>
        <pc:picChg chg="mod">
          <ac:chgData name="Ogburn, Sarah E" userId="c40d2df0-46c9-4be9-b5a6-5c158e399904" providerId="ADAL" clId="{32CAC46E-6015-4B4E-B552-5C7076BA4DBE}" dt="2024-06-14T00:12:42.457" v="1208"/>
          <ac:picMkLst>
            <pc:docMk/>
            <pc:sldMk cId="4182849872" sldId="256"/>
            <ac:picMk id="6" creationId="{B280848F-5DBC-FA09-3BF6-34786C7E19B0}"/>
          </ac:picMkLst>
        </pc:picChg>
        <pc:picChg chg="mod">
          <ac:chgData name="Ogburn, Sarah E" userId="c40d2df0-46c9-4be9-b5a6-5c158e399904" providerId="ADAL" clId="{32CAC46E-6015-4B4E-B552-5C7076BA4DBE}" dt="2024-06-14T00:12:42.457" v="1208"/>
          <ac:picMkLst>
            <pc:docMk/>
            <pc:sldMk cId="4182849872" sldId="256"/>
            <ac:picMk id="7" creationId="{756F23BE-FCB6-64AB-4893-22B8EDA42B41}"/>
          </ac:picMkLst>
        </pc:picChg>
        <pc:picChg chg="del mod">
          <ac:chgData name="Ogburn, Sarah E" userId="c40d2df0-46c9-4be9-b5a6-5c158e399904" providerId="ADAL" clId="{32CAC46E-6015-4B4E-B552-5C7076BA4DBE}" dt="2024-06-14T00:13:02.083" v="1227" actId="478"/>
          <ac:picMkLst>
            <pc:docMk/>
            <pc:sldMk cId="4182849872" sldId="256"/>
            <ac:picMk id="14340" creationId="{00000000-0000-0000-0000-000000000000}"/>
          </ac:picMkLst>
        </pc:picChg>
        <pc:picChg chg="mod">
          <ac:chgData name="Ogburn, Sarah E" userId="c40d2df0-46c9-4be9-b5a6-5c158e399904" providerId="ADAL" clId="{32CAC46E-6015-4B4E-B552-5C7076BA4DBE}" dt="2024-06-14T00:12:54.171" v="1224" actId="1035"/>
          <ac:picMkLst>
            <pc:docMk/>
            <pc:sldMk cId="4182849872" sldId="256"/>
            <ac:picMk id="14341" creationId="{00000000-0000-0000-0000-000000000000}"/>
          </ac:picMkLst>
        </pc:picChg>
        <pc:picChg chg="mod">
          <ac:chgData name="Ogburn, Sarah E" userId="c40d2df0-46c9-4be9-b5a6-5c158e399904" providerId="ADAL" clId="{32CAC46E-6015-4B4E-B552-5C7076BA4DBE}" dt="2024-06-14T00:12:54.171" v="1224" actId="1035"/>
          <ac:picMkLst>
            <pc:docMk/>
            <pc:sldMk cId="4182849872" sldId="256"/>
            <ac:picMk id="14344" creationId="{00000000-0000-0000-0000-000000000000}"/>
          </ac:picMkLst>
        </pc:picChg>
      </pc:sldChg>
      <pc:sldChg chg="addSp modSp add mod modAnim">
        <pc:chgData name="Ogburn, Sarah E" userId="c40d2df0-46c9-4be9-b5a6-5c158e399904" providerId="ADAL" clId="{32CAC46E-6015-4B4E-B552-5C7076BA4DBE}" dt="2024-06-14T00:32:30.493" v="1561" actId="1036"/>
        <pc:sldMkLst>
          <pc:docMk/>
          <pc:sldMk cId="3167988685" sldId="260"/>
        </pc:sldMkLst>
        <pc:spChg chg="mod">
          <ac:chgData name="Ogburn, Sarah E" userId="c40d2df0-46c9-4be9-b5a6-5c158e399904" providerId="ADAL" clId="{32CAC46E-6015-4B4E-B552-5C7076BA4DBE}" dt="2024-06-14T00:32:30.493" v="1561" actId="1036"/>
          <ac:spMkLst>
            <pc:docMk/>
            <pc:sldMk cId="3167988685" sldId="260"/>
            <ac:spMk id="3" creationId="{59BBC307-1D44-D726-D2C0-5A2F2E69D844}"/>
          </ac:spMkLst>
        </pc:spChg>
        <pc:spChg chg="mod">
          <ac:chgData name="Ogburn, Sarah E" userId="c40d2df0-46c9-4be9-b5a6-5c158e399904" providerId="ADAL" clId="{32CAC46E-6015-4B4E-B552-5C7076BA4DBE}" dt="2024-06-14T00:15:36.268" v="1278"/>
          <ac:spMkLst>
            <pc:docMk/>
            <pc:sldMk cId="3167988685" sldId="260"/>
            <ac:spMk id="4" creationId="{1599C797-7E4F-6033-A2E2-39C284E3DA62}"/>
          </ac:spMkLst>
        </pc:spChg>
        <pc:spChg chg="mod">
          <ac:chgData name="Ogburn, Sarah E" userId="c40d2df0-46c9-4be9-b5a6-5c158e399904" providerId="ADAL" clId="{32CAC46E-6015-4B4E-B552-5C7076BA4DBE}" dt="2024-06-14T00:32:25.068" v="1558" actId="1076"/>
          <ac:spMkLst>
            <pc:docMk/>
            <pc:sldMk cId="3167988685" sldId="260"/>
            <ac:spMk id="15" creationId="{00000000-0000-0000-0000-000000000000}"/>
          </ac:spMkLst>
        </pc:spChg>
        <pc:spChg chg="mod">
          <ac:chgData name="Ogburn, Sarah E" userId="c40d2df0-46c9-4be9-b5a6-5c158e399904" providerId="ADAL" clId="{32CAC46E-6015-4B4E-B552-5C7076BA4DBE}" dt="2024-06-14T00:32:30.493" v="1561" actId="1036"/>
          <ac:spMkLst>
            <pc:docMk/>
            <pc:sldMk cId="3167988685" sldId="260"/>
            <ac:spMk id="45058" creationId="{00000000-0000-0000-0000-000000000000}"/>
          </ac:spMkLst>
        </pc:spChg>
        <pc:spChg chg="mod">
          <ac:chgData name="Ogburn, Sarah E" userId="c40d2df0-46c9-4be9-b5a6-5c158e399904" providerId="ADAL" clId="{32CAC46E-6015-4B4E-B552-5C7076BA4DBE}" dt="2024-06-14T00:32:25.068" v="1558" actId="1076"/>
          <ac:spMkLst>
            <pc:docMk/>
            <pc:sldMk cId="3167988685" sldId="260"/>
            <ac:spMk id="45060" creationId="{00000000-0000-0000-0000-000000000000}"/>
          </ac:spMkLst>
        </pc:spChg>
        <pc:spChg chg="mod">
          <ac:chgData name="Ogburn, Sarah E" userId="c40d2df0-46c9-4be9-b5a6-5c158e399904" providerId="ADAL" clId="{32CAC46E-6015-4B4E-B552-5C7076BA4DBE}" dt="2024-06-14T00:32:25.068" v="1558" actId="1076"/>
          <ac:spMkLst>
            <pc:docMk/>
            <pc:sldMk cId="3167988685" sldId="260"/>
            <ac:spMk id="45061" creationId="{00000000-0000-0000-0000-000000000000}"/>
          </ac:spMkLst>
        </pc:spChg>
        <pc:spChg chg="mod">
          <ac:chgData name="Ogburn, Sarah E" userId="c40d2df0-46c9-4be9-b5a6-5c158e399904" providerId="ADAL" clId="{32CAC46E-6015-4B4E-B552-5C7076BA4DBE}" dt="2024-06-14T00:32:25.068" v="1558" actId="1076"/>
          <ac:spMkLst>
            <pc:docMk/>
            <pc:sldMk cId="3167988685" sldId="260"/>
            <ac:spMk id="45064" creationId="{00000000-0000-0000-0000-000000000000}"/>
          </ac:spMkLst>
        </pc:spChg>
        <pc:spChg chg="mod">
          <ac:chgData name="Ogburn, Sarah E" userId="c40d2df0-46c9-4be9-b5a6-5c158e399904" providerId="ADAL" clId="{32CAC46E-6015-4B4E-B552-5C7076BA4DBE}" dt="2024-06-14T00:32:25.068" v="1558" actId="1076"/>
          <ac:spMkLst>
            <pc:docMk/>
            <pc:sldMk cId="3167988685" sldId="260"/>
            <ac:spMk id="45065" creationId="{00000000-0000-0000-0000-000000000000}"/>
          </ac:spMkLst>
        </pc:spChg>
        <pc:spChg chg="mod">
          <ac:chgData name="Ogburn, Sarah E" userId="c40d2df0-46c9-4be9-b5a6-5c158e399904" providerId="ADAL" clId="{32CAC46E-6015-4B4E-B552-5C7076BA4DBE}" dt="2024-06-14T00:32:25.068" v="1558" actId="1076"/>
          <ac:spMkLst>
            <pc:docMk/>
            <pc:sldMk cId="3167988685" sldId="260"/>
            <ac:spMk id="45066" creationId="{00000000-0000-0000-0000-000000000000}"/>
          </ac:spMkLst>
        </pc:spChg>
        <pc:spChg chg="mod">
          <ac:chgData name="Ogburn, Sarah E" userId="c40d2df0-46c9-4be9-b5a6-5c158e399904" providerId="ADAL" clId="{32CAC46E-6015-4B4E-B552-5C7076BA4DBE}" dt="2024-06-14T00:31:49.800" v="1548" actId="403"/>
          <ac:spMkLst>
            <pc:docMk/>
            <pc:sldMk cId="3167988685" sldId="260"/>
            <ac:spMk id="45071" creationId="{00000000-0000-0000-0000-000000000000}"/>
          </ac:spMkLst>
        </pc:spChg>
        <pc:grpChg chg="add mod">
          <ac:chgData name="Ogburn, Sarah E" userId="c40d2df0-46c9-4be9-b5a6-5c158e399904" providerId="ADAL" clId="{32CAC46E-6015-4B4E-B552-5C7076BA4DBE}" dt="2024-06-14T00:15:36.268" v="1278"/>
          <ac:grpSpMkLst>
            <pc:docMk/>
            <pc:sldMk cId="3167988685" sldId="260"/>
            <ac:grpSpMk id="2" creationId="{8FAE098F-3722-CA55-1E8D-B405A4628663}"/>
          </ac:grpSpMkLst>
        </pc:grpChg>
        <pc:grpChg chg="mod">
          <ac:chgData name="Ogburn, Sarah E" userId="c40d2df0-46c9-4be9-b5a6-5c158e399904" providerId="ADAL" clId="{32CAC46E-6015-4B4E-B552-5C7076BA4DBE}" dt="2024-06-14T00:15:36.268" v="1278"/>
          <ac:grpSpMkLst>
            <pc:docMk/>
            <pc:sldMk cId="3167988685" sldId="260"/>
            <ac:grpSpMk id="5" creationId="{C892BB61-5271-2278-9905-9C63B51FF3D1}"/>
          </ac:grpSpMkLst>
        </pc:grpChg>
        <pc:grpChg chg="add mod">
          <ac:chgData name="Ogburn, Sarah E" userId="c40d2df0-46c9-4be9-b5a6-5c158e399904" providerId="ADAL" clId="{32CAC46E-6015-4B4E-B552-5C7076BA4DBE}" dt="2024-06-14T00:32:25.068" v="1558" actId="1076"/>
          <ac:grpSpMkLst>
            <pc:docMk/>
            <pc:sldMk cId="3167988685" sldId="260"/>
            <ac:grpSpMk id="9" creationId="{2471F750-DC5B-4CB2-3774-081C4A64DF25}"/>
          </ac:grpSpMkLst>
        </pc:grpChg>
        <pc:picChg chg="mod">
          <ac:chgData name="Ogburn, Sarah E" userId="c40d2df0-46c9-4be9-b5a6-5c158e399904" providerId="ADAL" clId="{32CAC46E-6015-4B4E-B552-5C7076BA4DBE}" dt="2024-06-14T00:15:36.268" v="1278"/>
          <ac:picMkLst>
            <pc:docMk/>
            <pc:sldMk cId="3167988685" sldId="260"/>
            <ac:picMk id="6" creationId="{769E8DA4-6D6A-B1FF-24E4-ABFEBA481F6B}"/>
          </ac:picMkLst>
        </pc:picChg>
        <pc:picChg chg="mod">
          <ac:chgData name="Ogburn, Sarah E" userId="c40d2df0-46c9-4be9-b5a6-5c158e399904" providerId="ADAL" clId="{32CAC46E-6015-4B4E-B552-5C7076BA4DBE}" dt="2024-06-14T00:15:36.268" v="1278"/>
          <ac:picMkLst>
            <pc:docMk/>
            <pc:sldMk cId="3167988685" sldId="260"/>
            <ac:picMk id="7" creationId="{4F8B3ABE-CA01-0CB4-78B8-B07A8B5D1B25}"/>
          </ac:picMkLst>
        </pc:picChg>
        <pc:picChg chg="mod">
          <ac:chgData name="Ogburn, Sarah E" userId="c40d2df0-46c9-4be9-b5a6-5c158e399904" providerId="ADAL" clId="{32CAC46E-6015-4B4E-B552-5C7076BA4DBE}" dt="2024-06-14T00:15:36.268" v="1278"/>
          <ac:picMkLst>
            <pc:docMk/>
            <pc:sldMk cId="3167988685" sldId="260"/>
            <ac:picMk id="8" creationId="{A712C060-0B00-260E-4D5A-591156CCE586}"/>
          </ac:picMkLst>
        </pc:picChg>
        <pc:picChg chg="mod">
          <ac:chgData name="Ogburn, Sarah E" userId="c40d2df0-46c9-4be9-b5a6-5c158e399904" providerId="ADAL" clId="{32CAC46E-6015-4B4E-B552-5C7076BA4DBE}" dt="2024-06-14T00:32:25.068" v="1558" actId="1076"/>
          <ac:picMkLst>
            <pc:docMk/>
            <pc:sldMk cId="3167988685" sldId="260"/>
            <ac:picMk id="45059" creationId="{00000000-0000-0000-0000-000000000000}"/>
          </ac:picMkLst>
        </pc:picChg>
      </pc:sldChg>
      <pc:sldChg chg="addSp modSp mod">
        <pc:chgData name="Ogburn, Sarah E" userId="c40d2df0-46c9-4be9-b5a6-5c158e399904" providerId="ADAL" clId="{32CAC46E-6015-4B4E-B552-5C7076BA4DBE}" dt="2024-06-14T00:47:52.758" v="1900" actId="1076"/>
        <pc:sldMkLst>
          <pc:docMk/>
          <pc:sldMk cId="0" sldId="264"/>
        </pc:sldMkLst>
        <pc:spChg chg="mod">
          <ac:chgData name="Ogburn, Sarah E" userId="c40d2df0-46c9-4be9-b5a6-5c158e399904" providerId="ADAL" clId="{32CAC46E-6015-4B4E-B552-5C7076BA4DBE}" dt="2024-06-14T00:14:41.875" v="1256"/>
          <ac:spMkLst>
            <pc:docMk/>
            <pc:sldMk cId="0" sldId="264"/>
            <ac:spMk id="3" creationId="{9A69DB04-0F3F-752A-F707-52547B797BCC}"/>
          </ac:spMkLst>
        </pc:spChg>
        <pc:spChg chg="mod">
          <ac:chgData name="Ogburn, Sarah E" userId="c40d2df0-46c9-4be9-b5a6-5c158e399904" providerId="ADAL" clId="{32CAC46E-6015-4B4E-B552-5C7076BA4DBE}" dt="2024-06-14T00:06:49.784" v="1073"/>
          <ac:spMkLst>
            <pc:docMk/>
            <pc:sldMk cId="0" sldId="264"/>
            <ac:spMk id="40962" creationId="{00000000-0000-0000-0000-000000000000}"/>
          </ac:spMkLst>
        </pc:spChg>
        <pc:spChg chg="mod">
          <ac:chgData name="Ogburn, Sarah E" userId="c40d2df0-46c9-4be9-b5a6-5c158e399904" providerId="ADAL" clId="{32CAC46E-6015-4B4E-B552-5C7076BA4DBE}" dt="2024-06-14T00:47:52.758" v="1900" actId="1076"/>
          <ac:spMkLst>
            <pc:docMk/>
            <pc:sldMk cId="0" sldId="264"/>
            <ac:spMk id="40963" creationId="{00000000-0000-0000-0000-000000000000}"/>
          </ac:spMkLst>
        </pc:spChg>
        <pc:grpChg chg="add mod">
          <ac:chgData name="Ogburn, Sarah E" userId="c40d2df0-46c9-4be9-b5a6-5c158e399904" providerId="ADAL" clId="{32CAC46E-6015-4B4E-B552-5C7076BA4DBE}" dt="2024-06-14T00:14:41.875" v="1256"/>
          <ac:grpSpMkLst>
            <pc:docMk/>
            <pc:sldMk cId="0" sldId="264"/>
            <ac:grpSpMk id="2" creationId="{2870702B-E301-5843-51E2-C7E636B64831}"/>
          </ac:grpSpMkLst>
        </pc:grpChg>
        <pc:grpChg chg="mod">
          <ac:chgData name="Ogburn, Sarah E" userId="c40d2df0-46c9-4be9-b5a6-5c158e399904" providerId="ADAL" clId="{32CAC46E-6015-4B4E-B552-5C7076BA4DBE}" dt="2024-06-14T00:14:41.875" v="1256"/>
          <ac:grpSpMkLst>
            <pc:docMk/>
            <pc:sldMk cId="0" sldId="264"/>
            <ac:grpSpMk id="4" creationId="{4917A30D-4868-B86F-535D-916E508C7A6B}"/>
          </ac:grpSpMkLst>
        </pc:grpChg>
        <pc:picChg chg="mod">
          <ac:chgData name="Ogburn, Sarah E" userId="c40d2df0-46c9-4be9-b5a6-5c158e399904" providerId="ADAL" clId="{32CAC46E-6015-4B4E-B552-5C7076BA4DBE}" dt="2024-06-14T00:14:41.875" v="1256"/>
          <ac:picMkLst>
            <pc:docMk/>
            <pc:sldMk cId="0" sldId="264"/>
            <ac:picMk id="5" creationId="{E148C052-5F15-9D0D-4AA0-93F83A2138CA}"/>
          </ac:picMkLst>
        </pc:picChg>
        <pc:picChg chg="mod">
          <ac:chgData name="Ogburn, Sarah E" userId="c40d2df0-46c9-4be9-b5a6-5c158e399904" providerId="ADAL" clId="{32CAC46E-6015-4B4E-B552-5C7076BA4DBE}" dt="2024-06-14T00:14:41.875" v="1256"/>
          <ac:picMkLst>
            <pc:docMk/>
            <pc:sldMk cId="0" sldId="264"/>
            <ac:picMk id="6" creationId="{C83F5792-480C-D27F-21D5-5A69D4B4F544}"/>
          </ac:picMkLst>
        </pc:picChg>
        <pc:picChg chg="mod">
          <ac:chgData name="Ogburn, Sarah E" userId="c40d2df0-46c9-4be9-b5a6-5c158e399904" providerId="ADAL" clId="{32CAC46E-6015-4B4E-B552-5C7076BA4DBE}" dt="2024-06-14T00:14:41.875" v="1256"/>
          <ac:picMkLst>
            <pc:docMk/>
            <pc:sldMk cId="0" sldId="264"/>
            <ac:picMk id="7" creationId="{E7951DAA-C3FE-C081-AF0A-94B679218946}"/>
          </ac:picMkLst>
        </pc:picChg>
      </pc:sldChg>
      <pc:sldChg chg="addSp modSp add del">
        <pc:chgData name="Ogburn, Sarah E" userId="c40d2df0-46c9-4be9-b5a6-5c158e399904" providerId="ADAL" clId="{32CAC46E-6015-4B4E-B552-5C7076BA4DBE}" dt="2024-06-14T00:08:38.778" v="1091" actId="2696"/>
        <pc:sldMkLst>
          <pc:docMk/>
          <pc:sldMk cId="3276240904" sldId="276"/>
        </pc:sldMkLst>
        <pc:spChg chg="mod">
          <ac:chgData name="Ogburn, Sarah E" userId="c40d2df0-46c9-4be9-b5a6-5c158e399904" providerId="ADAL" clId="{32CAC46E-6015-4B4E-B552-5C7076BA4DBE}" dt="2024-06-14T00:06:54.960" v="1074"/>
          <ac:spMkLst>
            <pc:docMk/>
            <pc:sldMk cId="3276240904" sldId="276"/>
            <ac:spMk id="3" creationId="{00000000-0000-0000-0000-000000000000}"/>
          </ac:spMkLst>
        </pc:spChg>
        <pc:spChg chg="mod">
          <ac:chgData name="Ogburn, Sarah E" userId="c40d2df0-46c9-4be9-b5a6-5c158e399904" providerId="ADAL" clId="{32CAC46E-6015-4B4E-B552-5C7076BA4DBE}" dt="2024-06-14T00:07:16.717" v="1077"/>
          <ac:spMkLst>
            <pc:docMk/>
            <pc:sldMk cId="3276240904" sldId="276"/>
            <ac:spMk id="4" creationId="{6B4FC847-B82A-6AB3-B9B8-31FCFA67B1F9}"/>
          </ac:spMkLst>
        </pc:spChg>
        <pc:spChg chg="mod">
          <ac:chgData name="Ogburn, Sarah E" userId="c40d2df0-46c9-4be9-b5a6-5c158e399904" providerId="ADAL" clId="{32CAC46E-6015-4B4E-B552-5C7076BA4DBE}" dt="2024-06-14T00:06:49.784" v="1073"/>
          <ac:spMkLst>
            <pc:docMk/>
            <pc:sldMk cId="3276240904" sldId="276"/>
            <ac:spMk id="6" creationId="{00000000-0000-0000-0000-000000000000}"/>
          </ac:spMkLst>
        </pc:spChg>
        <pc:grpChg chg="add mod">
          <ac:chgData name="Ogburn, Sarah E" userId="c40d2df0-46c9-4be9-b5a6-5c158e399904" providerId="ADAL" clId="{32CAC46E-6015-4B4E-B552-5C7076BA4DBE}" dt="2024-06-14T00:07:16.717" v="1077"/>
          <ac:grpSpMkLst>
            <pc:docMk/>
            <pc:sldMk cId="3276240904" sldId="276"/>
            <ac:grpSpMk id="2" creationId="{BB4198D4-164B-C7F4-9350-B890512FCACB}"/>
          </ac:grpSpMkLst>
        </pc:grpChg>
        <pc:grpChg chg="mod">
          <ac:chgData name="Ogburn, Sarah E" userId="c40d2df0-46c9-4be9-b5a6-5c158e399904" providerId="ADAL" clId="{32CAC46E-6015-4B4E-B552-5C7076BA4DBE}" dt="2024-06-14T00:07:16.717" v="1077"/>
          <ac:grpSpMkLst>
            <pc:docMk/>
            <pc:sldMk cId="3276240904" sldId="276"/>
            <ac:grpSpMk id="5" creationId="{82ADC581-BFC4-6E52-BB9C-307D4BFC3CA8}"/>
          </ac:grpSpMkLst>
        </pc:grpChg>
        <pc:picChg chg="mod">
          <ac:chgData name="Ogburn, Sarah E" userId="c40d2df0-46c9-4be9-b5a6-5c158e399904" providerId="ADAL" clId="{32CAC46E-6015-4B4E-B552-5C7076BA4DBE}" dt="2024-06-14T00:07:16.717" v="1077"/>
          <ac:picMkLst>
            <pc:docMk/>
            <pc:sldMk cId="3276240904" sldId="276"/>
            <ac:picMk id="7" creationId="{AC7C9328-A186-BCC3-3BCE-8FEE748D770D}"/>
          </ac:picMkLst>
        </pc:picChg>
        <pc:picChg chg="mod">
          <ac:chgData name="Ogburn, Sarah E" userId="c40d2df0-46c9-4be9-b5a6-5c158e399904" providerId="ADAL" clId="{32CAC46E-6015-4B4E-B552-5C7076BA4DBE}" dt="2024-06-14T00:07:16.717" v="1077"/>
          <ac:picMkLst>
            <pc:docMk/>
            <pc:sldMk cId="3276240904" sldId="276"/>
            <ac:picMk id="8" creationId="{EE9E7845-4552-91B1-DBB3-A9733EFAA261}"/>
          </ac:picMkLst>
        </pc:picChg>
        <pc:picChg chg="mod">
          <ac:chgData name="Ogburn, Sarah E" userId="c40d2df0-46c9-4be9-b5a6-5c158e399904" providerId="ADAL" clId="{32CAC46E-6015-4B4E-B552-5C7076BA4DBE}" dt="2024-06-14T00:07:16.717" v="1077"/>
          <ac:picMkLst>
            <pc:docMk/>
            <pc:sldMk cId="3276240904" sldId="276"/>
            <ac:picMk id="9" creationId="{A70EA564-297E-F96F-B80C-7780CC64AF4F}"/>
          </ac:picMkLst>
        </pc:picChg>
      </pc:sldChg>
      <pc:sldChg chg="modSp add">
        <pc:chgData name="Ogburn, Sarah E" userId="c40d2df0-46c9-4be9-b5a6-5c158e399904" providerId="ADAL" clId="{32CAC46E-6015-4B4E-B552-5C7076BA4DBE}" dt="2024-06-14T00:06:49.784" v="1073"/>
        <pc:sldMkLst>
          <pc:docMk/>
          <pc:sldMk cId="1573063517" sldId="305"/>
        </pc:sldMkLst>
        <pc:spChg chg="mod">
          <ac:chgData name="Ogburn, Sarah E" userId="c40d2df0-46c9-4be9-b5a6-5c158e399904" providerId="ADAL" clId="{32CAC46E-6015-4B4E-B552-5C7076BA4DBE}" dt="2024-06-14T00:06:49.784" v="1073"/>
          <ac:spMkLst>
            <pc:docMk/>
            <pc:sldMk cId="1573063517" sldId="305"/>
            <ac:spMk id="3" creationId="{00000000-0000-0000-0000-000000000000}"/>
          </ac:spMkLst>
        </pc:spChg>
        <pc:spChg chg="mod">
          <ac:chgData name="Ogburn, Sarah E" userId="c40d2df0-46c9-4be9-b5a6-5c158e399904" providerId="ADAL" clId="{32CAC46E-6015-4B4E-B552-5C7076BA4DBE}" dt="2024-06-14T00:06:49.784" v="1073"/>
          <ac:spMkLst>
            <pc:docMk/>
            <pc:sldMk cId="1573063517" sldId="305"/>
            <ac:spMk id="4" creationId="{00000000-0000-0000-0000-000000000000}"/>
          </ac:spMkLst>
        </pc:spChg>
        <pc:spChg chg="mod">
          <ac:chgData name="Ogburn, Sarah E" userId="c40d2df0-46c9-4be9-b5a6-5c158e399904" providerId="ADAL" clId="{32CAC46E-6015-4B4E-B552-5C7076BA4DBE}" dt="2024-06-14T00:06:49.784" v="1073"/>
          <ac:spMkLst>
            <pc:docMk/>
            <pc:sldMk cId="1573063517" sldId="305"/>
            <ac:spMk id="5" creationId="{00000000-0000-0000-0000-000000000000}"/>
          </ac:spMkLst>
        </pc:spChg>
        <pc:spChg chg="mod">
          <ac:chgData name="Ogburn, Sarah E" userId="c40d2df0-46c9-4be9-b5a6-5c158e399904" providerId="ADAL" clId="{32CAC46E-6015-4B4E-B552-5C7076BA4DBE}" dt="2024-06-14T00:06:49.784" v="1073"/>
          <ac:spMkLst>
            <pc:docMk/>
            <pc:sldMk cId="1573063517" sldId="305"/>
            <ac:spMk id="6" creationId="{00000000-0000-0000-0000-000000000000}"/>
          </ac:spMkLst>
        </pc:spChg>
        <pc:spChg chg="mod">
          <ac:chgData name="Ogburn, Sarah E" userId="c40d2df0-46c9-4be9-b5a6-5c158e399904" providerId="ADAL" clId="{32CAC46E-6015-4B4E-B552-5C7076BA4DBE}" dt="2024-06-14T00:06:49.784" v="1073"/>
          <ac:spMkLst>
            <pc:docMk/>
            <pc:sldMk cId="1573063517" sldId="305"/>
            <ac:spMk id="8" creationId="{00000000-0000-0000-0000-000000000000}"/>
          </ac:spMkLst>
        </pc:spChg>
        <pc:spChg chg="mod">
          <ac:chgData name="Ogburn, Sarah E" userId="c40d2df0-46c9-4be9-b5a6-5c158e399904" providerId="ADAL" clId="{32CAC46E-6015-4B4E-B552-5C7076BA4DBE}" dt="2024-06-14T00:06:49.784" v="1073"/>
          <ac:spMkLst>
            <pc:docMk/>
            <pc:sldMk cId="1573063517" sldId="305"/>
            <ac:spMk id="9" creationId="{00000000-0000-0000-0000-000000000000}"/>
          </ac:spMkLst>
        </pc:spChg>
        <pc:spChg chg="mod">
          <ac:chgData name="Ogburn, Sarah E" userId="c40d2df0-46c9-4be9-b5a6-5c158e399904" providerId="ADAL" clId="{32CAC46E-6015-4B4E-B552-5C7076BA4DBE}" dt="2024-06-14T00:06:49.784" v="1073"/>
          <ac:spMkLst>
            <pc:docMk/>
            <pc:sldMk cId="1573063517" sldId="305"/>
            <ac:spMk id="10" creationId="{00000000-0000-0000-0000-000000000000}"/>
          </ac:spMkLst>
        </pc:spChg>
        <pc:spChg chg="mod">
          <ac:chgData name="Ogburn, Sarah E" userId="c40d2df0-46c9-4be9-b5a6-5c158e399904" providerId="ADAL" clId="{32CAC46E-6015-4B4E-B552-5C7076BA4DBE}" dt="2024-06-14T00:06:49.784" v="1073"/>
          <ac:spMkLst>
            <pc:docMk/>
            <pc:sldMk cId="1573063517" sldId="305"/>
            <ac:spMk id="11" creationId="{00000000-0000-0000-0000-000000000000}"/>
          </ac:spMkLst>
        </pc:spChg>
        <pc:spChg chg="mod">
          <ac:chgData name="Ogburn, Sarah E" userId="c40d2df0-46c9-4be9-b5a6-5c158e399904" providerId="ADAL" clId="{32CAC46E-6015-4B4E-B552-5C7076BA4DBE}" dt="2024-06-14T00:06:49.784" v="1073"/>
          <ac:spMkLst>
            <pc:docMk/>
            <pc:sldMk cId="1573063517" sldId="305"/>
            <ac:spMk id="12" creationId="{00000000-0000-0000-0000-000000000000}"/>
          </ac:spMkLst>
        </pc:spChg>
        <pc:spChg chg="mod">
          <ac:chgData name="Ogburn, Sarah E" userId="c40d2df0-46c9-4be9-b5a6-5c158e399904" providerId="ADAL" clId="{32CAC46E-6015-4B4E-B552-5C7076BA4DBE}" dt="2024-06-14T00:06:49.784" v="1073"/>
          <ac:spMkLst>
            <pc:docMk/>
            <pc:sldMk cId="1573063517" sldId="305"/>
            <ac:spMk id="14" creationId="{00000000-0000-0000-0000-000000000000}"/>
          </ac:spMkLst>
        </pc:spChg>
        <pc:spChg chg="mod">
          <ac:chgData name="Ogburn, Sarah E" userId="c40d2df0-46c9-4be9-b5a6-5c158e399904" providerId="ADAL" clId="{32CAC46E-6015-4B4E-B552-5C7076BA4DBE}" dt="2024-06-14T00:06:49.784" v="1073"/>
          <ac:spMkLst>
            <pc:docMk/>
            <pc:sldMk cId="1573063517" sldId="305"/>
            <ac:spMk id="15" creationId="{00000000-0000-0000-0000-000000000000}"/>
          </ac:spMkLst>
        </pc:spChg>
        <pc:spChg chg="mod">
          <ac:chgData name="Ogburn, Sarah E" userId="c40d2df0-46c9-4be9-b5a6-5c158e399904" providerId="ADAL" clId="{32CAC46E-6015-4B4E-B552-5C7076BA4DBE}" dt="2024-06-14T00:06:49.784" v="1073"/>
          <ac:spMkLst>
            <pc:docMk/>
            <pc:sldMk cId="1573063517" sldId="305"/>
            <ac:spMk id="16" creationId="{8341323F-3BF9-D225-37A2-DE3EB6FC1DB3}"/>
          </ac:spMkLst>
        </pc:spChg>
        <pc:spChg chg="mod">
          <ac:chgData name="Ogburn, Sarah E" userId="c40d2df0-46c9-4be9-b5a6-5c158e399904" providerId="ADAL" clId="{32CAC46E-6015-4B4E-B552-5C7076BA4DBE}" dt="2024-06-14T00:06:49.784" v="1073"/>
          <ac:spMkLst>
            <pc:docMk/>
            <pc:sldMk cId="1573063517" sldId="305"/>
            <ac:spMk id="18" creationId="{00000000-0000-0000-0000-000000000000}"/>
          </ac:spMkLst>
        </pc:spChg>
        <pc:spChg chg="mod">
          <ac:chgData name="Ogburn, Sarah E" userId="c40d2df0-46c9-4be9-b5a6-5c158e399904" providerId="ADAL" clId="{32CAC46E-6015-4B4E-B552-5C7076BA4DBE}" dt="2024-06-14T00:06:49.784" v="1073"/>
          <ac:spMkLst>
            <pc:docMk/>
            <pc:sldMk cId="1573063517" sldId="305"/>
            <ac:spMk id="19" creationId="{00000000-0000-0000-0000-000000000000}"/>
          </ac:spMkLst>
        </pc:spChg>
        <pc:spChg chg="mod">
          <ac:chgData name="Ogburn, Sarah E" userId="c40d2df0-46c9-4be9-b5a6-5c158e399904" providerId="ADAL" clId="{32CAC46E-6015-4B4E-B552-5C7076BA4DBE}" dt="2024-06-14T00:06:49.784" v="1073"/>
          <ac:spMkLst>
            <pc:docMk/>
            <pc:sldMk cId="1573063517" sldId="305"/>
            <ac:spMk id="23" creationId="{00000000-0000-0000-0000-000000000000}"/>
          </ac:spMkLst>
        </pc:spChg>
        <pc:spChg chg="mod">
          <ac:chgData name="Ogburn, Sarah E" userId="c40d2df0-46c9-4be9-b5a6-5c158e399904" providerId="ADAL" clId="{32CAC46E-6015-4B4E-B552-5C7076BA4DBE}" dt="2024-06-14T00:06:49.784" v="1073"/>
          <ac:spMkLst>
            <pc:docMk/>
            <pc:sldMk cId="1573063517" sldId="305"/>
            <ac:spMk id="25" creationId="{00000000-0000-0000-0000-000000000000}"/>
          </ac:spMkLst>
        </pc:spChg>
        <pc:spChg chg="mod">
          <ac:chgData name="Ogburn, Sarah E" userId="c40d2df0-46c9-4be9-b5a6-5c158e399904" providerId="ADAL" clId="{32CAC46E-6015-4B4E-B552-5C7076BA4DBE}" dt="2024-06-14T00:06:49.784" v="1073"/>
          <ac:spMkLst>
            <pc:docMk/>
            <pc:sldMk cId="1573063517" sldId="305"/>
            <ac:spMk id="26" creationId="{00000000-0000-0000-0000-000000000000}"/>
          </ac:spMkLst>
        </pc:spChg>
        <pc:grpChg chg="mod">
          <ac:chgData name="Ogburn, Sarah E" userId="c40d2df0-46c9-4be9-b5a6-5c158e399904" providerId="ADAL" clId="{32CAC46E-6015-4B4E-B552-5C7076BA4DBE}" dt="2024-06-14T00:06:49.784" v="1073"/>
          <ac:grpSpMkLst>
            <pc:docMk/>
            <pc:sldMk cId="1573063517" sldId="305"/>
            <ac:grpSpMk id="2" creationId="{3A213059-8F74-48A3-35A4-50A54E14198C}"/>
          </ac:grpSpMkLst>
        </pc:grpChg>
        <pc:picChg chg="mod">
          <ac:chgData name="Ogburn, Sarah E" userId="c40d2df0-46c9-4be9-b5a6-5c158e399904" providerId="ADAL" clId="{32CAC46E-6015-4B4E-B552-5C7076BA4DBE}" dt="2024-06-14T00:06:49.784" v="1073"/>
          <ac:picMkLst>
            <pc:docMk/>
            <pc:sldMk cId="1573063517" sldId="305"/>
            <ac:picMk id="7" creationId="{EC843674-E1D0-64BF-29A8-186FB6725890}"/>
          </ac:picMkLst>
        </pc:picChg>
        <pc:picChg chg="mod">
          <ac:chgData name="Ogburn, Sarah E" userId="c40d2df0-46c9-4be9-b5a6-5c158e399904" providerId="ADAL" clId="{32CAC46E-6015-4B4E-B552-5C7076BA4DBE}" dt="2024-06-14T00:06:49.784" v="1073"/>
          <ac:picMkLst>
            <pc:docMk/>
            <pc:sldMk cId="1573063517" sldId="305"/>
            <ac:picMk id="13" creationId="{00000000-0000-0000-0000-000000000000}"/>
          </ac:picMkLst>
        </pc:picChg>
        <pc:picChg chg="mod">
          <ac:chgData name="Ogburn, Sarah E" userId="c40d2df0-46c9-4be9-b5a6-5c158e399904" providerId="ADAL" clId="{32CAC46E-6015-4B4E-B552-5C7076BA4DBE}" dt="2024-06-14T00:06:49.784" v="1073"/>
          <ac:picMkLst>
            <pc:docMk/>
            <pc:sldMk cId="1573063517" sldId="305"/>
            <ac:picMk id="17" creationId="{00000000-0000-0000-0000-000000000000}"/>
          </ac:picMkLst>
        </pc:picChg>
        <pc:picChg chg="mod">
          <ac:chgData name="Ogburn, Sarah E" userId="c40d2df0-46c9-4be9-b5a6-5c158e399904" providerId="ADAL" clId="{32CAC46E-6015-4B4E-B552-5C7076BA4DBE}" dt="2024-06-14T00:06:49.784" v="1073"/>
          <ac:picMkLst>
            <pc:docMk/>
            <pc:sldMk cId="1573063517" sldId="305"/>
            <ac:picMk id="22" creationId="{00000000-0000-0000-0000-000000000000}"/>
          </ac:picMkLst>
        </pc:picChg>
        <pc:picChg chg="mod">
          <ac:chgData name="Ogburn, Sarah E" userId="c40d2df0-46c9-4be9-b5a6-5c158e399904" providerId="ADAL" clId="{32CAC46E-6015-4B4E-B552-5C7076BA4DBE}" dt="2024-06-14T00:06:49.784" v="1073"/>
          <ac:picMkLst>
            <pc:docMk/>
            <pc:sldMk cId="1573063517" sldId="305"/>
            <ac:picMk id="1026" creationId="{1E87311B-035A-AC9E-C7C0-6C2628AACD91}"/>
          </ac:picMkLst>
        </pc:picChg>
      </pc:sldChg>
      <pc:sldChg chg="addSp modSp">
        <pc:chgData name="Ogburn, Sarah E" userId="c40d2df0-46c9-4be9-b5a6-5c158e399904" providerId="ADAL" clId="{32CAC46E-6015-4B4E-B552-5C7076BA4DBE}" dt="2024-06-14T00:15:40.658" v="1279"/>
        <pc:sldMkLst>
          <pc:docMk/>
          <pc:sldMk cId="0" sldId="319"/>
        </pc:sldMkLst>
        <pc:spChg chg="mod">
          <ac:chgData name="Ogburn, Sarah E" userId="c40d2df0-46c9-4be9-b5a6-5c158e399904" providerId="ADAL" clId="{32CAC46E-6015-4B4E-B552-5C7076BA4DBE}" dt="2024-06-14T00:15:40.658" v="1279"/>
          <ac:spMkLst>
            <pc:docMk/>
            <pc:sldMk cId="0" sldId="319"/>
            <ac:spMk id="3" creationId="{E3309926-4CBE-DEAA-7690-9E65F8572609}"/>
          </ac:spMkLst>
        </pc:spChg>
        <pc:spChg chg="mod">
          <ac:chgData name="Ogburn, Sarah E" userId="c40d2df0-46c9-4be9-b5a6-5c158e399904" providerId="ADAL" clId="{32CAC46E-6015-4B4E-B552-5C7076BA4DBE}" dt="2024-06-14T00:06:49.784" v="1073"/>
          <ac:spMkLst>
            <pc:docMk/>
            <pc:sldMk cId="0" sldId="319"/>
            <ac:spMk id="50178" creationId="{00000000-0000-0000-0000-000000000000}"/>
          </ac:spMkLst>
        </pc:spChg>
        <pc:spChg chg="mod">
          <ac:chgData name="Ogburn, Sarah E" userId="c40d2df0-46c9-4be9-b5a6-5c158e399904" providerId="ADAL" clId="{32CAC46E-6015-4B4E-B552-5C7076BA4DBE}" dt="2024-06-14T00:06:49.784" v="1073"/>
          <ac:spMkLst>
            <pc:docMk/>
            <pc:sldMk cId="0" sldId="319"/>
            <ac:spMk id="50180" creationId="{00000000-0000-0000-0000-000000000000}"/>
          </ac:spMkLst>
        </pc:spChg>
        <pc:grpChg chg="add mod">
          <ac:chgData name="Ogburn, Sarah E" userId="c40d2df0-46c9-4be9-b5a6-5c158e399904" providerId="ADAL" clId="{32CAC46E-6015-4B4E-B552-5C7076BA4DBE}" dt="2024-06-14T00:15:40.658" v="1279"/>
          <ac:grpSpMkLst>
            <pc:docMk/>
            <pc:sldMk cId="0" sldId="319"/>
            <ac:grpSpMk id="2" creationId="{6F78C437-A88A-604E-6F7E-78D4580B23B2}"/>
          </ac:grpSpMkLst>
        </pc:grpChg>
        <pc:grpChg chg="mod">
          <ac:chgData name="Ogburn, Sarah E" userId="c40d2df0-46c9-4be9-b5a6-5c158e399904" providerId="ADAL" clId="{32CAC46E-6015-4B4E-B552-5C7076BA4DBE}" dt="2024-06-14T00:15:40.658" v="1279"/>
          <ac:grpSpMkLst>
            <pc:docMk/>
            <pc:sldMk cId="0" sldId="319"/>
            <ac:grpSpMk id="4" creationId="{6B5F5F5E-7DD1-7F06-64AF-F5C3DC0AD770}"/>
          </ac:grpSpMkLst>
        </pc:grpChg>
        <pc:picChg chg="mod">
          <ac:chgData name="Ogburn, Sarah E" userId="c40d2df0-46c9-4be9-b5a6-5c158e399904" providerId="ADAL" clId="{32CAC46E-6015-4B4E-B552-5C7076BA4DBE}" dt="2024-06-14T00:15:40.658" v="1279"/>
          <ac:picMkLst>
            <pc:docMk/>
            <pc:sldMk cId="0" sldId="319"/>
            <ac:picMk id="5" creationId="{C9C92A98-27C8-8B45-80B9-7294C1AD008C}"/>
          </ac:picMkLst>
        </pc:picChg>
        <pc:picChg chg="mod">
          <ac:chgData name="Ogburn, Sarah E" userId="c40d2df0-46c9-4be9-b5a6-5c158e399904" providerId="ADAL" clId="{32CAC46E-6015-4B4E-B552-5C7076BA4DBE}" dt="2024-06-14T00:15:40.658" v="1279"/>
          <ac:picMkLst>
            <pc:docMk/>
            <pc:sldMk cId="0" sldId="319"/>
            <ac:picMk id="6" creationId="{6CC934BF-1278-FFE0-3686-34D81CB8999A}"/>
          </ac:picMkLst>
        </pc:picChg>
        <pc:picChg chg="mod">
          <ac:chgData name="Ogburn, Sarah E" userId="c40d2df0-46c9-4be9-b5a6-5c158e399904" providerId="ADAL" clId="{32CAC46E-6015-4B4E-B552-5C7076BA4DBE}" dt="2024-06-14T00:15:40.658" v="1279"/>
          <ac:picMkLst>
            <pc:docMk/>
            <pc:sldMk cId="0" sldId="319"/>
            <ac:picMk id="7" creationId="{5DF1899E-F13D-1236-553F-577F4CB4A4F1}"/>
          </ac:picMkLst>
        </pc:picChg>
        <pc:picChg chg="mod">
          <ac:chgData name="Ogburn, Sarah E" userId="c40d2df0-46c9-4be9-b5a6-5c158e399904" providerId="ADAL" clId="{32CAC46E-6015-4B4E-B552-5C7076BA4DBE}" dt="2024-06-14T00:06:49.784" v="1073"/>
          <ac:picMkLst>
            <pc:docMk/>
            <pc:sldMk cId="0" sldId="319"/>
            <ac:picMk id="50179" creationId="{00000000-0000-0000-0000-000000000000}"/>
          </ac:picMkLst>
        </pc:picChg>
      </pc:sldChg>
      <pc:sldChg chg="addSp modSp mod">
        <pc:chgData name="Ogburn, Sarah E" userId="c40d2df0-46c9-4be9-b5a6-5c158e399904" providerId="ADAL" clId="{32CAC46E-6015-4B4E-B552-5C7076BA4DBE}" dt="2024-06-14T00:55:09.067" v="2147" actId="179"/>
        <pc:sldMkLst>
          <pc:docMk/>
          <pc:sldMk cId="0" sldId="327"/>
        </pc:sldMkLst>
        <pc:spChg chg="mod">
          <ac:chgData name="Ogburn, Sarah E" userId="c40d2df0-46c9-4be9-b5a6-5c158e399904" providerId="ADAL" clId="{32CAC46E-6015-4B4E-B552-5C7076BA4DBE}" dt="2024-06-14T00:40:31.163" v="1707" actId="1076"/>
          <ac:spMkLst>
            <pc:docMk/>
            <pc:sldMk cId="0" sldId="327"/>
            <ac:spMk id="2" creationId="{00000000-0000-0000-0000-000000000000}"/>
          </ac:spMkLst>
        </pc:spChg>
        <pc:spChg chg="mod">
          <ac:chgData name="Ogburn, Sarah E" userId="c40d2df0-46c9-4be9-b5a6-5c158e399904" providerId="ADAL" clId="{32CAC46E-6015-4B4E-B552-5C7076BA4DBE}" dt="2024-06-14T00:15:54.482" v="1287"/>
          <ac:spMkLst>
            <pc:docMk/>
            <pc:sldMk cId="0" sldId="327"/>
            <ac:spMk id="4" creationId="{25597078-5799-FFBE-98F1-013A74818922}"/>
          </ac:spMkLst>
        </pc:spChg>
        <pc:spChg chg="mod">
          <ac:chgData name="Ogburn, Sarah E" userId="c40d2df0-46c9-4be9-b5a6-5c158e399904" providerId="ADAL" clId="{32CAC46E-6015-4B4E-B552-5C7076BA4DBE}" dt="2024-06-14T00:55:09.067" v="2147" actId="179"/>
          <ac:spMkLst>
            <pc:docMk/>
            <pc:sldMk cId="0" sldId="327"/>
            <ac:spMk id="52226" creationId="{00000000-0000-0000-0000-000000000000}"/>
          </ac:spMkLst>
        </pc:spChg>
        <pc:grpChg chg="add mod">
          <ac:chgData name="Ogburn, Sarah E" userId="c40d2df0-46c9-4be9-b5a6-5c158e399904" providerId="ADAL" clId="{32CAC46E-6015-4B4E-B552-5C7076BA4DBE}" dt="2024-06-14T00:15:54.482" v="1287"/>
          <ac:grpSpMkLst>
            <pc:docMk/>
            <pc:sldMk cId="0" sldId="327"/>
            <ac:grpSpMk id="3" creationId="{BC168EF6-36FC-C6D4-D4D9-002A771C2C49}"/>
          </ac:grpSpMkLst>
        </pc:grpChg>
        <pc:grpChg chg="mod">
          <ac:chgData name="Ogburn, Sarah E" userId="c40d2df0-46c9-4be9-b5a6-5c158e399904" providerId="ADAL" clId="{32CAC46E-6015-4B4E-B552-5C7076BA4DBE}" dt="2024-06-14T00:15:54.482" v="1287"/>
          <ac:grpSpMkLst>
            <pc:docMk/>
            <pc:sldMk cId="0" sldId="327"/>
            <ac:grpSpMk id="5" creationId="{A010390D-41E5-8567-03A0-7D0133F8DCFC}"/>
          </ac:grpSpMkLst>
        </pc:grpChg>
        <pc:picChg chg="mod">
          <ac:chgData name="Ogburn, Sarah E" userId="c40d2df0-46c9-4be9-b5a6-5c158e399904" providerId="ADAL" clId="{32CAC46E-6015-4B4E-B552-5C7076BA4DBE}" dt="2024-06-14T00:15:54.482" v="1287"/>
          <ac:picMkLst>
            <pc:docMk/>
            <pc:sldMk cId="0" sldId="327"/>
            <ac:picMk id="6" creationId="{8359D15D-3549-02E9-64B8-ABF04503FC30}"/>
          </ac:picMkLst>
        </pc:picChg>
        <pc:picChg chg="mod">
          <ac:chgData name="Ogburn, Sarah E" userId="c40d2df0-46c9-4be9-b5a6-5c158e399904" providerId="ADAL" clId="{32CAC46E-6015-4B4E-B552-5C7076BA4DBE}" dt="2024-06-14T00:15:54.482" v="1287"/>
          <ac:picMkLst>
            <pc:docMk/>
            <pc:sldMk cId="0" sldId="327"/>
            <ac:picMk id="7" creationId="{CD5A58AF-ADAC-F520-2F1D-11EFF891B4A5}"/>
          </ac:picMkLst>
        </pc:picChg>
        <pc:picChg chg="mod">
          <ac:chgData name="Ogburn, Sarah E" userId="c40d2df0-46c9-4be9-b5a6-5c158e399904" providerId="ADAL" clId="{32CAC46E-6015-4B4E-B552-5C7076BA4DBE}" dt="2024-06-14T00:15:54.482" v="1287"/>
          <ac:picMkLst>
            <pc:docMk/>
            <pc:sldMk cId="0" sldId="327"/>
            <ac:picMk id="8" creationId="{19A5325E-A06C-B136-B09E-50B452D60B9D}"/>
          </ac:picMkLst>
        </pc:picChg>
      </pc:sldChg>
      <pc:sldChg chg="addSp delSp modSp mod">
        <pc:chgData name="Ogburn, Sarah E" userId="c40d2df0-46c9-4be9-b5a6-5c158e399904" providerId="ADAL" clId="{32CAC46E-6015-4B4E-B552-5C7076BA4DBE}" dt="2024-06-14T20:14:02.942" v="2252"/>
        <pc:sldMkLst>
          <pc:docMk/>
          <pc:sldMk cId="1926858425" sldId="351"/>
        </pc:sldMkLst>
        <pc:spChg chg="mod">
          <ac:chgData name="Ogburn, Sarah E" userId="c40d2df0-46c9-4be9-b5a6-5c158e399904" providerId="ADAL" clId="{32CAC46E-6015-4B4E-B552-5C7076BA4DBE}" dt="2024-06-14T00:25:08.081" v="1384" actId="113"/>
          <ac:spMkLst>
            <pc:docMk/>
            <pc:sldMk cId="1926858425" sldId="351"/>
            <ac:spMk id="2" creationId="{00000000-0000-0000-0000-000000000000}"/>
          </ac:spMkLst>
        </pc:spChg>
        <pc:spChg chg="mod">
          <ac:chgData name="Ogburn, Sarah E" userId="c40d2df0-46c9-4be9-b5a6-5c158e399904" providerId="ADAL" clId="{32CAC46E-6015-4B4E-B552-5C7076BA4DBE}" dt="2024-06-14T00:25:21.464" v="1393" actId="403"/>
          <ac:spMkLst>
            <pc:docMk/>
            <pc:sldMk cId="1926858425" sldId="351"/>
            <ac:spMk id="4" creationId="{00000000-0000-0000-0000-000000000000}"/>
          </ac:spMkLst>
        </pc:spChg>
        <pc:spChg chg="del mod">
          <ac:chgData name="Ogburn, Sarah E" userId="c40d2df0-46c9-4be9-b5a6-5c158e399904" providerId="ADAL" clId="{32CAC46E-6015-4B4E-B552-5C7076BA4DBE}" dt="2024-06-14T20:13:59.955" v="2250" actId="478"/>
          <ac:spMkLst>
            <pc:docMk/>
            <pc:sldMk cId="1926858425" sldId="351"/>
            <ac:spMk id="5" creationId="{00000000-0000-0000-0000-000000000000}"/>
          </ac:spMkLst>
        </pc:spChg>
        <pc:spChg chg="mod">
          <ac:chgData name="Ogburn, Sarah E" userId="c40d2df0-46c9-4be9-b5a6-5c158e399904" providerId="ADAL" clId="{32CAC46E-6015-4B4E-B552-5C7076BA4DBE}" dt="2024-06-14T00:13:17.446" v="1232"/>
          <ac:spMkLst>
            <pc:docMk/>
            <pc:sldMk cId="1926858425" sldId="351"/>
            <ac:spMk id="6" creationId="{071F0201-6D5A-4369-F143-13CE4392C00C}"/>
          </ac:spMkLst>
        </pc:spChg>
        <pc:spChg chg="add mod">
          <ac:chgData name="Ogburn, Sarah E" userId="c40d2df0-46c9-4be9-b5a6-5c158e399904" providerId="ADAL" clId="{32CAC46E-6015-4B4E-B552-5C7076BA4DBE}" dt="2024-06-14T20:14:02.942" v="2252"/>
          <ac:spMkLst>
            <pc:docMk/>
            <pc:sldMk cId="1926858425" sldId="351"/>
            <ac:spMk id="12" creationId="{0A9E184F-E114-D810-3067-68E0181B0428}"/>
          </ac:spMkLst>
        </pc:spChg>
        <pc:spChg chg="add mod">
          <ac:chgData name="Ogburn, Sarah E" userId="c40d2df0-46c9-4be9-b5a6-5c158e399904" providerId="ADAL" clId="{32CAC46E-6015-4B4E-B552-5C7076BA4DBE}" dt="2024-06-14T20:14:02.942" v="2252"/>
          <ac:spMkLst>
            <pc:docMk/>
            <pc:sldMk cId="1926858425" sldId="351"/>
            <ac:spMk id="13" creationId="{FB75E218-0F7C-F989-EB2D-D12D760E89C1}"/>
          </ac:spMkLst>
        </pc:spChg>
        <pc:spChg chg="add mod">
          <ac:chgData name="Ogburn, Sarah E" userId="c40d2df0-46c9-4be9-b5a6-5c158e399904" providerId="ADAL" clId="{32CAC46E-6015-4B4E-B552-5C7076BA4DBE}" dt="2024-06-14T20:14:02.942" v="2252"/>
          <ac:spMkLst>
            <pc:docMk/>
            <pc:sldMk cId="1926858425" sldId="351"/>
            <ac:spMk id="14" creationId="{C85D9D80-DF4E-0FDE-79E4-0A40D667BB18}"/>
          </ac:spMkLst>
        </pc:spChg>
        <pc:spChg chg="add mod">
          <ac:chgData name="Ogburn, Sarah E" userId="c40d2df0-46c9-4be9-b5a6-5c158e399904" providerId="ADAL" clId="{32CAC46E-6015-4B4E-B552-5C7076BA4DBE}" dt="2024-06-14T20:14:02.942" v="2252"/>
          <ac:spMkLst>
            <pc:docMk/>
            <pc:sldMk cId="1926858425" sldId="351"/>
            <ac:spMk id="15" creationId="{5DE36E1F-FB1E-2C06-E36E-E9A943D9461E}"/>
          </ac:spMkLst>
        </pc:spChg>
        <pc:spChg chg="add mod">
          <ac:chgData name="Ogburn, Sarah E" userId="c40d2df0-46c9-4be9-b5a6-5c158e399904" providerId="ADAL" clId="{32CAC46E-6015-4B4E-B552-5C7076BA4DBE}" dt="2024-06-14T20:14:02.942" v="2252"/>
          <ac:spMkLst>
            <pc:docMk/>
            <pc:sldMk cId="1926858425" sldId="351"/>
            <ac:spMk id="16" creationId="{890E320D-567C-A85A-2C73-F090C805198F}"/>
          </ac:spMkLst>
        </pc:spChg>
        <pc:spChg chg="add mod">
          <ac:chgData name="Ogburn, Sarah E" userId="c40d2df0-46c9-4be9-b5a6-5c158e399904" providerId="ADAL" clId="{32CAC46E-6015-4B4E-B552-5C7076BA4DBE}" dt="2024-06-14T20:14:02.942" v="2252"/>
          <ac:spMkLst>
            <pc:docMk/>
            <pc:sldMk cId="1926858425" sldId="351"/>
            <ac:spMk id="17" creationId="{82634CBC-50C1-BE54-645C-276E8C0E8D79}"/>
          </ac:spMkLst>
        </pc:spChg>
        <pc:spChg chg="mod">
          <ac:chgData name="Ogburn, Sarah E" userId="c40d2df0-46c9-4be9-b5a6-5c158e399904" providerId="ADAL" clId="{32CAC46E-6015-4B4E-B552-5C7076BA4DBE}" dt="2024-06-14T00:06:49.784" v="1073"/>
          <ac:spMkLst>
            <pc:docMk/>
            <pc:sldMk cId="1926858425" sldId="351"/>
            <ac:spMk id="24578" creationId="{00000000-0000-0000-0000-000000000000}"/>
          </ac:spMkLst>
        </pc:spChg>
        <pc:spChg chg="del mod">
          <ac:chgData name="Ogburn, Sarah E" userId="c40d2df0-46c9-4be9-b5a6-5c158e399904" providerId="ADAL" clId="{32CAC46E-6015-4B4E-B552-5C7076BA4DBE}" dt="2024-06-14T20:13:59.955" v="2250" actId="478"/>
          <ac:spMkLst>
            <pc:docMk/>
            <pc:sldMk cId="1926858425" sldId="351"/>
            <ac:spMk id="24580" creationId="{00000000-0000-0000-0000-000000000000}"/>
          </ac:spMkLst>
        </pc:spChg>
        <pc:spChg chg="del mod">
          <ac:chgData name="Ogburn, Sarah E" userId="c40d2df0-46c9-4be9-b5a6-5c158e399904" providerId="ADAL" clId="{32CAC46E-6015-4B4E-B552-5C7076BA4DBE}" dt="2024-06-14T20:13:59.955" v="2250" actId="478"/>
          <ac:spMkLst>
            <pc:docMk/>
            <pc:sldMk cId="1926858425" sldId="351"/>
            <ac:spMk id="24581" creationId="{00000000-0000-0000-0000-000000000000}"/>
          </ac:spMkLst>
        </pc:spChg>
        <pc:spChg chg="del mod">
          <ac:chgData name="Ogburn, Sarah E" userId="c40d2df0-46c9-4be9-b5a6-5c158e399904" providerId="ADAL" clId="{32CAC46E-6015-4B4E-B552-5C7076BA4DBE}" dt="2024-06-14T20:13:59.955" v="2250" actId="478"/>
          <ac:spMkLst>
            <pc:docMk/>
            <pc:sldMk cId="1926858425" sldId="351"/>
            <ac:spMk id="24582" creationId="{00000000-0000-0000-0000-000000000000}"/>
          </ac:spMkLst>
        </pc:spChg>
        <pc:spChg chg="del mod">
          <ac:chgData name="Ogburn, Sarah E" userId="c40d2df0-46c9-4be9-b5a6-5c158e399904" providerId="ADAL" clId="{32CAC46E-6015-4B4E-B552-5C7076BA4DBE}" dt="2024-06-14T20:13:59.955" v="2250" actId="478"/>
          <ac:spMkLst>
            <pc:docMk/>
            <pc:sldMk cId="1926858425" sldId="351"/>
            <ac:spMk id="24583" creationId="{00000000-0000-0000-0000-000000000000}"/>
          </ac:spMkLst>
        </pc:spChg>
        <pc:spChg chg="del mod">
          <ac:chgData name="Ogburn, Sarah E" userId="c40d2df0-46c9-4be9-b5a6-5c158e399904" providerId="ADAL" clId="{32CAC46E-6015-4B4E-B552-5C7076BA4DBE}" dt="2024-06-14T20:13:59.955" v="2250" actId="478"/>
          <ac:spMkLst>
            <pc:docMk/>
            <pc:sldMk cId="1926858425" sldId="351"/>
            <ac:spMk id="24584" creationId="{00000000-0000-0000-0000-000000000000}"/>
          </ac:spMkLst>
        </pc:spChg>
        <pc:grpChg chg="add mod">
          <ac:chgData name="Ogburn, Sarah E" userId="c40d2df0-46c9-4be9-b5a6-5c158e399904" providerId="ADAL" clId="{32CAC46E-6015-4B4E-B552-5C7076BA4DBE}" dt="2024-06-14T00:13:17.446" v="1232"/>
          <ac:grpSpMkLst>
            <pc:docMk/>
            <pc:sldMk cId="1926858425" sldId="351"/>
            <ac:grpSpMk id="3" creationId="{954648DC-7E73-93B1-8EE0-CED9D010916B}"/>
          </ac:grpSpMkLst>
        </pc:grpChg>
        <pc:grpChg chg="mod">
          <ac:chgData name="Ogburn, Sarah E" userId="c40d2df0-46c9-4be9-b5a6-5c158e399904" providerId="ADAL" clId="{32CAC46E-6015-4B4E-B552-5C7076BA4DBE}" dt="2024-06-14T00:13:17.446" v="1232"/>
          <ac:grpSpMkLst>
            <pc:docMk/>
            <pc:sldMk cId="1926858425" sldId="351"/>
            <ac:grpSpMk id="7" creationId="{A5DFFCB0-531A-A20F-0D55-7DF927FD9F88}"/>
          </ac:grpSpMkLst>
        </pc:grpChg>
        <pc:picChg chg="mod">
          <ac:chgData name="Ogburn, Sarah E" userId="c40d2df0-46c9-4be9-b5a6-5c158e399904" providerId="ADAL" clId="{32CAC46E-6015-4B4E-B552-5C7076BA4DBE}" dt="2024-06-14T00:13:17.446" v="1232"/>
          <ac:picMkLst>
            <pc:docMk/>
            <pc:sldMk cId="1926858425" sldId="351"/>
            <ac:picMk id="8" creationId="{B2045D5B-BA7A-9A31-CACC-E19535E192A8}"/>
          </ac:picMkLst>
        </pc:picChg>
        <pc:picChg chg="mod">
          <ac:chgData name="Ogburn, Sarah E" userId="c40d2df0-46c9-4be9-b5a6-5c158e399904" providerId="ADAL" clId="{32CAC46E-6015-4B4E-B552-5C7076BA4DBE}" dt="2024-06-14T00:13:17.446" v="1232"/>
          <ac:picMkLst>
            <pc:docMk/>
            <pc:sldMk cId="1926858425" sldId="351"/>
            <ac:picMk id="9" creationId="{5D202F12-1E3C-C2CA-A65B-14D031D32161}"/>
          </ac:picMkLst>
        </pc:picChg>
        <pc:picChg chg="mod">
          <ac:chgData name="Ogburn, Sarah E" userId="c40d2df0-46c9-4be9-b5a6-5c158e399904" providerId="ADAL" clId="{32CAC46E-6015-4B4E-B552-5C7076BA4DBE}" dt="2024-06-14T00:13:17.446" v="1232"/>
          <ac:picMkLst>
            <pc:docMk/>
            <pc:sldMk cId="1926858425" sldId="351"/>
            <ac:picMk id="10" creationId="{89813D68-13DD-9EE0-013A-B8E551415DFB}"/>
          </ac:picMkLst>
        </pc:picChg>
        <pc:picChg chg="add mod">
          <ac:chgData name="Ogburn, Sarah E" userId="c40d2df0-46c9-4be9-b5a6-5c158e399904" providerId="ADAL" clId="{32CAC46E-6015-4B4E-B552-5C7076BA4DBE}" dt="2024-06-14T20:14:02.942" v="2252"/>
          <ac:picMkLst>
            <pc:docMk/>
            <pc:sldMk cId="1926858425" sldId="351"/>
            <ac:picMk id="11" creationId="{594C680B-CA78-B10B-28B4-FD8C7EFCEE80}"/>
          </ac:picMkLst>
        </pc:picChg>
        <pc:picChg chg="del mod">
          <ac:chgData name="Ogburn, Sarah E" userId="c40d2df0-46c9-4be9-b5a6-5c158e399904" providerId="ADAL" clId="{32CAC46E-6015-4B4E-B552-5C7076BA4DBE}" dt="2024-06-14T20:14:01.988" v="2251" actId="478"/>
          <ac:picMkLst>
            <pc:docMk/>
            <pc:sldMk cId="1926858425" sldId="351"/>
            <ac:picMk id="24579" creationId="{00000000-0000-0000-0000-000000000000}"/>
          </ac:picMkLst>
        </pc:picChg>
      </pc:sldChg>
      <pc:sldChg chg="addSp modSp mod">
        <pc:chgData name="Ogburn, Sarah E" userId="c40d2df0-46c9-4be9-b5a6-5c158e399904" providerId="ADAL" clId="{32CAC46E-6015-4B4E-B552-5C7076BA4DBE}" dt="2024-06-14T00:13:50.190" v="1241" actId="1036"/>
        <pc:sldMkLst>
          <pc:docMk/>
          <pc:sldMk cId="2613452820" sldId="357"/>
        </pc:sldMkLst>
        <pc:spChg chg="mod">
          <ac:chgData name="Ogburn, Sarah E" userId="c40d2df0-46c9-4be9-b5a6-5c158e399904" providerId="ADAL" clId="{32CAC46E-6015-4B4E-B552-5C7076BA4DBE}" dt="2024-06-14T00:13:47.912" v="1239"/>
          <ac:spMkLst>
            <pc:docMk/>
            <pc:sldMk cId="2613452820" sldId="357"/>
            <ac:spMk id="3" creationId="{33099F7A-BC33-5B04-7BA1-0D28B5911E30}"/>
          </ac:spMkLst>
        </pc:spChg>
        <pc:spChg chg="mod">
          <ac:chgData name="Ogburn, Sarah E" userId="c40d2df0-46c9-4be9-b5a6-5c158e399904" providerId="ADAL" clId="{32CAC46E-6015-4B4E-B552-5C7076BA4DBE}" dt="2024-06-14T00:06:49.784" v="1073"/>
          <ac:spMkLst>
            <pc:docMk/>
            <pc:sldMk cId="2613452820" sldId="357"/>
            <ac:spMk id="20483" creationId="{00000000-0000-0000-0000-000000000000}"/>
          </ac:spMkLst>
        </pc:spChg>
        <pc:grpChg chg="add mod">
          <ac:chgData name="Ogburn, Sarah E" userId="c40d2df0-46c9-4be9-b5a6-5c158e399904" providerId="ADAL" clId="{32CAC46E-6015-4B4E-B552-5C7076BA4DBE}" dt="2024-06-14T00:13:50.190" v="1241" actId="1036"/>
          <ac:grpSpMkLst>
            <pc:docMk/>
            <pc:sldMk cId="2613452820" sldId="357"/>
            <ac:grpSpMk id="2" creationId="{C24A0EEB-5171-200E-35B8-9B9B640FDCA9}"/>
          </ac:grpSpMkLst>
        </pc:grpChg>
        <pc:grpChg chg="mod">
          <ac:chgData name="Ogburn, Sarah E" userId="c40d2df0-46c9-4be9-b5a6-5c158e399904" providerId="ADAL" clId="{32CAC46E-6015-4B4E-B552-5C7076BA4DBE}" dt="2024-06-14T00:13:47.912" v="1239"/>
          <ac:grpSpMkLst>
            <pc:docMk/>
            <pc:sldMk cId="2613452820" sldId="357"/>
            <ac:grpSpMk id="4" creationId="{67D0CFE0-B99C-9B57-7372-AC44CBCBEA6B}"/>
          </ac:grpSpMkLst>
        </pc:grpChg>
        <pc:picChg chg="mod">
          <ac:chgData name="Ogburn, Sarah E" userId="c40d2df0-46c9-4be9-b5a6-5c158e399904" providerId="ADAL" clId="{32CAC46E-6015-4B4E-B552-5C7076BA4DBE}" dt="2024-06-14T00:13:47.912" v="1239"/>
          <ac:picMkLst>
            <pc:docMk/>
            <pc:sldMk cId="2613452820" sldId="357"/>
            <ac:picMk id="5" creationId="{ECD46C48-9EA3-6937-1B90-2D263D692448}"/>
          </ac:picMkLst>
        </pc:picChg>
        <pc:picChg chg="mod">
          <ac:chgData name="Ogburn, Sarah E" userId="c40d2df0-46c9-4be9-b5a6-5c158e399904" providerId="ADAL" clId="{32CAC46E-6015-4B4E-B552-5C7076BA4DBE}" dt="2024-06-14T00:13:47.912" v="1239"/>
          <ac:picMkLst>
            <pc:docMk/>
            <pc:sldMk cId="2613452820" sldId="357"/>
            <ac:picMk id="6" creationId="{FE8537D6-FCDC-3148-4A14-33F0B40EB165}"/>
          </ac:picMkLst>
        </pc:picChg>
        <pc:picChg chg="mod">
          <ac:chgData name="Ogburn, Sarah E" userId="c40d2df0-46c9-4be9-b5a6-5c158e399904" providerId="ADAL" clId="{32CAC46E-6015-4B4E-B552-5C7076BA4DBE}" dt="2024-06-14T00:13:47.912" v="1239"/>
          <ac:picMkLst>
            <pc:docMk/>
            <pc:sldMk cId="2613452820" sldId="357"/>
            <ac:picMk id="7" creationId="{DAEC91CE-5551-7CFC-742F-676DF45D3643}"/>
          </ac:picMkLst>
        </pc:picChg>
        <pc:picChg chg="mod">
          <ac:chgData name="Ogburn, Sarah E" userId="c40d2df0-46c9-4be9-b5a6-5c158e399904" providerId="ADAL" clId="{32CAC46E-6015-4B4E-B552-5C7076BA4DBE}" dt="2024-06-14T00:06:49.784" v="1073"/>
          <ac:picMkLst>
            <pc:docMk/>
            <pc:sldMk cId="2613452820" sldId="357"/>
            <ac:picMk id="20482" creationId="{00000000-0000-0000-0000-000000000000}"/>
          </ac:picMkLst>
        </pc:picChg>
      </pc:sldChg>
      <pc:sldChg chg="addSp modSp">
        <pc:chgData name="Ogburn, Sarah E" userId="c40d2df0-46c9-4be9-b5a6-5c158e399904" providerId="ADAL" clId="{32CAC46E-6015-4B4E-B552-5C7076BA4DBE}" dt="2024-06-14T00:13:51.631" v="1242"/>
        <pc:sldMkLst>
          <pc:docMk/>
          <pc:sldMk cId="4089477700" sldId="358"/>
        </pc:sldMkLst>
        <pc:spChg chg="mod">
          <ac:chgData name="Ogburn, Sarah E" userId="c40d2df0-46c9-4be9-b5a6-5c158e399904" providerId="ADAL" clId="{32CAC46E-6015-4B4E-B552-5C7076BA4DBE}" dt="2024-06-14T00:13:51.631" v="1242"/>
          <ac:spMkLst>
            <pc:docMk/>
            <pc:sldMk cId="4089477700" sldId="358"/>
            <ac:spMk id="3" creationId="{D9D26516-32BF-E31F-FBE0-5A9A8B3A4AAC}"/>
          </ac:spMkLst>
        </pc:spChg>
        <pc:spChg chg="mod">
          <ac:chgData name="Ogburn, Sarah E" userId="c40d2df0-46c9-4be9-b5a6-5c158e399904" providerId="ADAL" clId="{32CAC46E-6015-4B4E-B552-5C7076BA4DBE}" dt="2024-06-14T00:06:49.784" v="1073"/>
          <ac:spMkLst>
            <pc:docMk/>
            <pc:sldMk cId="4089477700" sldId="358"/>
            <ac:spMk id="21507" creationId="{00000000-0000-0000-0000-000000000000}"/>
          </ac:spMkLst>
        </pc:spChg>
        <pc:grpChg chg="add mod">
          <ac:chgData name="Ogburn, Sarah E" userId="c40d2df0-46c9-4be9-b5a6-5c158e399904" providerId="ADAL" clId="{32CAC46E-6015-4B4E-B552-5C7076BA4DBE}" dt="2024-06-14T00:13:51.631" v="1242"/>
          <ac:grpSpMkLst>
            <pc:docMk/>
            <pc:sldMk cId="4089477700" sldId="358"/>
            <ac:grpSpMk id="2" creationId="{2745807C-6736-3AF9-79A3-9BDFADD7F94D}"/>
          </ac:grpSpMkLst>
        </pc:grpChg>
        <pc:grpChg chg="mod">
          <ac:chgData name="Ogburn, Sarah E" userId="c40d2df0-46c9-4be9-b5a6-5c158e399904" providerId="ADAL" clId="{32CAC46E-6015-4B4E-B552-5C7076BA4DBE}" dt="2024-06-14T00:13:51.631" v="1242"/>
          <ac:grpSpMkLst>
            <pc:docMk/>
            <pc:sldMk cId="4089477700" sldId="358"/>
            <ac:grpSpMk id="4" creationId="{1C7D9C3D-EEE7-F31A-CE27-7A3A0464CD1A}"/>
          </ac:grpSpMkLst>
        </pc:grpChg>
        <pc:picChg chg="mod">
          <ac:chgData name="Ogburn, Sarah E" userId="c40d2df0-46c9-4be9-b5a6-5c158e399904" providerId="ADAL" clId="{32CAC46E-6015-4B4E-B552-5C7076BA4DBE}" dt="2024-06-14T00:13:51.631" v="1242"/>
          <ac:picMkLst>
            <pc:docMk/>
            <pc:sldMk cId="4089477700" sldId="358"/>
            <ac:picMk id="5" creationId="{C19E139C-2C88-DB86-9733-8BF980DBF1E3}"/>
          </ac:picMkLst>
        </pc:picChg>
        <pc:picChg chg="mod">
          <ac:chgData name="Ogburn, Sarah E" userId="c40d2df0-46c9-4be9-b5a6-5c158e399904" providerId="ADAL" clId="{32CAC46E-6015-4B4E-B552-5C7076BA4DBE}" dt="2024-06-14T00:13:51.631" v="1242"/>
          <ac:picMkLst>
            <pc:docMk/>
            <pc:sldMk cId="4089477700" sldId="358"/>
            <ac:picMk id="6" creationId="{97DC468A-C6D2-C938-37D2-153207AAEBDC}"/>
          </ac:picMkLst>
        </pc:picChg>
        <pc:picChg chg="mod">
          <ac:chgData name="Ogburn, Sarah E" userId="c40d2df0-46c9-4be9-b5a6-5c158e399904" providerId="ADAL" clId="{32CAC46E-6015-4B4E-B552-5C7076BA4DBE}" dt="2024-06-14T00:13:51.631" v="1242"/>
          <ac:picMkLst>
            <pc:docMk/>
            <pc:sldMk cId="4089477700" sldId="358"/>
            <ac:picMk id="7" creationId="{B16F8F87-C9B2-1F9F-A644-DCACDEF89CB8}"/>
          </ac:picMkLst>
        </pc:picChg>
        <pc:picChg chg="mod">
          <ac:chgData name="Ogburn, Sarah E" userId="c40d2df0-46c9-4be9-b5a6-5c158e399904" providerId="ADAL" clId="{32CAC46E-6015-4B4E-B552-5C7076BA4DBE}" dt="2024-06-14T00:06:49.784" v="1073"/>
          <ac:picMkLst>
            <pc:docMk/>
            <pc:sldMk cId="4089477700" sldId="358"/>
            <ac:picMk id="21506" creationId="{00000000-0000-0000-0000-000000000000}"/>
          </ac:picMkLst>
        </pc:picChg>
      </pc:sldChg>
      <pc:sldChg chg="addSp modSp">
        <pc:chgData name="Ogburn, Sarah E" userId="c40d2df0-46c9-4be9-b5a6-5c158e399904" providerId="ADAL" clId="{32CAC46E-6015-4B4E-B552-5C7076BA4DBE}" dt="2024-06-14T00:13:52.757" v="1243"/>
        <pc:sldMkLst>
          <pc:docMk/>
          <pc:sldMk cId="3641931687" sldId="359"/>
        </pc:sldMkLst>
        <pc:spChg chg="mod">
          <ac:chgData name="Ogburn, Sarah E" userId="c40d2df0-46c9-4be9-b5a6-5c158e399904" providerId="ADAL" clId="{32CAC46E-6015-4B4E-B552-5C7076BA4DBE}" dt="2024-06-14T00:13:52.757" v="1243"/>
          <ac:spMkLst>
            <pc:docMk/>
            <pc:sldMk cId="3641931687" sldId="359"/>
            <ac:spMk id="3" creationId="{86473995-EDEA-11C9-326B-C31AD3FA19D2}"/>
          </ac:spMkLst>
        </pc:spChg>
        <pc:spChg chg="mod">
          <ac:chgData name="Ogburn, Sarah E" userId="c40d2df0-46c9-4be9-b5a6-5c158e399904" providerId="ADAL" clId="{32CAC46E-6015-4B4E-B552-5C7076BA4DBE}" dt="2024-06-14T00:06:49.784" v="1073"/>
          <ac:spMkLst>
            <pc:docMk/>
            <pc:sldMk cId="3641931687" sldId="359"/>
            <ac:spMk id="23555" creationId="{00000000-0000-0000-0000-000000000000}"/>
          </ac:spMkLst>
        </pc:spChg>
        <pc:grpChg chg="add mod">
          <ac:chgData name="Ogburn, Sarah E" userId="c40d2df0-46c9-4be9-b5a6-5c158e399904" providerId="ADAL" clId="{32CAC46E-6015-4B4E-B552-5C7076BA4DBE}" dt="2024-06-14T00:13:52.757" v="1243"/>
          <ac:grpSpMkLst>
            <pc:docMk/>
            <pc:sldMk cId="3641931687" sldId="359"/>
            <ac:grpSpMk id="2" creationId="{B620C235-7996-C4A4-7D00-253FF36C28E2}"/>
          </ac:grpSpMkLst>
        </pc:grpChg>
        <pc:grpChg chg="mod">
          <ac:chgData name="Ogburn, Sarah E" userId="c40d2df0-46c9-4be9-b5a6-5c158e399904" providerId="ADAL" clId="{32CAC46E-6015-4B4E-B552-5C7076BA4DBE}" dt="2024-06-14T00:13:52.757" v="1243"/>
          <ac:grpSpMkLst>
            <pc:docMk/>
            <pc:sldMk cId="3641931687" sldId="359"/>
            <ac:grpSpMk id="4" creationId="{1646EED4-0901-2089-E2CD-8D5D7C208CD0}"/>
          </ac:grpSpMkLst>
        </pc:grpChg>
        <pc:picChg chg="mod">
          <ac:chgData name="Ogburn, Sarah E" userId="c40d2df0-46c9-4be9-b5a6-5c158e399904" providerId="ADAL" clId="{32CAC46E-6015-4B4E-B552-5C7076BA4DBE}" dt="2024-06-14T00:13:52.757" v="1243"/>
          <ac:picMkLst>
            <pc:docMk/>
            <pc:sldMk cId="3641931687" sldId="359"/>
            <ac:picMk id="5" creationId="{34E46EF5-C7A1-F96B-F1BF-96076CAAA6FC}"/>
          </ac:picMkLst>
        </pc:picChg>
        <pc:picChg chg="mod">
          <ac:chgData name="Ogburn, Sarah E" userId="c40d2df0-46c9-4be9-b5a6-5c158e399904" providerId="ADAL" clId="{32CAC46E-6015-4B4E-B552-5C7076BA4DBE}" dt="2024-06-14T00:13:52.757" v="1243"/>
          <ac:picMkLst>
            <pc:docMk/>
            <pc:sldMk cId="3641931687" sldId="359"/>
            <ac:picMk id="6" creationId="{735C7593-ED1F-509B-56C8-96B2D0892296}"/>
          </ac:picMkLst>
        </pc:picChg>
        <pc:picChg chg="mod">
          <ac:chgData name="Ogburn, Sarah E" userId="c40d2df0-46c9-4be9-b5a6-5c158e399904" providerId="ADAL" clId="{32CAC46E-6015-4B4E-B552-5C7076BA4DBE}" dt="2024-06-14T00:13:52.757" v="1243"/>
          <ac:picMkLst>
            <pc:docMk/>
            <pc:sldMk cId="3641931687" sldId="359"/>
            <ac:picMk id="7" creationId="{AB8EE626-F0F5-90A7-FB96-1BF6F100CD4B}"/>
          </ac:picMkLst>
        </pc:picChg>
        <pc:picChg chg="mod">
          <ac:chgData name="Ogburn, Sarah E" userId="c40d2df0-46c9-4be9-b5a6-5c158e399904" providerId="ADAL" clId="{32CAC46E-6015-4B4E-B552-5C7076BA4DBE}" dt="2024-06-14T00:06:49.784" v="1073"/>
          <ac:picMkLst>
            <pc:docMk/>
            <pc:sldMk cId="3641931687" sldId="359"/>
            <ac:picMk id="23554" creationId="{00000000-0000-0000-0000-000000000000}"/>
          </ac:picMkLst>
        </pc:picChg>
      </pc:sldChg>
      <pc:sldChg chg="addSp modSp">
        <pc:chgData name="Ogburn, Sarah E" userId="c40d2df0-46c9-4be9-b5a6-5c158e399904" providerId="ADAL" clId="{32CAC46E-6015-4B4E-B552-5C7076BA4DBE}" dt="2024-06-14T00:13:54.062" v="1244"/>
        <pc:sldMkLst>
          <pc:docMk/>
          <pc:sldMk cId="753619699" sldId="360"/>
        </pc:sldMkLst>
        <pc:spChg chg="mod">
          <ac:chgData name="Ogburn, Sarah E" userId="c40d2df0-46c9-4be9-b5a6-5c158e399904" providerId="ADAL" clId="{32CAC46E-6015-4B4E-B552-5C7076BA4DBE}" dt="2024-06-14T00:13:54.062" v="1244"/>
          <ac:spMkLst>
            <pc:docMk/>
            <pc:sldMk cId="753619699" sldId="360"/>
            <ac:spMk id="3" creationId="{D27CEC7C-05E0-B18A-A4E8-CE01CEE19424}"/>
          </ac:spMkLst>
        </pc:spChg>
        <pc:spChg chg="mod">
          <ac:chgData name="Ogburn, Sarah E" userId="c40d2df0-46c9-4be9-b5a6-5c158e399904" providerId="ADAL" clId="{32CAC46E-6015-4B4E-B552-5C7076BA4DBE}" dt="2024-06-14T00:06:49.784" v="1073"/>
          <ac:spMkLst>
            <pc:docMk/>
            <pc:sldMk cId="753619699" sldId="360"/>
            <ac:spMk id="18435" creationId="{00000000-0000-0000-0000-000000000000}"/>
          </ac:spMkLst>
        </pc:spChg>
        <pc:grpChg chg="add mod">
          <ac:chgData name="Ogburn, Sarah E" userId="c40d2df0-46c9-4be9-b5a6-5c158e399904" providerId="ADAL" clId="{32CAC46E-6015-4B4E-B552-5C7076BA4DBE}" dt="2024-06-14T00:13:54.062" v="1244"/>
          <ac:grpSpMkLst>
            <pc:docMk/>
            <pc:sldMk cId="753619699" sldId="360"/>
            <ac:grpSpMk id="2" creationId="{7D71A63D-FCF4-4C9A-2ED8-F42E537C6DD8}"/>
          </ac:grpSpMkLst>
        </pc:grpChg>
        <pc:grpChg chg="mod">
          <ac:chgData name="Ogburn, Sarah E" userId="c40d2df0-46c9-4be9-b5a6-5c158e399904" providerId="ADAL" clId="{32CAC46E-6015-4B4E-B552-5C7076BA4DBE}" dt="2024-06-14T00:13:54.062" v="1244"/>
          <ac:grpSpMkLst>
            <pc:docMk/>
            <pc:sldMk cId="753619699" sldId="360"/>
            <ac:grpSpMk id="4" creationId="{A9BECDB0-C653-FE59-75CE-4F7D0210C0DE}"/>
          </ac:grpSpMkLst>
        </pc:grpChg>
        <pc:picChg chg="mod">
          <ac:chgData name="Ogburn, Sarah E" userId="c40d2df0-46c9-4be9-b5a6-5c158e399904" providerId="ADAL" clId="{32CAC46E-6015-4B4E-B552-5C7076BA4DBE}" dt="2024-06-14T00:13:54.062" v="1244"/>
          <ac:picMkLst>
            <pc:docMk/>
            <pc:sldMk cId="753619699" sldId="360"/>
            <ac:picMk id="5" creationId="{526C096B-1603-E04F-7E4B-9CBF2B76B22E}"/>
          </ac:picMkLst>
        </pc:picChg>
        <pc:picChg chg="mod">
          <ac:chgData name="Ogburn, Sarah E" userId="c40d2df0-46c9-4be9-b5a6-5c158e399904" providerId="ADAL" clId="{32CAC46E-6015-4B4E-B552-5C7076BA4DBE}" dt="2024-06-14T00:13:54.062" v="1244"/>
          <ac:picMkLst>
            <pc:docMk/>
            <pc:sldMk cId="753619699" sldId="360"/>
            <ac:picMk id="6" creationId="{8B1C06ED-2453-AFEB-9A9D-AA85C8EDCA9F}"/>
          </ac:picMkLst>
        </pc:picChg>
        <pc:picChg chg="mod">
          <ac:chgData name="Ogburn, Sarah E" userId="c40d2df0-46c9-4be9-b5a6-5c158e399904" providerId="ADAL" clId="{32CAC46E-6015-4B4E-B552-5C7076BA4DBE}" dt="2024-06-14T00:13:54.062" v="1244"/>
          <ac:picMkLst>
            <pc:docMk/>
            <pc:sldMk cId="753619699" sldId="360"/>
            <ac:picMk id="7" creationId="{0926CAE5-1F51-FBB2-8FEA-B2A63A04140D}"/>
          </ac:picMkLst>
        </pc:picChg>
        <pc:picChg chg="mod">
          <ac:chgData name="Ogburn, Sarah E" userId="c40d2df0-46c9-4be9-b5a6-5c158e399904" providerId="ADAL" clId="{32CAC46E-6015-4B4E-B552-5C7076BA4DBE}" dt="2024-06-14T00:06:49.784" v="1073"/>
          <ac:picMkLst>
            <pc:docMk/>
            <pc:sldMk cId="753619699" sldId="360"/>
            <ac:picMk id="18434" creationId="{00000000-0000-0000-0000-000000000000}"/>
          </ac:picMkLst>
        </pc:picChg>
      </pc:sldChg>
      <pc:sldChg chg="addSp delSp modSp del mod">
        <pc:chgData name="Ogburn, Sarah E" userId="c40d2df0-46c9-4be9-b5a6-5c158e399904" providerId="ADAL" clId="{32CAC46E-6015-4B4E-B552-5C7076BA4DBE}" dt="2024-06-14T20:18:43.567" v="2284" actId="2696"/>
        <pc:sldMkLst>
          <pc:docMk/>
          <pc:sldMk cId="1263222451" sldId="361"/>
        </pc:sldMkLst>
        <pc:spChg chg="mod ord">
          <ac:chgData name="Ogburn, Sarah E" userId="c40d2df0-46c9-4be9-b5a6-5c158e399904" providerId="ADAL" clId="{32CAC46E-6015-4B4E-B552-5C7076BA4DBE}" dt="2024-06-14T00:40:01.024" v="1700" actId="1076"/>
          <ac:spMkLst>
            <pc:docMk/>
            <pc:sldMk cId="1263222451" sldId="361"/>
            <ac:spMk id="3" creationId="{00000000-0000-0000-0000-000000000000}"/>
          </ac:spMkLst>
        </pc:spChg>
        <pc:spChg chg="del mod">
          <ac:chgData name="Ogburn, Sarah E" userId="c40d2df0-46c9-4be9-b5a6-5c158e399904" providerId="ADAL" clId="{32CAC46E-6015-4B4E-B552-5C7076BA4DBE}" dt="2024-06-14T00:53:06.311" v="2087" actId="478"/>
          <ac:spMkLst>
            <pc:docMk/>
            <pc:sldMk cId="1263222451" sldId="361"/>
            <ac:spMk id="4" creationId="{00000000-0000-0000-0000-000000000000}"/>
          </ac:spMkLst>
        </pc:spChg>
        <pc:spChg chg="mod">
          <ac:chgData name="Ogburn, Sarah E" userId="c40d2df0-46c9-4be9-b5a6-5c158e399904" providerId="ADAL" clId="{32CAC46E-6015-4B4E-B552-5C7076BA4DBE}" dt="2024-06-14T00:15:50.988" v="1285"/>
          <ac:spMkLst>
            <pc:docMk/>
            <pc:sldMk cId="1263222451" sldId="361"/>
            <ac:spMk id="6" creationId="{33F967FA-BD2D-24A1-44FD-B7CAC4422145}"/>
          </ac:spMkLst>
        </pc:spChg>
        <pc:spChg chg="add mod">
          <ac:chgData name="Ogburn, Sarah E" userId="c40d2df0-46c9-4be9-b5a6-5c158e399904" providerId="ADAL" clId="{32CAC46E-6015-4B4E-B552-5C7076BA4DBE}" dt="2024-06-14T00:39:39.095" v="1693" actId="1036"/>
          <ac:spMkLst>
            <pc:docMk/>
            <pc:sldMk cId="1263222451" sldId="361"/>
            <ac:spMk id="11" creationId="{398A172D-25FE-BD9D-72A8-537459283F80}"/>
          </ac:spMkLst>
        </pc:spChg>
        <pc:spChg chg="add mod">
          <ac:chgData name="Ogburn, Sarah E" userId="c40d2df0-46c9-4be9-b5a6-5c158e399904" providerId="ADAL" clId="{32CAC46E-6015-4B4E-B552-5C7076BA4DBE}" dt="2024-06-14T00:40:09.031" v="1701"/>
          <ac:spMkLst>
            <pc:docMk/>
            <pc:sldMk cId="1263222451" sldId="361"/>
            <ac:spMk id="12" creationId="{3BAB6446-B466-AC23-7E33-ED41FFA20628}"/>
          </ac:spMkLst>
        </pc:spChg>
        <pc:spChg chg="add mod">
          <ac:chgData name="Ogburn, Sarah E" userId="c40d2df0-46c9-4be9-b5a6-5c158e399904" providerId="ADAL" clId="{32CAC46E-6015-4B4E-B552-5C7076BA4DBE}" dt="2024-06-14T00:54:15.526" v="2125" actId="20577"/>
          <ac:spMkLst>
            <pc:docMk/>
            <pc:sldMk cId="1263222451" sldId="361"/>
            <ac:spMk id="13" creationId="{A8E93F03-9677-895A-3BE5-D3AFD28C2B26}"/>
          </ac:spMkLst>
        </pc:spChg>
        <pc:spChg chg="add mod ord">
          <ac:chgData name="Ogburn, Sarah E" userId="c40d2df0-46c9-4be9-b5a6-5c158e399904" providerId="ADAL" clId="{32CAC46E-6015-4B4E-B552-5C7076BA4DBE}" dt="2024-06-14T00:54:27.963" v="2127" actId="14100"/>
          <ac:spMkLst>
            <pc:docMk/>
            <pc:sldMk cId="1263222451" sldId="361"/>
            <ac:spMk id="14" creationId="{93DFA0AB-35CA-17DC-4A53-6870801ACA04}"/>
          </ac:spMkLst>
        </pc:spChg>
        <pc:grpChg chg="add mod">
          <ac:chgData name="Ogburn, Sarah E" userId="c40d2df0-46c9-4be9-b5a6-5c158e399904" providerId="ADAL" clId="{32CAC46E-6015-4B4E-B552-5C7076BA4DBE}" dt="2024-06-14T00:15:50.988" v="1285"/>
          <ac:grpSpMkLst>
            <pc:docMk/>
            <pc:sldMk cId="1263222451" sldId="361"/>
            <ac:grpSpMk id="5" creationId="{75F74837-9AEA-644D-15DB-B765AD8712A2}"/>
          </ac:grpSpMkLst>
        </pc:grpChg>
        <pc:grpChg chg="mod">
          <ac:chgData name="Ogburn, Sarah E" userId="c40d2df0-46c9-4be9-b5a6-5c158e399904" providerId="ADAL" clId="{32CAC46E-6015-4B4E-B552-5C7076BA4DBE}" dt="2024-06-14T00:15:50.988" v="1285"/>
          <ac:grpSpMkLst>
            <pc:docMk/>
            <pc:sldMk cId="1263222451" sldId="361"/>
            <ac:grpSpMk id="7" creationId="{E1149E7E-8105-F186-9264-35C9B8293DB8}"/>
          </ac:grpSpMkLst>
        </pc:grpChg>
        <pc:picChg chg="mod">
          <ac:chgData name="Ogburn, Sarah E" userId="c40d2df0-46c9-4be9-b5a6-5c158e399904" providerId="ADAL" clId="{32CAC46E-6015-4B4E-B552-5C7076BA4DBE}" dt="2024-06-14T00:36:57.723" v="1650" actId="1076"/>
          <ac:picMkLst>
            <pc:docMk/>
            <pc:sldMk cId="1263222451" sldId="361"/>
            <ac:picMk id="2" creationId="{00000000-0000-0000-0000-000000000000}"/>
          </ac:picMkLst>
        </pc:picChg>
        <pc:picChg chg="mod">
          <ac:chgData name="Ogburn, Sarah E" userId="c40d2df0-46c9-4be9-b5a6-5c158e399904" providerId="ADAL" clId="{32CAC46E-6015-4B4E-B552-5C7076BA4DBE}" dt="2024-06-14T00:15:50.988" v="1285"/>
          <ac:picMkLst>
            <pc:docMk/>
            <pc:sldMk cId="1263222451" sldId="361"/>
            <ac:picMk id="8" creationId="{18B8DE30-6833-702B-517C-523F40999472}"/>
          </ac:picMkLst>
        </pc:picChg>
        <pc:picChg chg="mod">
          <ac:chgData name="Ogburn, Sarah E" userId="c40d2df0-46c9-4be9-b5a6-5c158e399904" providerId="ADAL" clId="{32CAC46E-6015-4B4E-B552-5C7076BA4DBE}" dt="2024-06-14T00:15:50.988" v="1285"/>
          <ac:picMkLst>
            <pc:docMk/>
            <pc:sldMk cId="1263222451" sldId="361"/>
            <ac:picMk id="9" creationId="{E8E8DF7B-1A95-D5F8-3FED-636A4BFA5227}"/>
          </ac:picMkLst>
        </pc:picChg>
        <pc:picChg chg="mod">
          <ac:chgData name="Ogburn, Sarah E" userId="c40d2df0-46c9-4be9-b5a6-5c158e399904" providerId="ADAL" clId="{32CAC46E-6015-4B4E-B552-5C7076BA4DBE}" dt="2024-06-14T00:15:50.988" v="1285"/>
          <ac:picMkLst>
            <pc:docMk/>
            <pc:sldMk cId="1263222451" sldId="361"/>
            <ac:picMk id="10" creationId="{F2961D69-723B-566F-2245-26A3B582379E}"/>
          </ac:picMkLst>
        </pc:picChg>
      </pc:sldChg>
      <pc:sldChg chg="add">
        <pc:chgData name="Ogburn, Sarah E" userId="c40d2df0-46c9-4be9-b5a6-5c158e399904" providerId="ADAL" clId="{32CAC46E-6015-4B4E-B552-5C7076BA4DBE}" dt="2024-06-14T20:18:58.806" v="2285"/>
        <pc:sldMkLst>
          <pc:docMk/>
          <pc:sldMk cId="4109634878" sldId="361"/>
        </pc:sldMkLst>
      </pc:sldChg>
      <pc:sldChg chg="add">
        <pc:chgData name="Ogburn, Sarah E" userId="c40d2df0-46c9-4be9-b5a6-5c158e399904" providerId="ADAL" clId="{32CAC46E-6015-4B4E-B552-5C7076BA4DBE}" dt="2024-06-14T20:18:58.806" v="2285"/>
        <pc:sldMkLst>
          <pc:docMk/>
          <pc:sldMk cId="170520095" sldId="362"/>
        </pc:sldMkLst>
      </pc:sldChg>
      <pc:sldChg chg="addSp delSp modSp del mod">
        <pc:chgData name="Ogburn, Sarah E" userId="c40d2df0-46c9-4be9-b5a6-5c158e399904" providerId="ADAL" clId="{32CAC46E-6015-4B4E-B552-5C7076BA4DBE}" dt="2024-06-14T20:18:43.567" v="2284" actId="2696"/>
        <pc:sldMkLst>
          <pc:docMk/>
          <pc:sldMk cId="3528499076" sldId="362"/>
        </pc:sldMkLst>
        <pc:spChg chg="mod">
          <ac:chgData name="Ogburn, Sarah E" userId="c40d2df0-46c9-4be9-b5a6-5c158e399904" providerId="ADAL" clId="{32CAC46E-6015-4B4E-B552-5C7076BA4DBE}" dt="2024-06-14T00:06:49.784" v="1073"/>
          <ac:spMkLst>
            <pc:docMk/>
            <pc:sldMk cId="3528499076" sldId="362"/>
            <ac:spMk id="3" creationId="{00000000-0000-0000-0000-000000000000}"/>
          </ac:spMkLst>
        </pc:spChg>
        <pc:spChg chg="mod">
          <ac:chgData name="Ogburn, Sarah E" userId="c40d2df0-46c9-4be9-b5a6-5c158e399904" providerId="ADAL" clId="{32CAC46E-6015-4B4E-B552-5C7076BA4DBE}" dt="2024-06-14T00:39:09.926" v="1684" actId="1076"/>
          <ac:spMkLst>
            <pc:docMk/>
            <pc:sldMk cId="3528499076" sldId="362"/>
            <ac:spMk id="4" creationId="{00000000-0000-0000-0000-000000000000}"/>
          </ac:spMkLst>
        </pc:spChg>
        <pc:spChg chg="mod">
          <ac:chgData name="Ogburn, Sarah E" userId="c40d2df0-46c9-4be9-b5a6-5c158e399904" providerId="ADAL" clId="{32CAC46E-6015-4B4E-B552-5C7076BA4DBE}" dt="2024-06-14T00:15:53.205" v="1286"/>
          <ac:spMkLst>
            <pc:docMk/>
            <pc:sldMk cId="3528499076" sldId="362"/>
            <ac:spMk id="7" creationId="{8C0FA3F4-43E2-6C2E-3E78-37487FD3F216}"/>
          </ac:spMkLst>
        </pc:spChg>
        <pc:spChg chg="add mod ord">
          <ac:chgData name="Ogburn, Sarah E" userId="c40d2df0-46c9-4be9-b5a6-5c158e399904" providerId="ADAL" clId="{32CAC46E-6015-4B4E-B552-5C7076BA4DBE}" dt="2024-06-14T00:38:45.511" v="1677" actId="171"/>
          <ac:spMkLst>
            <pc:docMk/>
            <pc:sldMk cId="3528499076" sldId="362"/>
            <ac:spMk id="12" creationId="{E38C6352-6A79-CD90-BB36-52625B025A5C}"/>
          </ac:spMkLst>
        </pc:spChg>
        <pc:spChg chg="add mod">
          <ac:chgData name="Ogburn, Sarah E" userId="c40d2df0-46c9-4be9-b5a6-5c158e399904" providerId="ADAL" clId="{32CAC46E-6015-4B4E-B552-5C7076BA4DBE}" dt="2024-06-14T00:40:10.610" v="1702"/>
          <ac:spMkLst>
            <pc:docMk/>
            <pc:sldMk cId="3528499076" sldId="362"/>
            <ac:spMk id="13" creationId="{5074EE33-3A0B-19DC-32AC-06054959125C}"/>
          </ac:spMkLst>
        </pc:spChg>
        <pc:spChg chg="add mod">
          <ac:chgData name="Ogburn, Sarah E" userId="c40d2df0-46c9-4be9-b5a6-5c158e399904" providerId="ADAL" clId="{32CAC46E-6015-4B4E-B552-5C7076BA4DBE}" dt="2024-06-14T00:54:45.716" v="2130" actId="14100"/>
          <ac:spMkLst>
            <pc:docMk/>
            <pc:sldMk cId="3528499076" sldId="362"/>
            <ac:spMk id="14" creationId="{5AEC4663-0DF0-1647-0145-6A741FD6EBCB}"/>
          </ac:spMkLst>
        </pc:spChg>
        <pc:spChg chg="add mod">
          <ac:chgData name="Ogburn, Sarah E" userId="c40d2df0-46c9-4be9-b5a6-5c158e399904" providerId="ADAL" clId="{32CAC46E-6015-4B4E-B552-5C7076BA4DBE}" dt="2024-06-14T00:54:54.814" v="2145" actId="20577"/>
          <ac:spMkLst>
            <pc:docMk/>
            <pc:sldMk cId="3528499076" sldId="362"/>
            <ac:spMk id="15" creationId="{0A84FC06-2792-0F3D-A013-B398AB8F733C}"/>
          </ac:spMkLst>
        </pc:spChg>
        <pc:grpChg chg="add mod">
          <ac:chgData name="Ogburn, Sarah E" userId="c40d2df0-46c9-4be9-b5a6-5c158e399904" providerId="ADAL" clId="{32CAC46E-6015-4B4E-B552-5C7076BA4DBE}" dt="2024-06-14T00:15:53.205" v="1286"/>
          <ac:grpSpMkLst>
            <pc:docMk/>
            <pc:sldMk cId="3528499076" sldId="362"/>
            <ac:grpSpMk id="6" creationId="{20544775-7D77-3B75-AAAD-E6B71EE5724D}"/>
          </ac:grpSpMkLst>
        </pc:grpChg>
        <pc:grpChg chg="mod">
          <ac:chgData name="Ogburn, Sarah E" userId="c40d2df0-46c9-4be9-b5a6-5c158e399904" providerId="ADAL" clId="{32CAC46E-6015-4B4E-B552-5C7076BA4DBE}" dt="2024-06-14T00:15:53.205" v="1286"/>
          <ac:grpSpMkLst>
            <pc:docMk/>
            <pc:sldMk cId="3528499076" sldId="362"/>
            <ac:grpSpMk id="8" creationId="{527097AB-849C-A608-D28E-54BC63146C7D}"/>
          </ac:grpSpMkLst>
        </pc:grpChg>
        <pc:picChg chg="mod">
          <ac:chgData name="Ogburn, Sarah E" userId="c40d2df0-46c9-4be9-b5a6-5c158e399904" providerId="ADAL" clId="{32CAC46E-6015-4B4E-B552-5C7076BA4DBE}" dt="2024-06-14T00:38:02.372" v="1664" actId="1076"/>
          <ac:picMkLst>
            <pc:docMk/>
            <pc:sldMk cId="3528499076" sldId="362"/>
            <ac:picMk id="2" creationId="{00000000-0000-0000-0000-000000000000}"/>
          </ac:picMkLst>
        </pc:picChg>
        <pc:picChg chg="del mod">
          <ac:chgData name="Ogburn, Sarah E" userId="c40d2df0-46c9-4be9-b5a6-5c158e399904" providerId="ADAL" clId="{32CAC46E-6015-4B4E-B552-5C7076BA4DBE}" dt="2024-06-14T00:38:04.095" v="1665" actId="478"/>
          <ac:picMkLst>
            <pc:docMk/>
            <pc:sldMk cId="3528499076" sldId="362"/>
            <ac:picMk id="5" creationId="{00000000-0000-0000-0000-000000000000}"/>
          </ac:picMkLst>
        </pc:picChg>
        <pc:picChg chg="mod">
          <ac:chgData name="Ogburn, Sarah E" userId="c40d2df0-46c9-4be9-b5a6-5c158e399904" providerId="ADAL" clId="{32CAC46E-6015-4B4E-B552-5C7076BA4DBE}" dt="2024-06-14T00:15:53.205" v="1286"/>
          <ac:picMkLst>
            <pc:docMk/>
            <pc:sldMk cId="3528499076" sldId="362"/>
            <ac:picMk id="9" creationId="{F4C74924-0FDE-7035-C998-C46BD2B7615E}"/>
          </ac:picMkLst>
        </pc:picChg>
        <pc:picChg chg="mod">
          <ac:chgData name="Ogburn, Sarah E" userId="c40d2df0-46c9-4be9-b5a6-5c158e399904" providerId="ADAL" clId="{32CAC46E-6015-4B4E-B552-5C7076BA4DBE}" dt="2024-06-14T00:15:53.205" v="1286"/>
          <ac:picMkLst>
            <pc:docMk/>
            <pc:sldMk cId="3528499076" sldId="362"/>
            <ac:picMk id="10" creationId="{5916B610-A009-280F-7029-B769DA372775}"/>
          </ac:picMkLst>
        </pc:picChg>
        <pc:picChg chg="mod">
          <ac:chgData name="Ogburn, Sarah E" userId="c40d2df0-46c9-4be9-b5a6-5c158e399904" providerId="ADAL" clId="{32CAC46E-6015-4B4E-B552-5C7076BA4DBE}" dt="2024-06-14T00:15:53.205" v="1286"/>
          <ac:picMkLst>
            <pc:docMk/>
            <pc:sldMk cId="3528499076" sldId="362"/>
            <ac:picMk id="11" creationId="{48E75E43-434C-CBDF-C161-F9DE39382CED}"/>
          </ac:picMkLst>
        </pc:picChg>
      </pc:sldChg>
      <pc:sldChg chg="addSp modSp mod">
        <pc:chgData name="Ogburn, Sarah E" userId="c40d2df0-46c9-4be9-b5a6-5c158e399904" providerId="ADAL" clId="{32CAC46E-6015-4B4E-B552-5C7076BA4DBE}" dt="2024-06-14T20:14:22.610" v="2266" actId="20577"/>
        <pc:sldMkLst>
          <pc:docMk/>
          <pc:sldMk cId="1070926620" sldId="364"/>
        </pc:sldMkLst>
        <pc:spChg chg="mod">
          <ac:chgData name="Ogburn, Sarah E" userId="c40d2df0-46c9-4be9-b5a6-5c158e399904" providerId="ADAL" clId="{32CAC46E-6015-4B4E-B552-5C7076BA4DBE}" dt="2024-06-14T00:26:37.275" v="1415" actId="1076"/>
          <ac:spMkLst>
            <pc:docMk/>
            <pc:sldMk cId="1070926620" sldId="364"/>
            <ac:spMk id="2" creationId="{00000000-0000-0000-0000-000000000000}"/>
          </ac:spMkLst>
        </pc:spChg>
        <pc:spChg chg="mod">
          <ac:chgData name="Ogburn, Sarah E" userId="c40d2df0-46c9-4be9-b5a6-5c158e399904" providerId="ADAL" clId="{32CAC46E-6015-4B4E-B552-5C7076BA4DBE}" dt="2024-06-14T00:13:22.031" v="1234"/>
          <ac:spMkLst>
            <pc:docMk/>
            <pc:sldMk cId="1070926620" sldId="364"/>
            <ac:spMk id="4" creationId="{288F9428-D1A2-EB74-0B1F-0044BAC2B20B}"/>
          </ac:spMkLst>
        </pc:spChg>
        <pc:spChg chg="mod">
          <ac:chgData name="Ogburn, Sarah E" userId="c40d2df0-46c9-4be9-b5a6-5c158e399904" providerId="ADAL" clId="{32CAC46E-6015-4B4E-B552-5C7076BA4DBE}" dt="2024-06-14T00:26:31.780" v="1414" actId="1076"/>
          <ac:spMkLst>
            <pc:docMk/>
            <pc:sldMk cId="1070926620" sldId="364"/>
            <ac:spMk id="21" creationId="{00000000-0000-0000-0000-000000000000}"/>
          </ac:spMkLst>
        </pc:spChg>
        <pc:spChg chg="mod">
          <ac:chgData name="Ogburn, Sarah E" userId="c40d2df0-46c9-4be9-b5a6-5c158e399904" providerId="ADAL" clId="{32CAC46E-6015-4B4E-B552-5C7076BA4DBE}" dt="2024-06-14T00:26:31.780" v="1414" actId="1076"/>
          <ac:spMkLst>
            <pc:docMk/>
            <pc:sldMk cId="1070926620" sldId="364"/>
            <ac:spMk id="22" creationId="{00000000-0000-0000-0000-000000000000}"/>
          </ac:spMkLst>
        </pc:spChg>
        <pc:spChg chg="mod">
          <ac:chgData name="Ogburn, Sarah E" userId="c40d2df0-46c9-4be9-b5a6-5c158e399904" providerId="ADAL" clId="{32CAC46E-6015-4B4E-B552-5C7076BA4DBE}" dt="2024-06-14T00:26:31.780" v="1414" actId="1076"/>
          <ac:spMkLst>
            <pc:docMk/>
            <pc:sldMk cId="1070926620" sldId="364"/>
            <ac:spMk id="23" creationId="{00000000-0000-0000-0000-000000000000}"/>
          </ac:spMkLst>
        </pc:spChg>
        <pc:spChg chg="mod">
          <ac:chgData name="Ogburn, Sarah E" userId="c40d2df0-46c9-4be9-b5a6-5c158e399904" providerId="ADAL" clId="{32CAC46E-6015-4B4E-B552-5C7076BA4DBE}" dt="2024-06-14T00:26:31.780" v="1414" actId="1076"/>
          <ac:spMkLst>
            <pc:docMk/>
            <pc:sldMk cId="1070926620" sldId="364"/>
            <ac:spMk id="24" creationId="{00000000-0000-0000-0000-000000000000}"/>
          </ac:spMkLst>
        </pc:spChg>
        <pc:spChg chg="mod">
          <ac:chgData name="Ogburn, Sarah E" userId="c40d2df0-46c9-4be9-b5a6-5c158e399904" providerId="ADAL" clId="{32CAC46E-6015-4B4E-B552-5C7076BA4DBE}" dt="2024-06-14T00:26:31.780" v="1414" actId="1076"/>
          <ac:spMkLst>
            <pc:docMk/>
            <pc:sldMk cId="1070926620" sldId="364"/>
            <ac:spMk id="25" creationId="{00000000-0000-0000-0000-000000000000}"/>
          </ac:spMkLst>
        </pc:spChg>
        <pc:spChg chg="mod">
          <ac:chgData name="Ogburn, Sarah E" userId="c40d2df0-46c9-4be9-b5a6-5c158e399904" providerId="ADAL" clId="{32CAC46E-6015-4B4E-B552-5C7076BA4DBE}" dt="2024-06-14T00:26:31.780" v="1414" actId="1076"/>
          <ac:spMkLst>
            <pc:docMk/>
            <pc:sldMk cId="1070926620" sldId="364"/>
            <ac:spMk id="26" creationId="{00000000-0000-0000-0000-000000000000}"/>
          </ac:spMkLst>
        </pc:spChg>
        <pc:spChg chg="mod">
          <ac:chgData name="Ogburn, Sarah E" userId="c40d2df0-46c9-4be9-b5a6-5c158e399904" providerId="ADAL" clId="{32CAC46E-6015-4B4E-B552-5C7076BA4DBE}" dt="2024-06-14T00:26:31.780" v="1414" actId="1076"/>
          <ac:spMkLst>
            <pc:docMk/>
            <pc:sldMk cId="1070926620" sldId="364"/>
            <ac:spMk id="27" creationId="{00000000-0000-0000-0000-000000000000}"/>
          </ac:spMkLst>
        </pc:spChg>
        <pc:spChg chg="mod">
          <ac:chgData name="Ogburn, Sarah E" userId="c40d2df0-46c9-4be9-b5a6-5c158e399904" providerId="ADAL" clId="{32CAC46E-6015-4B4E-B552-5C7076BA4DBE}" dt="2024-06-14T00:26:31.780" v="1414" actId="1076"/>
          <ac:spMkLst>
            <pc:docMk/>
            <pc:sldMk cId="1070926620" sldId="364"/>
            <ac:spMk id="28" creationId="{00000000-0000-0000-0000-000000000000}"/>
          </ac:spMkLst>
        </pc:spChg>
        <pc:spChg chg="mod">
          <ac:chgData name="Ogburn, Sarah E" userId="c40d2df0-46c9-4be9-b5a6-5c158e399904" providerId="ADAL" clId="{32CAC46E-6015-4B4E-B552-5C7076BA4DBE}" dt="2024-06-14T00:26:31.780" v="1414" actId="1076"/>
          <ac:spMkLst>
            <pc:docMk/>
            <pc:sldMk cId="1070926620" sldId="364"/>
            <ac:spMk id="29" creationId="{00000000-0000-0000-0000-000000000000}"/>
          </ac:spMkLst>
        </pc:spChg>
        <pc:spChg chg="mod">
          <ac:chgData name="Ogburn, Sarah E" userId="c40d2df0-46c9-4be9-b5a6-5c158e399904" providerId="ADAL" clId="{32CAC46E-6015-4B4E-B552-5C7076BA4DBE}" dt="2024-06-14T20:14:16.654" v="2258" actId="20577"/>
          <ac:spMkLst>
            <pc:docMk/>
            <pc:sldMk cId="1070926620" sldId="364"/>
            <ac:spMk id="30" creationId="{00000000-0000-0000-0000-000000000000}"/>
          </ac:spMkLst>
        </pc:spChg>
        <pc:spChg chg="mod">
          <ac:chgData name="Ogburn, Sarah E" userId="c40d2df0-46c9-4be9-b5a6-5c158e399904" providerId="ADAL" clId="{32CAC46E-6015-4B4E-B552-5C7076BA4DBE}" dt="2024-06-14T20:14:22.610" v="2266" actId="20577"/>
          <ac:spMkLst>
            <pc:docMk/>
            <pc:sldMk cId="1070926620" sldId="364"/>
            <ac:spMk id="32" creationId="{00000000-0000-0000-0000-000000000000}"/>
          </ac:spMkLst>
        </pc:spChg>
        <pc:spChg chg="mod">
          <ac:chgData name="Ogburn, Sarah E" userId="c40d2df0-46c9-4be9-b5a6-5c158e399904" providerId="ADAL" clId="{32CAC46E-6015-4B4E-B552-5C7076BA4DBE}" dt="2024-06-14T00:26:31.780" v="1414" actId="1076"/>
          <ac:spMkLst>
            <pc:docMk/>
            <pc:sldMk cId="1070926620" sldId="364"/>
            <ac:spMk id="33" creationId="{00000000-0000-0000-0000-000000000000}"/>
          </ac:spMkLst>
        </pc:spChg>
        <pc:spChg chg="mod">
          <ac:chgData name="Ogburn, Sarah E" userId="c40d2df0-46c9-4be9-b5a6-5c158e399904" providerId="ADAL" clId="{32CAC46E-6015-4B4E-B552-5C7076BA4DBE}" dt="2024-06-14T00:26:20.515" v="1413" actId="14100"/>
          <ac:spMkLst>
            <pc:docMk/>
            <pc:sldMk cId="1070926620" sldId="364"/>
            <ac:spMk id="37" creationId="{00000000-0000-0000-0000-000000000000}"/>
          </ac:spMkLst>
        </pc:spChg>
        <pc:spChg chg="mod">
          <ac:chgData name="Ogburn, Sarah E" userId="c40d2df0-46c9-4be9-b5a6-5c158e399904" providerId="ADAL" clId="{32CAC46E-6015-4B4E-B552-5C7076BA4DBE}" dt="2024-06-14T00:26:13.681" v="1408" actId="403"/>
          <ac:spMkLst>
            <pc:docMk/>
            <pc:sldMk cId="1070926620" sldId="364"/>
            <ac:spMk id="28673" creationId="{00000000-0000-0000-0000-000000000000}"/>
          </ac:spMkLst>
        </pc:spChg>
        <pc:grpChg chg="add mod">
          <ac:chgData name="Ogburn, Sarah E" userId="c40d2df0-46c9-4be9-b5a6-5c158e399904" providerId="ADAL" clId="{32CAC46E-6015-4B4E-B552-5C7076BA4DBE}" dt="2024-06-14T00:13:22.031" v="1234"/>
          <ac:grpSpMkLst>
            <pc:docMk/>
            <pc:sldMk cId="1070926620" sldId="364"/>
            <ac:grpSpMk id="3" creationId="{C79D0514-9F08-B902-F37F-E30F12ACC732}"/>
          </ac:grpSpMkLst>
        </pc:grpChg>
        <pc:grpChg chg="mod">
          <ac:chgData name="Ogburn, Sarah E" userId="c40d2df0-46c9-4be9-b5a6-5c158e399904" providerId="ADAL" clId="{32CAC46E-6015-4B4E-B552-5C7076BA4DBE}" dt="2024-06-14T00:13:22.031" v="1234"/>
          <ac:grpSpMkLst>
            <pc:docMk/>
            <pc:sldMk cId="1070926620" sldId="364"/>
            <ac:grpSpMk id="5" creationId="{3D20777A-74E2-8D06-0D2C-62BA3D2662B5}"/>
          </ac:grpSpMkLst>
        </pc:grpChg>
        <pc:grpChg chg="mod">
          <ac:chgData name="Ogburn, Sarah E" userId="c40d2df0-46c9-4be9-b5a6-5c158e399904" providerId="ADAL" clId="{32CAC46E-6015-4B4E-B552-5C7076BA4DBE}" dt="2024-06-14T00:26:31.780" v="1414" actId="1076"/>
          <ac:grpSpMkLst>
            <pc:docMk/>
            <pc:sldMk cId="1070926620" sldId="364"/>
            <ac:grpSpMk id="19" creationId="{00000000-0000-0000-0000-000000000000}"/>
          </ac:grpSpMkLst>
        </pc:grpChg>
        <pc:picChg chg="mod">
          <ac:chgData name="Ogburn, Sarah E" userId="c40d2df0-46c9-4be9-b5a6-5c158e399904" providerId="ADAL" clId="{32CAC46E-6015-4B4E-B552-5C7076BA4DBE}" dt="2024-06-14T00:13:22.031" v="1234"/>
          <ac:picMkLst>
            <pc:docMk/>
            <pc:sldMk cId="1070926620" sldId="364"/>
            <ac:picMk id="6" creationId="{27A95F53-3765-869D-1EB8-A8414F9C5C18}"/>
          </ac:picMkLst>
        </pc:picChg>
        <pc:picChg chg="mod">
          <ac:chgData name="Ogburn, Sarah E" userId="c40d2df0-46c9-4be9-b5a6-5c158e399904" providerId="ADAL" clId="{32CAC46E-6015-4B4E-B552-5C7076BA4DBE}" dt="2024-06-14T00:13:22.031" v="1234"/>
          <ac:picMkLst>
            <pc:docMk/>
            <pc:sldMk cId="1070926620" sldId="364"/>
            <ac:picMk id="7" creationId="{4473DE5C-F05F-1F17-930B-D3FE32740A37}"/>
          </ac:picMkLst>
        </pc:picChg>
        <pc:picChg chg="mod">
          <ac:chgData name="Ogburn, Sarah E" userId="c40d2df0-46c9-4be9-b5a6-5c158e399904" providerId="ADAL" clId="{32CAC46E-6015-4B4E-B552-5C7076BA4DBE}" dt="2024-06-14T00:13:22.031" v="1234"/>
          <ac:picMkLst>
            <pc:docMk/>
            <pc:sldMk cId="1070926620" sldId="364"/>
            <ac:picMk id="8" creationId="{2E738614-1C10-0A58-70BF-78BA13D4B975}"/>
          </ac:picMkLst>
        </pc:picChg>
        <pc:picChg chg="mod">
          <ac:chgData name="Ogburn, Sarah E" userId="c40d2df0-46c9-4be9-b5a6-5c158e399904" providerId="ADAL" clId="{32CAC46E-6015-4B4E-B552-5C7076BA4DBE}" dt="2024-06-14T00:26:31.780" v="1414" actId="1076"/>
          <ac:picMkLst>
            <pc:docMk/>
            <pc:sldMk cId="1070926620" sldId="364"/>
            <ac:picMk id="20" creationId="{00000000-0000-0000-0000-000000000000}"/>
          </ac:picMkLst>
        </pc:picChg>
        <pc:picChg chg="mod">
          <ac:chgData name="Ogburn, Sarah E" userId="c40d2df0-46c9-4be9-b5a6-5c158e399904" providerId="ADAL" clId="{32CAC46E-6015-4B4E-B552-5C7076BA4DBE}" dt="2024-06-14T00:26:37.275" v="1415" actId="1076"/>
          <ac:picMkLst>
            <pc:docMk/>
            <pc:sldMk cId="1070926620" sldId="364"/>
            <ac:picMk id="31" creationId="{00000000-0000-0000-0000-000000000000}"/>
          </ac:picMkLst>
        </pc:picChg>
      </pc:sldChg>
      <pc:sldChg chg="addSp delSp modSp del mod">
        <pc:chgData name="Ogburn, Sarah E" userId="c40d2df0-46c9-4be9-b5a6-5c158e399904" providerId="ADAL" clId="{32CAC46E-6015-4B4E-B552-5C7076BA4DBE}" dt="2024-06-14T20:19:04.724" v="2286" actId="2696"/>
        <pc:sldMkLst>
          <pc:docMk/>
          <pc:sldMk cId="1471150373" sldId="365"/>
        </pc:sldMkLst>
        <pc:spChg chg="del mod">
          <ac:chgData name="Ogburn, Sarah E" userId="c40d2df0-46c9-4be9-b5a6-5c158e399904" providerId="ADAL" clId="{32CAC46E-6015-4B4E-B552-5C7076BA4DBE}" dt="2024-06-14T00:35:25.558" v="1620" actId="478"/>
          <ac:spMkLst>
            <pc:docMk/>
            <pc:sldMk cId="1471150373" sldId="365"/>
            <ac:spMk id="3" creationId="{00000000-0000-0000-0000-000000000000}"/>
          </ac:spMkLst>
        </pc:spChg>
        <pc:spChg chg="mod">
          <ac:chgData name="Ogburn, Sarah E" userId="c40d2df0-46c9-4be9-b5a6-5c158e399904" providerId="ADAL" clId="{32CAC46E-6015-4B4E-B552-5C7076BA4DBE}" dt="2024-06-14T00:15:49.858" v="1284"/>
          <ac:spMkLst>
            <pc:docMk/>
            <pc:sldMk cId="1471150373" sldId="365"/>
            <ac:spMk id="5" creationId="{6E7D8329-255C-EBDE-481B-1F0044422F16}"/>
          </ac:spMkLst>
        </pc:spChg>
        <pc:spChg chg="add mod">
          <ac:chgData name="Ogburn, Sarah E" userId="c40d2df0-46c9-4be9-b5a6-5c158e399904" providerId="ADAL" clId="{32CAC46E-6015-4B4E-B552-5C7076BA4DBE}" dt="2024-06-14T00:35:43.306" v="1637" actId="1076"/>
          <ac:spMkLst>
            <pc:docMk/>
            <pc:sldMk cId="1471150373" sldId="365"/>
            <ac:spMk id="10" creationId="{BA1A6AD1-9294-00BD-0993-A759D0C0A2A9}"/>
          </ac:spMkLst>
        </pc:spChg>
        <pc:spChg chg="mod">
          <ac:chgData name="Ogburn, Sarah E" userId="c40d2df0-46c9-4be9-b5a6-5c158e399904" providerId="ADAL" clId="{32CAC46E-6015-4B4E-B552-5C7076BA4DBE}" dt="2024-06-14T00:52:37.157" v="2084" actId="1035"/>
          <ac:spMkLst>
            <pc:docMk/>
            <pc:sldMk cId="1471150373" sldId="365"/>
            <ac:spMk id="13" creationId="{79D6EF26-1308-2B94-5FCB-3C8CB278D84A}"/>
          </ac:spMkLst>
        </pc:spChg>
        <pc:spChg chg="mod">
          <ac:chgData name="Ogburn, Sarah E" userId="c40d2df0-46c9-4be9-b5a6-5c158e399904" providerId="ADAL" clId="{32CAC46E-6015-4B4E-B552-5C7076BA4DBE}" dt="2024-06-14T00:52:37.157" v="2084" actId="1035"/>
          <ac:spMkLst>
            <pc:docMk/>
            <pc:sldMk cId="1471150373" sldId="365"/>
            <ac:spMk id="16" creationId="{C9C888EA-6544-C2A6-CD20-F62EDC78543A}"/>
          </ac:spMkLst>
        </pc:spChg>
        <pc:spChg chg="add del mod">
          <ac:chgData name="Ogburn, Sarah E" userId="c40d2df0-46c9-4be9-b5a6-5c158e399904" providerId="ADAL" clId="{32CAC46E-6015-4B4E-B552-5C7076BA4DBE}" dt="2024-06-14T00:52:37.157" v="2084" actId="1035"/>
          <ac:spMkLst>
            <pc:docMk/>
            <pc:sldMk cId="1471150373" sldId="365"/>
            <ac:spMk id="17" creationId="{C0FCBA2A-13C9-8DBF-F371-21104EAAD755}"/>
          </ac:spMkLst>
        </pc:spChg>
        <pc:spChg chg="add mod">
          <ac:chgData name="Ogburn, Sarah E" userId="c40d2df0-46c9-4be9-b5a6-5c158e399904" providerId="ADAL" clId="{32CAC46E-6015-4B4E-B552-5C7076BA4DBE}" dt="2024-06-14T00:52:37.157" v="2084" actId="1035"/>
          <ac:spMkLst>
            <pc:docMk/>
            <pc:sldMk cId="1471150373" sldId="365"/>
            <ac:spMk id="18" creationId="{A5F875C5-E21B-D9BA-CD97-073C3FC8FB8D}"/>
          </ac:spMkLst>
        </pc:spChg>
        <pc:spChg chg="add del mod">
          <ac:chgData name="Ogburn, Sarah E" userId="c40d2df0-46c9-4be9-b5a6-5c158e399904" providerId="ADAL" clId="{32CAC46E-6015-4B4E-B552-5C7076BA4DBE}" dt="2024-06-14T00:52:31.107" v="2080" actId="478"/>
          <ac:spMkLst>
            <pc:docMk/>
            <pc:sldMk cId="1471150373" sldId="365"/>
            <ac:spMk id="19" creationId="{EB205E27-FD5A-B67F-2BF0-6F638CE2E377}"/>
          </ac:spMkLst>
        </pc:spChg>
        <pc:spChg chg="add del mod">
          <ac:chgData name="Ogburn, Sarah E" userId="c40d2df0-46c9-4be9-b5a6-5c158e399904" providerId="ADAL" clId="{32CAC46E-6015-4B4E-B552-5C7076BA4DBE}" dt="2024-06-14T00:52:32.813" v="2081" actId="478"/>
          <ac:spMkLst>
            <pc:docMk/>
            <pc:sldMk cId="1471150373" sldId="365"/>
            <ac:spMk id="20" creationId="{807A6E3F-F5CF-7895-2F21-1A08A359032E}"/>
          </ac:spMkLst>
        </pc:spChg>
        <pc:spChg chg="add mod">
          <ac:chgData name="Ogburn, Sarah E" userId="c40d2df0-46c9-4be9-b5a6-5c158e399904" providerId="ADAL" clId="{32CAC46E-6015-4B4E-B552-5C7076BA4DBE}" dt="2024-06-14T00:52:37.157" v="2084" actId="1035"/>
          <ac:spMkLst>
            <pc:docMk/>
            <pc:sldMk cId="1471150373" sldId="365"/>
            <ac:spMk id="22" creationId="{6CC03B72-71A2-C913-1885-2898498FFDCC}"/>
          </ac:spMkLst>
        </pc:spChg>
        <pc:spChg chg="add mod">
          <ac:chgData name="Ogburn, Sarah E" userId="c40d2df0-46c9-4be9-b5a6-5c158e399904" providerId="ADAL" clId="{32CAC46E-6015-4B4E-B552-5C7076BA4DBE}" dt="2024-06-14T00:52:37.157" v="2084" actId="1035"/>
          <ac:spMkLst>
            <pc:docMk/>
            <pc:sldMk cId="1471150373" sldId="365"/>
            <ac:spMk id="24" creationId="{D3DB802F-95A4-B58C-3DBB-EEDCD8F955AD}"/>
          </ac:spMkLst>
        </pc:spChg>
        <pc:spChg chg="add mod">
          <ac:chgData name="Ogburn, Sarah E" userId="c40d2df0-46c9-4be9-b5a6-5c158e399904" providerId="ADAL" clId="{32CAC46E-6015-4B4E-B552-5C7076BA4DBE}" dt="2024-06-14T00:52:45.630" v="2085" actId="1076"/>
          <ac:spMkLst>
            <pc:docMk/>
            <pc:sldMk cId="1471150373" sldId="365"/>
            <ac:spMk id="25" creationId="{4674EF2E-78FC-0F8A-8049-0ABEF24DAC17}"/>
          </ac:spMkLst>
        </pc:spChg>
        <pc:grpChg chg="add mod">
          <ac:chgData name="Ogburn, Sarah E" userId="c40d2df0-46c9-4be9-b5a6-5c158e399904" providerId="ADAL" clId="{32CAC46E-6015-4B4E-B552-5C7076BA4DBE}" dt="2024-06-14T00:15:49.858" v="1284"/>
          <ac:grpSpMkLst>
            <pc:docMk/>
            <pc:sldMk cId="1471150373" sldId="365"/>
            <ac:grpSpMk id="4" creationId="{9811531A-013A-A06D-442B-3DFBA7A4E354}"/>
          </ac:grpSpMkLst>
        </pc:grpChg>
        <pc:grpChg chg="mod">
          <ac:chgData name="Ogburn, Sarah E" userId="c40d2df0-46c9-4be9-b5a6-5c158e399904" providerId="ADAL" clId="{32CAC46E-6015-4B4E-B552-5C7076BA4DBE}" dt="2024-06-14T00:15:49.858" v="1284"/>
          <ac:grpSpMkLst>
            <pc:docMk/>
            <pc:sldMk cId="1471150373" sldId="365"/>
            <ac:grpSpMk id="6" creationId="{4E70D2C6-7711-4AD0-8C74-9D6535027C81}"/>
          </ac:grpSpMkLst>
        </pc:grpChg>
        <pc:grpChg chg="add mod">
          <ac:chgData name="Ogburn, Sarah E" userId="c40d2df0-46c9-4be9-b5a6-5c158e399904" providerId="ADAL" clId="{32CAC46E-6015-4B4E-B552-5C7076BA4DBE}" dt="2024-06-14T00:52:37.157" v="2084" actId="1035"/>
          <ac:grpSpMkLst>
            <pc:docMk/>
            <pc:sldMk cId="1471150373" sldId="365"/>
            <ac:grpSpMk id="11" creationId="{FA7FAD81-687C-DEF6-86CA-58C337F55A11}"/>
          </ac:grpSpMkLst>
        </pc:grpChg>
        <pc:grpChg chg="add mod">
          <ac:chgData name="Ogburn, Sarah E" userId="c40d2df0-46c9-4be9-b5a6-5c158e399904" providerId="ADAL" clId="{32CAC46E-6015-4B4E-B552-5C7076BA4DBE}" dt="2024-06-14T00:52:37.157" v="2084" actId="1035"/>
          <ac:grpSpMkLst>
            <pc:docMk/>
            <pc:sldMk cId="1471150373" sldId="365"/>
            <ac:grpSpMk id="14" creationId="{63EAF24C-7C60-ACB5-606C-DF0577FC09B2}"/>
          </ac:grpSpMkLst>
        </pc:grpChg>
        <pc:picChg chg="del mod">
          <ac:chgData name="Ogburn, Sarah E" userId="c40d2df0-46c9-4be9-b5a6-5c158e399904" providerId="ADAL" clId="{32CAC46E-6015-4B4E-B552-5C7076BA4DBE}" dt="2024-06-14T00:42:43.903" v="1709" actId="478"/>
          <ac:picMkLst>
            <pc:docMk/>
            <pc:sldMk cId="1471150373" sldId="365"/>
            <ac:picMk id="2" creationId="{00000000-0000-0000-0000-000000000000}"/>
          </ac:picMkLst>
        </pc:picChg>
        <pc:picChg chg="mod">
          <ac:chgData name="Ogburn, Sarah E" userId="c40d2df0-46c9-4be9-b5a6-5c158e399904" providerId="ADAL" clId="{32CAC46E-6015-4B4E-B552-5C7076BA4DBE}" dt="2024-06-14T00:15:49.858" v="1284"/>
          <ac:picMkLst>
            <pc:docMk/>
            <pc:sldMk cId="1471150373" sldId="365"/>
            <ac:picMk id="7" creationId="{03100C14-90DD-D6D5-FDAA-460D955B83A7}"/>
          </ac:picMkLst>
        </pc:picChg>
        <pc:picChg chg="mod">
          <ac:chgData name="Ogburn, Sarah E" userId="c40d2df0-46c9-4be9-b5a6-5c158e399904" providerId="ADAL" clId="{32CAC46E-6015-4B4E-B552-5C7076BA4DBE}" dt="2024-06-14T00:15:49.858" v="1284"/>
          <ac:picMkLst>
            <pc:docMk/>
            <pc:sldMk cId="1471150373" sldId="365"/>
            <ac:picMk id="8" creationId="{83BF1449-A045-9BF1-B228-8DE58C72E28D}"/>
          </ac:picMkLst>
        </pc:picChg>
        <pc:picChg chg="mod">
          <ac:chgData name="Ogburn, Sarah E" userId="c40d2df0-46c9-4be9-b5a6-5c158e399904" providerId="ADAL" clId="{32CAC46E-6015-4B4E-B552-5C7076BA4DBE}" dt="2024-06-14T00:15:49.858" v="1284"/>
          <ac:picMkLst>
            <pc:docMk/>
            <pc:sldMk cId="1471150373" sldId="365"/>
            <ac:picMk id="9" creationId="{38219495-5FDE-E726-1299-A0923BD7D139}"/>
          </ac:picMkLst>
        </pc:picChg>
        <pc:picChg chg="mod">
          <ac:chgData name="Ogburn, Sarah E" userId="c40d2df0-46c9-4be9-b5a6-5c158e399904" providerId="ADAL" clId="{32CAC46E-6015-4B4E-B552-5C7076BA4DBE}" dt="2024-06-14T00:52:37.157" v="2084" actId="1035"/>
          <ac:picMkLst>
            <pc:docMk/>
            <pc:sldMk cId="1471150373" sldId="365"/>
            <ac:picMk id="12" creationId="{F8DD5974-2BE9-FEEC-C098-C1CFD71A5120}"/>
          </ac:picMkLst>
        </pc:picChg>
        <pc:picChg chg="mod">
          <ac:chgData name="Ogburn, Sarah E" userId="c40d2df0-46c9-4be9-b5a6-5c158e399904" providerId="ADAL" clId="{32CAC46E-6015-4B4E-B552-5C7076BA4DBE}" dt="2024-06-14T00:52:37.157" v="2084" actId="1035"/>
          <ac:picMkLst>
            <pc:docMk/>
            <pc:sldMk cId="1471150373" sldId="365"/>
            <ac:picMk id="15" creationId="{609FDE3A-12A6-011F-5E9C-428A3DB722D6}"/>
          </ac:picMkLst>
        </pc:picChg>
      </pc:sldChg>
      <pc:sldChg chg="add">
        <pc:chgData name="Ogburn, Sarah E" userId="c40d2df0-46c9-4be9-b5a6-5c158e399904" providerId="ADAL" clId="{32CAC46E-6015-4B4E-B552-5C7076BA4DBE}" dt="2024-06-14T20:19:09.281" v="2287"/>
        <pc:sldMkLst>
          <pc:docMk/>
          <pc:sldMk cId="1563061835" sldId="365"/>
        </pc:sldMkLst>
      </pc:sldChg>
      <pc:sldChg chg="addSp delSp modSp mod">
        <pc:chgData name="Ogburn, Sarah E" userId="c40d2df0-46c9-4be9-b5a6-5c158e399904" providerId="ADAL" clId="{32CAC46E-6015-4B4E-B552-5C7076BA4DBE}" dt="2024-06-14T00:47:08.835" v="1856" actId="1038"/>
        <pc:sldMkLst>
          <pc:docMk/>
          <pc:sldMk cId="820721315" sldId="366"/>
        </pc:sldMkLst>
        <pc:spChg chg="del mod">
          <ac:chgData name="Ogburn, Sarah E" userId="c40d2df0-46c9-4be9-b5a6-5c158e399904" providerId="ADAL" clId="{32CAC46E-6015-4B4E-B552-5C7076BA4DBE}" dt="2024-06-14T00:27:15.066" v="1419" actId="478"/>
          <ac:spMkLst>
            <pc:docMk/>
            <pc:sldMk cId="820721315" sldId="366"/>
            <ac:spMk id="3" creationId="{00000000-0000-0000-0000-000000000000}"/>
          </ac:spMkLst>
        </pc:spChg>
        <pc:spChg chg="mod">
          <ac:chgData name="Ogburn, Sarah E" userId="c40d2df0-46c9-4be9-b5a6-5c158e399904" providerId="ADAL" clId="{32CAC46E-6015-4B4E-B552-5C7076BA4DBE}" dt="2024-06-14T00:13:57.264" v="1246"/>
          <ac:spMkLst>
            <pc:docMk/>
            <pc:sldMk cId="820721315" sldId="366"/>
            <ac:spMk id="5" creationId="{9766331A-1149-3700-5C20-64A2544F061E}"/>
          </ac:spMkLst>
        </pc:spChg>
        <pc:spChg chg="add del mod">
          <ac:chgData name="Ogburn, Sarah E" userId="c40d2df0-46c9-4be9-b5a6-5c158e399904" providerId="ADAL" clId="{32CAC46E-6015-4B4E-B552-5C7076BA4DBE}" dt="2024-06-14T00:27:16.621" v="1420" actId="478"/>
          <ac:spMkLst>
            <pc:docMk/>
            <pc:sldMk cId="820721315" sldId="366"/>
            <ac:spMk id="12" creationId="{E731EF5D-4F29-0F14-0BFA-28026809301A}"/>
          </ac:spMkLst>
        </pc:spChg>
        <pc:spChg chg="del mod">
          <ac:chgData name="Ogburn, Sarah E" userId="c40d2df0-46c9-4be9-b5a6-5c158e399904" providerId="ADAL" clId="{32CAC46E-6015-4B4E-B552-5C7076BA4DBE}" dt="2024-06-14T00:46:01.028" v="1829" actId="478"/>
          <ac:spMkLst>
            <pc:docMk/>
            <pc:sldMk cId="820721315" sldId="366"/>
            <ac:spMk id="13" creationId="{00000000-0000-0000-0000-000000000000}"/>
          </ac:spMkLst>
        </pc:spChg>
        <pc:spChg chg="del mod">
          <ac:chgData name="Ogburn, Sarah E" userId="c40d2df0-46c9-4be9-b5a6-5c158e399904" providerId="ADAL" clId="{32CAC46E-6015-4B4E-B552-5C7076BA4DBE}" dt="2024-06-14T00:46:03.004" v="1830" actId="478"/>
          <ac:spMkLst>
            <pc:docMk/>
            <pc:sldMk cId="820721315" sldId="366"/>
            <ac:spMk id="14" creationId="{00000000-0000-0000-0000-000000000000}"/>
          </ac:spMkLst>
        </pc:spChg>
        <pc:spChg chg="add mod">
          <ac:chgData name="Ogburn, Sarah E" userId="c40d2df0-46c9-4be9-b5a6-5c158e399904" providerId="ADAL" clId="{32CAC46E-6015-4B4E-B552-5C7076BA4DBE}" dt="2024-06-14T00:27:22.622" v="1425"/>
          <ac:spMkLst>
            <pc:docMk/>
            <pc:sldMk cId="820721315" sldId="366"/>
            <ac:spMk id="15" creationId="{65FE62EE-1064-92ED-AAAC-E335E59053EA}"/>
          </ac:spMkLst>
        </pc:spChg>
        <pc:spChg chg="add mod">
          <ac:chgData name="Ogburn, Sarah E" userId="c40d2df0-46c9-4be9-b5a6-5c158e399904" providerId="ADAL" clId="{32CAC46E-6015-4B4E-B552-5C7076BA4DBE}" dt="2024-06-14T00:27:17.063" v="1421"/>
          <ac:spMkLst>
            <pc:docMk/>
            <pc:sldMk cId="820721315" sldId="366"/>
            <ac:spMk id="16" creationId="{87B1D3E2-E960-45D5-6D0F-72AB6DAE352B}"/>
          </ac:spMkLst>
        </pc:spChg>
        <pc:spChg chg="add mod">
          <ac:chgData name="Ogburn, Sarah E" userId="c40d2df0-46c9-4be9-b5a6-5c158e399904" providerId="ADAL" clId="{32CAC46E-6015-4B4E-B552-5C7076BA4DBE}" dt="2024-06-14T00:47:08.835" v="1856" actId="1038"/>
          <ac:spMkLst>
            <pc:docMk/>
            <pc:sldMk cId="820721315" sldId="366"/>
            <ac:spMk id="17" creationId="{E06BD74B-C0D7-E4BF-D846-40545892618D}"/>
          </ac:spMkLst>
        </pc:spChg>
        <pc:spChg chg="add mod">
          <ac:chgData name="Ogburn, Sarah E" userId="c40d2df0-46c9-4be9-b5a6-5c158e399904" providerId="ADAL" clId="{32CAC46E-6015-4B4E-B552-5C7076BA4DBE}" dt="2024-06-14T00:47:08.835" v="1856" actId="1038"/>
          <ac:spMkLst>
            <pc:docMk/>
            <pc:sldMk cId="820721315" sldId="366"/>
            <ac:spMk id="19" creationId="{203758B6-0060-82D3-CE8D-D03018024164}"/>
          </ac:spMkLst>
        </pc:spChg>
        <pc:spChg chg="mod">
          <ac:chgData name="Ogburn, Sarah E" userId="c40d2df0-46c9-4be9-b5a6-5c158e399904" providerId="ADAL" clId="{32CAC46E-6015-4B4E-B552-5C7076BA4DBE}" dt="2024-06-14T00:46:59.612" v="1855" actId="1038"/>
          <ac:spMkLst>
            <pc:docMk/>
            <pc:sldMk cId="820721315" sldId="366"/>
            <ac:spMk id="38" creationId="{00000000-0000-0000-0000-000000000000}"/>
          </ac:spMkLst>
        </pc:spChg>
        <pc:spChg chg="mod">
          <ac:chgData name="Ogburn, Sarah E" userId="c40d2df0-46c9-4be9-b5a6-5c158e399904" providerId="ADAL" clId="{32CAC46E-6015-4B4E-B552-5C7076BA4DBE}" dt="2024-06-14T00:46:59.612" v="1855" actId="1038"/>
          <ac:spMkLst>
            <pc:docMk/>
            <pc:sldMk cId="820721315" sldId="366"/>
            <ac:spMk id="39" creationId="{00000000-0000-0000-0000-000000000000}"/>
          </ac:spMkLst>
        </pc:spChg>
        <pc:spChg chg="mod">
          <ac:chgData name="Ogburn, Sarah E" userId="c40d2df0-46c9-4be9-b5a6-5c158e399904" providerId="ADAL" clId="{32CAC46E-6015-4B4E-B552-5C7076BA4DBE}" dt="2024-06-14T00:46:59.612" v="1855" actId="1038"/>
          <ac:spMkLst>
            <pc:docMk/>
            <pc:sldMk cId="820721315" sldId="366"/>
            <ac:spMk id="56" creationId="{00000000-0000-0000-0000-000000000000}"/>
          </ac:spMkLst>
        </pc:spChg>
        <pc:spChg chg="mod">
          <ac:chgData name="Ogburn, Sarah E" userId="c40d2df0-46c9-4be9-b5a6-5c158e399904" providerId="ADAL" clId="{32CAC46E-6015-4B4E-B552-5C7076BA4DBE}" dt="2024-06-14T00:46:59.612" v="1855" actId="1038"/>
          <ac:spMkLst>
            <pc:docMk/>
            <pc:sldMk cId="820721315" sldId="366"/>
            <ac:spMk id="57" creationId="{00000000-0000-0000-0000-000000000000}"/>
          </ac:spMkLst>
        </pc:spChg>
        <pc:spChg chg="del mod">
          <ac:chgData name="Ogburn, Sarah E" userId="c40d2df0-46c9-4be9-b5a6-5c158e399904" providerId="ADAL" clId="{32CAC46E-6015-4B4E-B552-5C7076BA4DBE}" dt="2024-06-14T00:27:35.128" v="1426" actId="478"/>
          <ac:spMkLst>
            <pc:docMk/>
            <pc:sldMk cId="820721315" sldId="366"/>
            <ac:spMk id="28673" creationId="{00000000-0000-0000-0000-000000000000}"/>
          </ac:spMkLst>
        </pc:spChg>
        <pc:grpChg chg="mod">
          <ac:chgData name="Ogburn, Sarah E" userId="c40d2df0-46c9-4be9-b5a6-5c158e399904" providerId="ADAL" clId="{32CAC46E-6015-4B4E-B552-5C7076BA4DBE}" dt="2024-06-14T00:46:59.612" v="1855" actId="1038"/>
          <ac:grpSpMkLst>
            <pc:docMk/>
            <pc:sldMk cId="820721315" sldId="366"/>
            <ac:grpSpMk id="2" creationId="{00000000-0000-0000-0000-000000000000}"/>
          </ac:grpSpMkLst>
        </pc:grpChg>
        <pc:grpChg chg="add del mod">
          <ac:chgData name="Ogburn, Sarah E" userId="c40d2df0-46c9-4be9-b5a6-5c158e399904" providerId="ADAL" clId="{32CAC46E-6015-4B4E-B552-5C7076BA4DBE}" dt="2024-06-14T00:46:53.277" v="1851" actId="478"/>
          <ac:grpSpMkLst>
            <pc:docMk/>
            <pc:sldMk cId="820721315" sldId="366"/>
            <ac:grpSpMk id="4" creationId="{0CB3CF6D-A939-71A6-E7BE-CDE7D4EA19B7}"/>
          </ac:grpSpMkLst>
        </pc:grpChg>
        <pc:grpChg chg="mod">
          <ac:chgData name="Ogburn, Sarah E" userId="c40d2df0-46c9-4be9-b5a6-5c158e399904" providerId="ADAL" clId="{32CAC46E-6015-4B4E-B552-5C7076BA4DBE}" dt="2024-06-14T00:13:57.264" v="1246"/>
          <ac:grpSpMkLst>
            <pc:docMk/>
            <pc:sldMk cId="820721315" sldId="366"/>
            <ac:grpSpMk id="6" creationId="{1B1DE02E-776D-EC9B-2C86-3C8E02A392D8}"/>
          </ac:grpSpMkLst>
        </pc:grpChg>
        <pc:grpChg chg="mod">
          <ac:chgData name="Ogburn, Sarah E" userId="c40d2df0-46c9-4be9-b5a6-5c158e399904" providerId="ADAL" clId="{32CAC46E-6015-4B4E-B552-5C7076BA4DBE}" dt="2024-06-14T00:46:59.612" v="1855" actId="1038"/>
          <ac:grpSpMkLst>
            <pc:docMk/>
            <pc:sldMk cId="820721315" sldId="366"/>
            <ac:grpSpMk id="10" creationId="{00000000-0000-0000-0000-000000000000}"/>
          </ac:grpSpMkLst>
        </pc:grpChg>
        <pc:graphicFrameChg chg="mod modGraphic">
          <ac:chgData name="Ogburn, Sarah E" userId="c40d2df0-46c9-4be9-b5a6-5c158e399904" providerId="ADAL" clId="{32CAC46E-6015-4B4E-B552-5C7076BA4DBE}" dt="2024-06-14T00:46:59.612" v="1855" actId="1038"/>
          <ac:graphicFrameMkLst>
            <pc:docMk/>
            <pc:sldMk cId="820721315" sldId="366"/>
            <ac:graphicFrameMk id="18" creationId="{00000000-0000-0000-0000-000000000000}"/>
          </ac:graphicFrameMkLst>
        </pc:graphicFrameChg>
        <pc:picChg chg="mod">
          <ac:chgData name="Ogburn, Sarah E" userId="c40d2df0-46c9-4be9-b5a6-5c158e399904" providerId="ADAL" clId="{32CAC46E-6015-4B4E-B552-5C7076BA4DBE}" dt="2024-06-14T00:13:57.264" v="1246"/>
          <ac:picMkLst>
            <pc:docMk/>
            <pc:sldMk cId="820721315" sldId="366"/>
            <ac:picMk id="7" creationId="{9564D8CB-B31D-AC00-2C94-90B16F010578}"/>
          </ac:picMkLst>
        </pc:picChg>
        <pc:picChg chg="mod">
          <ac:chgData name="Ogburn, Sarah E" userId="c40d2df0-46c9-4be9-b5a6-5c158e399904" providerId="ADAL" clId="{32CAC46E-6015-4B4E-B552-5C7076BA4DBE}" dt="2024-06-14T00:13:57.264" v="1246"/>
          <ac:picMkLst>
            <pc:docMk/>
            <pc:sldMk cId="820721315" sldId="366"/>
            <ac:picMk id="8" creationId="{19B80A6E-1160-6C97-66AF-50070121C6F8}"/>
          </ac:picMkLst>
        </pc:picChg>
        <pc:picChg chg="mod">
          <ac:chgData name="Ogburn, Sarah E" userId="c40d2df0-46c9-4be9-b5a6-5c158e399904" providerId="ADAL" clId="{32CAC46E-6015-4B4E-B552-5C7076BA4DBE}" dt="2024-06-14T00:13:57.264" v="1246"/>
          <ac:picMkLst>
            <pc:docMk/>
            <pc:sldMk cId="820721315" sldId="366"/>
            <ac:picMk id="9" creationId="{FA3CD183-F421-4F07-E070-ADE91CB0C8A8}"/>
          </ac:picMkLst>
        </pc:picChg>
        <pc:picChg chg="mod">
          <ac:chgData name="Ogburn, Sarah E" userId="c40d2df0-46c9-4be9-b5a6-5c158e399904" providerId="ADAL" clId="{32CAC46E-6015-4B4E-B552-5C7076BA4DBE}" dt="2024-06-14T00:46:59.612" v="1855" actId="1038"/>
          <ac:picMkLst>
            <pc:docMk/>
            <pc:sldMk cId="820721315" sldId="366"/>
            <ac:picMk id="33" creationId="{00000000-0000-0000-0000-000000000000}"/>
          </ac:picMkLst>
        </pc:picChg>
        <pc:picChg chg="mod">
          <ac:chgData name="Ogburn, Sarah E" userId="c40d2df0-46c9-4be9-b5a6-5c158e399904" providerId="ADAL" clId="{32CAC46E-6015-4B4E-B552-5C7076BA4DBE}" dt="2024-06-14T00:46:59.612" v="1855" actId="1038"/>
          <ac:picMkLst>
            <pc:docMk/>
            <pc:sldMk cId="820721315" sldId="366"/>
            <ac:picMk id="34" creationId="{00000000-0000-0000-0000-000000000000}"/>
          </ac:picMkLst>
        </pc:picChg>
      </pc:sldChg>
      <pc:sldChg chg="addSp modSp add mod">
        <pc:chgData name="Ogburn, Sarah E" userId="c40d2df0-46c9-4be9-b5a6-5c158e399904" providerId="ADAL" clId="{32CAC46E-6015-4B4E-B552-5C7076BA4DBE}" dt="2024-06-14T20:17:31.571" v="2283" actId="20577"/>
        <pc:sldMkLst>
          <pc:docMk/>
          <pc:sldMk cId="1645343" sldId="367"/>
        </pc:sldMkLst>
        <pc:spChg chg="mod">
          <ac:chgData name="Ogburn, Sarah E" userId="c40d2df0-46c9-4be9-b5a6-5c158e399904" providerId="ADAL" clId="{32CAC46E-6015-4B4E-B552-5C7076BA4DBE}" dt="2024-06-14T20:17:31.571" v="2283" actId="20577"/>
          <ac:spMkLst>
            <pc:docMk/>
            <pc:sldMk cId="1645343" sldId="367"/>
            <ac:spMk id="2" creationId="{00000000-0000-0000-0000-000000000000}"/>
          </ac:spMkLst>
        </pc:spChg>
        <pc:spChg chg="mod">
          <ac:chgData name="Ogburn, Sarah E" userId="c40d2df0-46c9-4be9-b5a6-5c158e399904" providerId="ADAL" clId="{32CAC46E-6015-4B4E-B552-5C7076BA4DBE}" dt="2024-06-14T00:15:47.727" v="1283"/>
          <ac:spMkLst>
            <pc:docMk/>
            <pc:sldMk cId="1645343" sldId="367"/>
            <ac:spMk id="4" creationId="{C2F80535-FF21-7E99-4C66-8B02285948E1}"/>
          </ac:spMkLst>
        </pc:spChg>
        <pc:spChg chg="mod">
          <ac:chgData name="Ogburn, Sarah E" userId="c40d2df0-46c9-4be9-b5a6-5c158e399904" providerId="ADAL" clId="{32CAC46E-6015-4B4E-B552-5C7076BA4DBE}" dt="2024-06-14T00:06:49.784" v="1073"/>
          <ac:spMkLst>
            <pc:docMk/>
            <pc:sldMk cId="1645343" sldId="367"/>
            <ac:spMk id="26626" creationId="{00000000-0000-0000-0000-000000000000}"/>
          </ac:spMkLst>
        </pc:spChg>
        <pc:spChg chg="mod">
          <ac:chgData name="Ogburn, Sarah E" userId="c40d2df0-46c9-4be9-b5a6-5c158e399904" providerId="ADAL" clId="{32CAC46E-6015-4B4E-B552-5C7076BA4DBE}" dt="2024-06-14T00:06:49.784" v="1073"/>
          <ac:spMkLst>
            <pc:docMk/>
            <pc:sldMk cId="1645343" sldId="367"/>
            <ac:spMk id="26633" creationId="{00000000-0000-0000-0000-000000000000}"/>
          </ac:spMkLst>
        </pc:spChg>
        <pc:spChg chg="mod">
          <ac:chgData name="Ogburn, Sarah E" userId="c40d2df0-46c9-4be9-b5a6-5c158e399904" providerId="ADAL" clId="{32CAC46E-6015-4B4E-B552-5C7076BA4DBE}" dt="2024-06-14T00:06:49.784" v="1073"/>
          <ac:spMkLst>
            <pc:docMk/>
            <pc:sldMk cId="1645343" sldId="367"/>
            <ac:spMk id="26634" creationId="{00000000-0000-0000-0000-000000000000}"/>
          </ac:spMkLst>
        </pc:spChg>
        <pc:grpChg chg="add mod">
          <ac:chgData name="Ogburn, Sarah E" userId="c40d2df0-46c9-4be9-b5a6-5c158e399904" providerId="ADAL" clId="{32CAC46E-6015-4B4E-B552-5C7076BA4DBE}" dt="2024-06-14T00:15:47.727" v="1283"/>
          <ac:grpSpMkLst>
            <pc:docMk/>
            <pc:sldMk cId="1645343" sldId="367"/>
            <ac:grpSpMk id="3" creationId="{9523B3C9-0168-6A8A-5B2E-E0119A54FE5E}"/>
          </ac:grpSpMkLst>
        </pc:grpChg>
        <pc:grpChg chg="mod">
          <ac:chgData name="Ogburn, Sarah E" userId="c40d2df0-46c9-4be9-b5a6-5c158e399904" providerId="ADAL" clId="{32CAC46E-6015-4B4E-B552-5C7076BA4DBE}" dt="2024-06-14T00:15:47.727" v="1283"/>
          <ac:grpSpMkLst>
            <pc:docMk/>
            <pc:sldMk cId="1645343" sldId="367"/>
            <ac:grpSpMk id="5" creationId="{149E64B5-301E-F4ED-7384-1DFFCC4D3B2F}"/>
          </ac:grpSpMkLst>
        </pc:grpChg>
        <pc:picChg chg="mod">
          <ac:chgData name="Ogburn, Sarah E" userId="c40d2df0-46c9-4be9-b5a6-5c158e399904" providerId="ADAL" clId="{32CAC46E-6015-4B4E-B552-5C7076BA4DBE}" dt="2024-06-14T00:15:47.727" v="1283"/>
          <ac:picMkLst>
            <pc:docMk/>
            <pc:sldMk cId="1645343" sldId="367"/>
            <ac:picMk id="6" creationId="{7E88429F-121A-882B-171D-F5E68C640A2D}"/>
          </ac:picMkLst>
        </pc:picChg>
        <pc:picChg chg="mod">
          <ac:chgData name="Ogburn, Sarah E" userId="c40d2df0-46c9-4be9-b5a6-5c158e399904" providerId="ADAL" clId="{32CAC46E-6015-4B4E-B552-5C7076BA4DBE}" dt="2024-06-14T00:15:47.727" v="1283"/>
          <ac:picMkLst>
            <pc:docMk/>
            <pc:sldMk cId="1645343" sldId="367"/>
            <ac:picMk id="7" creationId="{12E4011D-CB99-BE44-217A-143EE1E7A6C9}"/>
          </ac:picMkLst>
        </pc:picChg>
        <pc:picChg chg="mod">
          <ac:chgData name="Ogburn, Sarah E" userId="c40d2df0-46c9-4be9-b5a6-5c158e399904" providerId="ADAL" clId="{32CAC46E-6015-4B4E-B552-5C7076BA4DBE}" dt="2024-06-14T00:15:47.727" v="1283"/>
          <ac:picMkLst>
            <pc:docMk/>
            <pc:sldMk cId="1645343" sldId="367"/>
            <ac:picMk id="8" creationId="{31ACA972-C495-3631-807B-0779DC2EDF24}"/>
          </ac:picMkLst>
        </pc:picChg>
        <pc:picChg chg="mod">
          <ac:chgData name="Ogburn, Sarah E" userId="c40d2df0-46c9-4be9-b5a6-5c158e399904" providerId="ADAL" clId="{32CAC46E-6015-4B4E-B552-5C7076BA4DBE}" dt="2024-06-14T00:06:49.784" v="1073"/>
          <ac:picMkLst>
            <pc:docMk/>
            <pc:sldMk cId="1645343" sldId="367"/>
            <ac:picMk id="26627" creationId="{00000000-0000-0000-0000-000000000000}"/>
          </ac:picMkLst>
        </pc:picChg>
      </pc:sldChg>
      <pc:sldChg chg="modSp add del mod">
        <pc:chgData name="Ogburn, Sarah E" userId="c40d2df0-46c9-4be9-b5a6-5c158e399904" providerId="ADAL" clId="{32CAC46E-6015-4B4E-B552-5C7076BA4DBE}" dt="2024-06-06T17:19:06.760" v="528" actId="2696"/>
        <pc:sldMkLst>
          <pc:docMk/>
          <pc:sldMk cId="4034332391" sldId="367"/>
        </pc:sldMkLst>
        <pc:spChg chg="mod">
          <ac:chgData name="Ogburn, Sarah E" userId="c40d2df0-46c9-4be9-b5a6-5c158e399904" providerId="ADAL" clId="{32CAC46E-6015-4B4E-B552-5C7076BA4DBE}" dt="2024-05-23T17:21:00.009" v="12" actId="1076"/>
          <ac:spMkLst>
            <pc:docMk/>
            <pc:sldMk cId="4034332391" sldId="367"/>
            <ac:spMk id="26626" creationId="{00000000-0000-0000-0000-000000000000}"/>
          </ac:spMkLst>
        </pc:spChg>
        <pc:spChg chg="mod">
          <ac:chgData name="Ogburn, Sarah E" userId="c40d2df0-46c9-4be9-b5a6-5c158e399904" providerId="ADAL" clId="{32CAC46E-6015-4B4E-B552-5C7076BA4DBE}" dt="2024-05-23T17:21:36.783" v="19" actId="14100"/>
          <ac:spMkLst>
            <pc:docMk/>
            <pc:sldMk cId="4034332391" sldId="367"/>
            <ac:spMk id="26633" creationId="{00000000-0000-0000-0000-000000000000}"/>
          </ac:spMkLst>
        </pc:spChg>
        <pc:spChg chg="mod">
          <ac:chgData name="Ogburn, Sarah E" userId="c40d2df0-46c9-4be9-b5a6-5c158e399904" providerId="ADAL" clId="{32CAC46E-6015-4B4E-B552-5C7076BA4DBE}" dt="2024-05-23T17:20:31.581" v="2" actId="1076"/>
          <ac:spMkLst>
            <pc:docMk/>
            <pc:sldMk cId="4034332391" sldId="367"/>
            <ac:spMk id="26634" creationId="{00000000-0000-0000-0000-000000000000}"/>
          </ac:spMkLst>
        </pc:spChg>
        <pc:picChg chg="mod">
          <ac:chgData name="Ogburn, Sarah E" userId="c40d2df0-46c9-4be9-b5a6-5c158e399904" providerId="ADAL" clId="{32CAC46E-6015-4B4E-B552-5C7076BA4DBE}" dt="2024-05-23T17:21:24.368" v="17" actId="1076"/>
          <ac:picMkLst>
            <pc:docMk/>
            <pc:sldMk cId="4034332391" sldId="367"/>
            <ac:picMk id="26627" creationId="{00000000-0000-0000-0000-000000000000}"/>
          </ac:picMkLst>
        </pc:picChg>
      </pc:sldChg>
      <pc:sldChg chg="del">
        <pc:chgData name="Ogburn, Sarah E" userId="c40d2df0-46c9-4be9-b5a6-5c158e399904" providerId="ADAL" clId="{32CAC46E-6015-4B4E-B552-5C7076BA4DBE}" dt="2024-05-23T17:09:34.587" v="0" actId="2696"/>
        <pc:sldMkLst>
          <pc:docMk/>
          <pc:sldMk cId="808667037" sldId="368"/>
        </pc:sldMkLst>
      </pc:sldChg>
      <pc:sldChg chg="del">
        <pc:chgData name="Ogburn, Sarah E" userId="c40d2df0-46c9-4be9-b5a6-5c158e399904" providerId="ADAL" clId="{32CAC46E-6015-4B4E-B552-5C7076BA4DBE}" dt="2024-05-23T17:09:34.587" v="0" actId="2696"/>
        <pc:sldMkLst>
          <pc:docMk/>
          <pc:sldMk cId="692215879" sldId="369"/>
        </pc:sldMkLst>
      </pc:sldChg>
      <pc:sldChg chg="add del">
        <pc:chgData name="Ogburn, Sarah E" userId="c40d2df0-46c9-4be9-b5a6-5c158e399904" providerId="ADAL" clId="{32CAC46E-6015-4B4E-B552-5C7076BA4DBE}" dt="2024-06-12T20:46:19.375" v="1058" actId="2696"/>
        <pc:sldMkLst>
          <pc:docMk/>
          <pc:sldMk cId="28974881" sldId="370"/>
        </pc:sldMkLst>
      </pc:sldChg>
      <pc:sldChg chg="del">
        <pc:chgData name="Ogburn, Sarah E" userId="c40d2df0-46c9-4be9-b5a6-5c158e399904" providerId="ADAL" clId="{32CAC46E-6015-4B4E-B552-5C7076BA4DBE}" dt="2024-05-23T17:23:02.321" v="20" actId="2696"/>
        <pc:sldMkLst>
          <pc:docMk/>
          <pc:sldMk cId="3698592524" sldId="370"/>
        </pc:sldMkLst>
      </pc:sldChg>
      <pc:sldChg chg="modSp">
        <pc:chgData name="Ogburn, Sarah E" userId="c40d2df0-46c9-4be9-b5a6-5c158e399904" providerId="ADAL" clId="{32CAC46E-6015-4B4E-B552-5C7076BA4DBE}" dt="2024-06-14T00:06:49.784" v="1073"/>
        <pc:sldMkLst>
          <pc:docMk/>
          <pc:sldMk cId="2480157372" sldId="371"/>
        </pc:sldMkLst>
        <pc:spChg chg="mod">
          <ac:chgData name="Ogburn, Sarah E" userId="c40d2df0-46c9-4be9-b5a6-5c158e399904" providerId="ADAL" clId="{32CAC46E-6015-4B4E-B552-5C7076BA4DBE}" dt="2024-06-14T00:06:49.784" v="1073"/>
          <ac:spMkLst>
            <pc:docMk/>
            <pc:sldMk cId="2480157372" sldId="371"/>
            <ac:spMk id="46083" creationId="{00000000-0000-0000-0000-000000000000}"/>
          </ac:spMkLst>
        </pc:spChg>
        <pc:spChg chg="mod">
          <ac:chgData name="Ogburn, Sarah E" userId="c40d2df0-46c9-4be9-b5a6-5c158e399904" providerId="ADAL" clId="{32CAC46E-6015-4B4E-B552-5C7076BA4DBE}" dt="2024-06-14T00:06:49.784" v="1073"/>
          <ac:spMkLst>
            <pc:docMk/>
            <pc:sldMk cId="2480157372" sldId="371"/>
            <ac:spMk id="46084" creationId="{00000000-0000-0000-0000-000000000000}"/>
          </ac:spMkLst>
        </pc:spChg>
        <pc:spChg chg="mod">
          <ac:chgData name="Ogburn, Sarah E" userId="c40d2df0-46c9-4be9-b5a6-5c158e399904" providerId="ADAL" clId="{32CAC46E-6015-4B4E-B552-5C7076BA4DBE}" dt="2024-06-14T00:06:49.784" v="1073"/>
          <ac:spMkLst>
            <pc:docMk/>
            <pc:sldMk cId="2480157372" sldId="371"/>
            <ac:spMk id="46085" creationId="{00000000-0000-0000-0000-000000000000}"/>
          </ac:spMkLst>
        </pc:spChg>
        <pc:spChg chg="mod">
          <ac:chgData name="Ogburn, Sarah E" userId="c40d2df0-46c9-4be9-b5a6-5c158e399904" providerId="ADAL" clId="{32CAC46E-6015-4B4E-B552-5C7076BA4DBE}" dt="2024-06-14T00:06:49.784" v="1073"/>
          <ac:spMkLst>
            <pc:docMk/>
            <pc:sldMk cId="2480157372" sldId="371"/>
            <ac:spMk id="46086" creationId="{00000000-0000-0000-0000-000000000000}"/>
          </ac:spMkLst>
        </pc:spChg>
        <pc:spChg chg="mod">
          <ac:chgData name="Ogburn, Sarah E" userId="c40d2df0-46c9-4be9-b5a6-5c158e399904" providerId="ADAL" clId="{32CAC46E-6015-4B4E-B552-5C7076BA4DBE}" dt="2024-06-14T00:06:49.784" v="1073"/>
          <ac:spMkLst>
            <pc:docMk/>
            <pc:sldMk cId="2480157372" sldId="371"/>
            <ac:spMk id="46087" creationId="{00000000-0000-0000-0000-000000000000}"/>
          </ac:spMkLst>
        </pc:spChg>
        <pc:spChg chg="mod">
          <ac:chgData name="Ogburn, Sarah E" userId="c40d2df0-46c9-4be9-b5a6-5c158e399904" providerId="ADAL" clId="{32CAC46E-6015-4B4E-B552-5C7076BA4DBE}" dt="2024-06-14T00:06:49.784" v="1073"/>
          <ac:spMkLst>
            <pc:docMk/>
            <pc:sldMk cId="2480157372" sldId="371"/>
            <ac:spMk id="46088" creationId="{00000000-0000-0000-0000-000000000000}"/>
          </ac:spMkLst>
        </pc:spChg>
        <pc:spChg chg="mod">
          <ac:chgData name="Ogburn, Sarah E" userId="c40d2df0-46c9-4be9-b5a6-5c158e399904" providerId="ADAL" clId="{32CAC46E-6015-4B4E-B552-5C7076BA4DBE}" dt="2024-06-14T00:06:49.784" v="1073"/>
          <ac:spMkLst>
            <pc:docMk/>
            <pc:sldMk cId="2480157372" sldId="371"/>
            <ac:spMk id="46089" creationId="{00000000-0000-0000-0000-000000000000}"/>
          </ac:spMkLst>
        </pc:spChg>
        <pc:spChg chg="mod">
          <ac:chgData name="Ogburn, Sarah E" userId="c40d2df0-46c9-4be9-b5a6-5c158e399904" providerId="ADAL" clId="{32CAC46E-6015-4B4E-B552-5C7076BA4DBE}" dt="2024-06-14T00:06:49.784" v="1073"/>
          <ac:spMkLst>
            <pc:docMk/>
            <pc:sldMk cId="2480157372" sldId="371"/>
            <ac:spMk id="46090" creationId="{00000000-0000-0000-0000-000000000000}"/>
          </ac:spMkLst>
        </pc:spChg>
        <pc:spChg chg="mod">
          <ac:chgData name="Ogburn, Sarah E" userId="c40d2df0-46c9-4be9-b5a6-5c158e399904" providerId="ADAL" clId="{32CAC46E-6015-4B4E-B552-5C7076BA4DBE}" dt="2024-06-14T00:06:49.784" v="1073"/>
          <ac:spMkLst>
            <pc:docMk/>
            <pc:sldMk cId="2480157372" sldId="371"/>
            <ac:spMk id="46091" creationId="{00000000-0000-0000-0000-000000000000}"/>
          </ac:spMkLst>
        </pc:spChg>
        <pc:picChg chg="mod">
          <ac:chgData name="Ogburn, Sarah E" userId="c40d2df0-46c9-4be9-b5a6-5c158e399904" providerId="ADAL" clId="{32CAC46E-6015-4B4E-B552-5C7076BA4DBE}" dt="2024-06-14T00:06:49.784" v="1073"/>
          <ac:picMkLst>
            <pc:docMk/>
            <pc:sldMk cId="2480157372" sldId="371"/>
            <ac:picMk id="13" creationId="{00000000-0000-0000-0000-000000000000}"/>
          </ac:picMkLst>
        </pc:picChg>
        <pc:picChg chg="mod">
          <ac:chgData name="Ogburn, Sarah E" userId="c40d2df0-46c9-4be9-b5a6-5c158e399904" providerId="ADAL" clId="{32CAC46E-6015-4B4E-B552-5C7076BA4DBE}" dt="2024-06-14T00:06:49.784" v="1073"/>
          <ac:picMkLst>
            <pc:docMk/>
            <pc:sldMk cId="2480157372" sldId="371"/>
            <ac:picMk id="46082" creationId="{00000000-0000-0000-0000-000000000000}"/>
          </ac:picMkLst>
        </pc:picChg>
      </pc:sldChg>
      <pc:sldChg chg="del">
        <pc:chgData name="Ogburn, Sarah E" userId="c40d2df0-46c9-4be9-b5a6-5c158e399904" providerId="ADAL" clId="{32CAC46E-6015-4B4E-B552-5C7076BA4DBE}" dt="2024-06-11T17:17:43.969" v="1035" actId="2696"/>
        <pc:sldMkLst>
          <pc:docMk/>
          <pc:sldMk cId="556231205" sldId="372"/>
        </pc:sldMkLst>
      </pc:sldChg>
      <pc:sldChg chg="del">
        <pc:chgData name="Ogburn, Sarah E" userId="c40d2df0-46c9-4be9-b5a6-5c158e399904" providerId="ADAL" clId="{32CAC46E-6015-4B4E-B552-5C7076BA4DBE}" dt="2024-05-23T17:09:34.587" v="0" actId="2696"/>
        <pc:sldMkLst>
          <pc:docMk/>
          <pc:sldMk cId="1353983728" sldId="373"/>
        </pc:sldMkLst>
      </pc:sldChg>
      <pc:sldChg chg="del">
        <pc:chgData name="Ogburn, Sarah E" userId="c40d2df0-46c9-4be9-b5a6-5c158e399904" providerId="ADAL" clId="{32CAC46E-6015-4B4E-B552-5C7076BA4DBE}" dt="2024-05-23T17:09:34.587" v="0" actId="2696"/>
        <pc:sldMkLst>
          <pc:docMk/>
          <pc:sldMk cId="3972130575" sldId="374"/>
        </pc:sldMkLst>
      </pc:sldChg>
      <pc:sldChg chg="addSp modSp mod">
        <pc:chgData name="Ogburn, Sarah E" userId="c40d2df0-46c9-4be9-b5a6-5c158e399904" providerId="ADAL" clId="{32CAC46E-6015-4B4E-B552-5C7076BA4DBE}" dt="2024-06-14T00:11:15.739" v="1174" actId="20577"/>
        <pc:sldMkLst>
          <pc:docMk/>
          <pc:sldMk cId="3785300182" sldId="376"/>
        </pc:sldMkLst>
        <pc:spChg chg="mod">
          <ac:chgData name="Ogburn, Sarah E" userId="c40d2df0-46c9-4be9-b5a6-5c158e399904" providerId="ADAL" clId="{32CAC46E-6015-4B4E-B552-5C7076BA4DBE}" dt="2024-06-14T00:08:42.261" v="1092"/>
          <ac:spMkLst>
            <pc:docMk/>
            <pc:sldMk cId="3785300182" sldId="376"/>
            <ac:spMk id="3" creationId="{A9F8AAA4-2315-E0B4-0E48-B5CB99887396}"/>
          </ac:spMkLst>
        </pc:spChg>
        <pc:spChg chg="mod">
          <ac:chgData name="Ogburn, Sarah E" userId="c40d2df0-46c9-4be9-b5a6-5c158e399904" providerId="ADAL" clId="{32CAC46E-6015-4B4E-B552-5C7076BA4DBE}" dt="2024-06-14T00:06:54.960" v="1074"/>
          <ac:spMkLst>
            <pc:docMk/>
            <pc:sldMk cId="3785300182" sldId="376"/>
            <ac:spMk id="5" creationId="{00000000-0000-0000-0000-000000000000}"/>
          </ac:spMkLst>
        </pc:spChg>
        <pc:spChg chg="mod">
          <ac:chgData name="Ogburn, Sarah E" userId="c40d2df0-46c9-4be9-b5a6-5c158e399904" providerId="ADAL" clId="{32CAC46E-6015-4B4E-B552-5C7076BA4DBE}" dt="2024-06-14T00:11:15.739" v="1174" actId="20577"/>
          <ac:spMkLst>
            <pc:docMk/>
            <pc:sldMk cId="3785300182" sldId="376"/>
            <ac:spMk id="6" creationId="{00000000-0000-0000-0000-000000000000}"/>
          </ac:spMkLst>
        </pc:spChg>
        <pc:spChg chg="mod">
          <ac:chgData name="Ogburn, Sarah E" userId="c40d2df0-46c9-4be9-b5a6-5c158e399904" providerId="ADAL" clId="{32CAC46E-6015-4B4E-B552-5C7076BA4DBE}" dt="2024-06-14T00:08:54.060" v="1096" actId="14100"/>
          <ac:spMkLst>
            <pc:docMk/>
            <pc:sldMk cId="3785300182" sldId="376"/>
            <ac:spMk id="7" creationId="{00000000-0000-0000-0000-000000000000}"/>
          </ac:spMkLst>
        </pc:spChg>
        <pc:grpChg chg="add mod">
          <ac:chgData name="Ogburn, Sarah E" userId="c40d2df0-46c9-4be9-b5a6-5c158e399904" providerId="ADAL" clId="{32CAC46E-6015-4B4E-B552-5C7076BA4DBE}" dt="2024-06-14T00:08:42.261" v="1092"/>
          <ac:grpSpMkLst>
            <pc:docMk/>
            <pc:sldMk cId="3785300182" sldId="376"/>
            <ac:grpSpMk id="2" creationId="{4C0EB0BA-917E-25A8-5A95-9321C7013F1E}"/>
          </ac:grpSpMkLst>
        </pc:grpChg>
        <pc:grpChg chg="mod">
          <ac:chgData name="Ogburn, Sarah E" userId="c40d2df0-46c9-4be9-b5a6-5c158e399904" providerId="ADAL" clId="{32CAC46E-6015-4B4E-B552-5C7076BA4DBE}" dt="2024-06-14T00:08:42.261" v="1092"/>
          <ac:grpSpMkLst>
            <pc:docMk/>
            <pc:sldMk cId="3785300182" sldId="376"/>
            <ac:grpSpMk id="4" creationId="{DF9AA705-8862-F201-C057-39402596BA52}"/>
          </ac:grpSpMkLst>
        </pc:grpChg>
        <pc:picChg chg="mod">
          <ac:chgData name="Ogburn, Sarah E" userId="c40d2df0-46c9-4be9-b5a6-5c158e399904" providerId="ADAL" clId="{32CAC46E-6015-4B4E-B552-5C7076BA4DBE}" dt="2024-06-14T00:08:42.261" v="1092"/>
          <ac:picMkLst>
            <pc:docMk/>
            <pc:sldMk cId="3785300182" sldId="376"/>
            <ac:picMk id="8" creationId="{DF669CF7-495E-4A00-42D1-846F1DDA6228}"/>
          </ac:picMkLst>
        </pc:picChg>
        <pc:picChg chg="mod">
          <ac:chgData name="Ogburn, Sarah E" userId="c40d2df0-46c9-4be9-b5a6-5c158e399904" providerId="ADAL" clId="{32CAC46E-6015-4B4E-B552-5C7076BA4DBE}" dt="2024-06-14T00:08:42.261" v="1092"/>
          <ac:picMkLst>
            <pc:docMk/>
            <pc:sldMk cId="3785300182" sldId="376"/>
            <ac:picMk id="9" creationId="{587DB399-947F-E3CC-4CE9-B78A703F4A02}"/>
          </ac:picMkLst>
        </pc:picChg>
        <pc:picChg chg="mod">
          <ac:chgData name="Ogburn, Sarah E" userId="c40d2df0-46c9-4be9-b5a6-5c158e399904" providerId="ADAL" clId="{32CAC46E-6015-4B4E-B552-5C7076BA4DBE}" dt="2024-06-14T00:08:42.261" v="1092"/>
          <ac:picMkLst>
            <pc:docMk/>
            <pc:sldMk cId="3785300182" sldId="376"/>
            <ac:picMk id="10" creationId="{73CA308F-21FC-13F6-75F3-C3599F97DB7C}"/>
          </ac:picMkLst>
        </pc:picChg>
      </pc:sldChg>
      <pc:sldChg chg="addSp delSp modSp mod delAnim">
        <pc:chgData name="Ogburn, Sarah E" userId="c40d2df0-46c9-4be9-b5a6-5c158e399904" providerId="ADAL" clId="{32CAC46E-6015-4B4E-B552-5C7076BA4DBE}" dt="2024-06-14T00:44:45.699" v="1774" actId="14100"/>
        <pc:sldMkLst>
          <pc:docMk/>
          <pc:sldMk cId="3102327588" sldId="377"/>
        </pc:sldMkLst>
        <pc:spChg chg="mod">
          <ac:chgData name="Ogburn, Sarah E" userId="c40d2df0-46c9-4be9-b5a6-5c158e399904" providerId="ADAL" clId="{32CAC46E-6015-4B4E-B552-5C7076BA4DBE}" dt="2024-06-14T00:13:10.895" v="1229"/>
          <ac:spMkLst>
            <pc:docMk/>
            <pc:sldMk cId="3102327588" sldId="377"/>
            <ac:spMk id="3" creationId="{B8F3EA9E-AB3B-9A32-7D55-C6EA59857FDE}"/>
          </ac:spMkLst>
        </pc:spChg>
        <pc:spChg chg="mod">
          <ac:chgData name="Ogburn, Sarah E" userId="c40d2df0-46c9-4be9-b5a6-5c158e399904" providerId="ADAL" clId="{32CAC46E-6015-4B4E-B552-5C7076BA4DBE}" dt="2024-06-14T00:44:45.699" v="1774" actId="14100"/>
          <ac:spMkLst>
            <pc:docMk/>
            <pc:sldMk cId="3102327588" sldId="377"/>
            <ac:spMk id="4" creationId="{00000000-0000-0000-0000-000000000000}"/>
          </ac:spMkLst>
        </pc:spChg>
        <pc:spChg chg="del mod topLvl">
          <ac:chgData name="Ogburn, Sarah E" userId="c40d2df0-46c9-4be9-b5a6-5c158e399904" providerId="ADAL" clId="{32CAC46E-6015-4B4E-B552-5C7076BA4DBE}" dt="2024-06-05T23:58:32.130" v="498" actId="478"/>
          <ac:spMkLst>
            <pc:docMk/>
            <pc:sldMk cId="3102327588" sldId="377"/>
            <ac:spMk id="5" creationId="{00000000-0000-0000-0000-000000000000}"/>
          </ac:spMkLst>
        </pc:spChg>
        <pc:spChg chg="del mod topLvl">
          <ac:chgData name="Ogburn, Sarah E" userId="c40d2df0-46c9-4be9-b5a6-5c158e399904" providerId="ADAL" clId="{32CAC46E-6015-4B4E-B552-5C7076BA4DBE}" dt="2024-06-05T23:58:33.167" v="499" actId="478"/>
          <ac:spMkLst>
            <pc:docMk/>
            <pc:sldMk cId="3102327588" sldId="377"/>
            <ac:spMk id="8" creationId="{00000000-0000-0000-0000-000000000000}"/>
          </ac:spMkLst>
        </pc:spChg>
        <pc:grpChg chg="add mod">
          <ac:chgData name="Ogburn, Sarah E" userId="c40d2df0-46c9-4be9-b5a6-5c158e399904" providerId="ADAL" clId="{32CAC46E-6015-4B4E-B552-5C7076BA4DBE}" dt="2024-06-14T00:13:10.895" v="1229"/>
          <ac:grpSpMkLst>
            <pc:docMk/>
            <pc:sldMk cId="3102327588" sldId="377"/>
            <ac:grpSpMk id="2" creationId="{756C7459-7D00-5CCB-FB5A-85067C8CD2B1}"/>
          </ac:grpSpMkLst>
        </pc:grpChg>
        <pc:grpChg chg="mod">
          <ac:chgData name="Ogburn, Sarah E" userId="c40d2df0-46c9-4be9-b5a6-5c158e399904" providerId="ADAL" clId="{32CAC46E-6015-4B4E-B552-5C7076BA4DBE}" dt="2024-06-14T00:13:10.895" v="1229"/>
          <ac:grpSpMkLst>
            <pc:docMk/>
            <pc:sldMk cId="3102327588" sldId="377"/>
            <ac:grpSpMk id="5" creationId="{64661031-F591-F916-3C72-2EA047B28C72}"/>
          </ac:grpSpMkLst>
        </pc:grpChg>
        <pc:grpChg chg="del mod">
          <ac:chgData name="Ogburn, Sarah E" userId="c40d2df0-46c9-4be9-b5a6-5c158e399904" providerId="ADAL" clId="{32CAC46E-6015-4B4E-B552-5C7076BA4DBE}" dt="2024-06-05T23:58:32.130" v="498" actId="478"/>
          <ac:grpSpMkLst>
            <pc:docMk/>
            <pc:sldMk cId="3102327588" sldId="377"/>
            <ac:grpSpMk id="7" creationId="{00000000-0000-0000-0000-000000000000}"/>
          </ac:grpSpMkLst>
        </pc:grpChg>
        <pc:picChg chg="del mod">
          <ac:chgData name="Ogburn, Sarah E" userId="c40d2df0-46c9-4be9-b5a6-5c158e399904" providerId="ADAL" clId="{32CAC46E-6015-4B4E-B552-5C7076BA4DBE}" dt="2024-06-05T23:58:30.306" v="497" actId="478"/>
          <ac:picMkLst>
            <pc:docMk/>
            <pc:sldMk cId="3102327588" sldId="377"/>
            <ac:picMk id="6" creationId="{00000000-0000-0000-0000-000000000000}"/>
          </ac:picMkLst>
        </pc:picChg>
        <pc:picChg chg="mod">
          <ac:chgData name="Ogburn, Sarah E" userId="c40d2df0-46c9-4be9-b5a6-5c158e399904" providerId="ADAL" clId="{32CAC46E-6015-4B4E-B552-5C7076BA4DBE}" dt="2024-06-14T00:13:10.895" v="1229"/>
          <ac:picMkLst>
            <pc:docMk/>
            <pc:sldMk cId="3102327588" sldId="377"/>
            <ac:picMk id="6" creationId="{1F53F6B3-6D7A-9449-A6A1-C2F3C3FCF32A}"/>
          </ac:picMkLst>
        </pc:picChg>
        <pc:picChg chg="mod">
          <ac:chgData name="Ogburn, Sarah E" userId="c40d2df0-46c9-4be9-b5a6-5c158e399904" providerId="ADAL" clId="{32CAC46E-6015-4B4E-B552-5C7076BA4DBE}" dt="2024-06-14T00:13:10.895" v="1229"/>
          <ac:picMkLst>
            <pc:docMk/>
            <pc:sldMk cId="3102327588" sldId="377"/>
            <ac:picMk id="7" creationId="{90A8C99D-4271-6ACC-042E-461B822B1FFC}"/>
          </ac:picMkLst>
        </pc:picChg>
        <pc:picChg chg="mod">
          <ac:chgData name="Ogburn, Sarah E" userId="c40d2df0-46c9-4be9-b5a6-5c158e399904" providerId="ADAL" clId="{32CAC46E-6015-4B4E-B552-5C7076BA4DBE}" dt="2024-06-14T00:13:10.895" v="1229"/>
          <ac:picMkLst>
            <pc:docMk/>
            <pc:sldMk cId="3102327588" sldId="377"/>
            <ac:picMk id="8" creationId="{D9C436F0-03CD-38F1-0CFC-D09AD6113A32}"/>
          </ac:picMkLst>
        </pc:picChg>
        <pc:picChg chg="mod">
          <ac:chgData name="Ogburn, Sarah E" userId="c40d2df0-46c9-4be9-b5a6-5c158e399904" providerId="ADAL" clId="{32CAC46E-6015-4B4E-B552-5C7076BA4DBE}" dt="2024-06-14T00:44:43.435" v="1773" actId="1076"/>
          <ac:picMkLst>
            <pc:docMk/>
            <pc:sldMk cId="3102327588" sldId="377"/>
            <ac:picMk id="53250" creationId="{00000000-0000-0000-0000-000000000000}"/>
          </ac:picMkLst>
        </pc:picChg>
      </pc:sldChg>
      <pc:sldChg chg="addSp modSp mod">
        <pc:chgData name="Ogburn, Sarah E" userId="c40d2df0-46c9-4be9-b5a6-5c158e399904" providerId="ADAL" clId="{32CAC46E-6015-4B4E-B552-5C7076BA4DBE}" dt="2024-06-14T00:24:29.709" v="1375" actId="1076"/>
        <pc:sldMkLst>
          <pc:docMk/>
          <pc:sldMk cId="37286995" sldId="378"/>
        </pc:sldMkLst>
        <pc:spChg chg="mod">
          <ac:chgData name="Ogburn, Sarah E" userId="c40d2df0-46c9-4be9-b5a6-5c158e399904" providerId="ADAL" clId="{32CAC46E-6015-4B4E-B552-5C7076BA4DBE}" dt="2024-06-14T00:24:23.284" v="1373" actId="1076"/>
          <ac:spMkLst>
            <pc:docMk/>
            <pc:sldMk cId="37286995" sldId="378"/>
            <ac:spMk id="2" creationId="{00000000-0000-0000-0000-000000000000}"/>
          </ac:spMkLst>
        </pc:spChg>
        <pc:spChg chg="mod">
          <ac:chgData name="Ogburn, Sarah E" userId="c40d2df0-46c9-4be9-b5a6-5c158e399904" providerId="ADAL" clId="{32CAC46E-6015-4B4E-B552-5C7076BA4DBE}" dt="2024-06-14T00:24:20.634" v="1372" actId="14100"/>
          <ac:spMkLst>
            <pc:docMk/>
            <pc:sldMk cId="37286995" sldId="378"/>
            <ac:spMk id="3" creationId="{00000000-0000-0000-0000-000000000000}"/>
          </ac:spMkLst>
        </pc:spChg>
        <pc:spChg chg="mod">
          <ac:chgData name="Ogburn, Sarah E" userId="c40d2df0-46c9-4be9-b5a6-5c158e399904" providerId="ADAL" clId="{32CAC46E-6015-4B4E-B552-5C7076BA4DBE}" dt="2024-06-14T00:13:13.885" v="1230"/>
          <ac:spMkLst>
            <pc:docMk/>
            <pc:sldMk cId="37286995" sldId="378"/>
            <ac:spMk id="6" creationId="{D3E3D2AF-C523-C03B-7B96-4B6240023DA2}"/>
          </ac:spMkLst>
        </pc:spChg>
        <pc:grpChg chg="add mod">
          <ac:chgData name="Ogburn, Sarah E" userId="c40d2df0-46c9-4be9-b5a6-5c158e399904" providerId="ADAL" clId="{32CAC46E-6015-4B4E-B552-5C7076BA4DBE}" dt="2024-06-14T00:13:13.885" v="1230"/>
          <ac:grpSpMkLst>
            <pc:docMk/>
            <pc:sldMk cId="37286995" sldId="378"/>
            <ac:grpSpMk id="4" creationId="{F0C325D1-1F02-2F17-6570-173F4D66E2F0}"/>
          </ac:grpSpMkLst>
        </pc:grpChg>
        <pc:grpChg chg="mod">
          <ac:chgData name="Ogburn, Sarah E" userId="c40d2df0-46c9-4be9-b5a6-5c158e399904" providerId="ADAL" clId="{32CAC46E-6015-4B4E-B552-5C7076BA4DBE}" dt="2024-06-14T00:13:13.885" v="1230"/>
          <ac:grpSpMkLst>
            <pc:docMk/>
            <pc:sldMk cId="37286995" sldId="378"/>
            <ac:grpSpMk id="7" creationId="{07DE4A88-1713-0B2F-AD84-E2FF0FF5A348}"/>
          </ac:grpSpMkLst>
        </pc:grpChg>
        <pc:picChg chg="mod">
          <ac:chgData name="Ogburn, Sarah E" userId="c40d2df0-46c9-4be9-b5a6-5c158e399904" providerId="ADAL" clId="{32CAC46E-6015-4B4E-B552-5C7076BA4DBE}" dt="2024-06-14T00:24:29.709" v="1375" actId="1076"/>
          <ac:picMkLst>
            <pc:docMk/>
            <pc:sldMk cId="37286995" sldId="378"/>
            <ac:picMk id="5" creationId="{00000000-0000-0000-0000-000000000000}"/>
          </ac:picMkLst>
        </pc:picChg>
        <pc:picChg chg="mod">
          <ac:chgData name="Ogburn, Sarah E" userId="c40d2df0-46c9-4be9-b5a6-5c158e399904" providerId="ADAL" clId="{32CAC46E-6015-4B4E-B552-5C7076BA4DBE}" dt="2024-06-14T00:13:13.885" v="1230"/>
          <ac:picMkLst>
            <pc:docMk/>
            <pc:sldMk cId="37286995" sldId="378"/>
            <ac:picMk id="8" creationId="{04749841-D932-18E4-29F2-6C9BD3EDA1C7}"/>
          </ac:picMkLst>
        </pc:picChg>
        <pc:picChg chg="mod">
          <ac:chgData name="Ogburn, Sarah E" userId="c40d2df0-46c9-4be9-b5a6-5c158e399904" providerId="ADAL" clId="{32CAC46E-6015-4B4E-B552-5C7076BA4DBE}" dt="2024-06-14T00:13:13.885" v="1230"/>
          <ac:picMkLst>
            <pc:docMk/>
            <pc:sldMk cId="37286995" sldId="378"/>
            <ac:picMk id="9" creationId="{8947A271-6A3B-6E03-E1C5-D63A0D9755C0}"/>
          </ac:picMkLst>
        </pc:picChg>
        <pc:picChg chg="mod">
          <ac:chgData name="Ogburn, Sarah E" userId="c40d2df0-46c9-4be9-b5a6-5c158e399904" providerId="ADAL" clId="{32CAC46E-6015-4B4E-B552-5C7076BA4DBE}" dt="2024-06-14T00:13:13.885" v="1230"/>
          <ac:picMkLst>
            <pc:docMk/>
            <pc:sldMk cId="37286995" sldId="378"/>
            <ac:picMk id="10" creationId="{DADAB9E8-F0FB-DB79-51CC-048AACF6C205}"/>
          </ac:picMkLst>
        </pc:picChg>
      </pc:sldChg>
      <pc:sldChg chg="addSp modSp mod">
        <pc:chgData name="Ogburn, Sarah E" userId="c40d2df0-46c9-4be9-b5a6-5c158e399904" providerId="ADAL" clId="{32CAC46E-6015-4B4E-B552-5C7076BA4DBE}" dt="2024-06-14T20:13:45.982" v="2249" actId="20577"/>
        <pc:sldMkLst>
          <pc:docMk/>
          <pc:sldMk cId="3851909705" sldId="379"/>
        </pc:sldMkLst>
        <pc:spChg chg="mod">
          <ac:chgData name="Ogburn, Sarah E" userId="c40d2df0-46c9-4be9-b5a6-5c158e399904" providerId="ADAL" clId="{32CAC46E-6015-4B4E-B552-5C7076BA4DBE}" dt="2024-06-14T00:25:58.962" v="1404" actId="113"/>
          <ac:spMkLst>
            <pc:docMk/>
            <pc:sldMk cId="3851909705" sldId="379"/>
            <ac:spMk id="2" creationId="{00000000-0000-0000-0000-000000000000}"/>
          </ac:spMkLst>
        </pc:spChg>
        <pc:spChg chg="mod">
          <ac:chgData name="Ogburn, Sarah E" userId="c40d2df0-46c9-4be9-b5a6-5c158e399904" providerId="ADAL" clId="{32CAC46E-6015-4B4E-B552-5C7076BA4DBE}" dt="2024-06-14T20:13:45.982" v="2249" actId="20577"/>
          <ac:spMkLst>
            <pc:docMk/>
            <pc:sldMk cId="3851909705" sldId="379"/>
            <ac:spMk id="4" creationId="{00000000-0000-0000-0000-000000000000}"/>
          </ac:spMkLst>
        </pc:spChg>
        <pc:spChg chg="mod">
          <ac:chgData name="Ogburn, Sarah E" userId="c40d2df0-46c9-4be9-b5a6-5c158e399904" providerId="ADAL" clId="{32CAC46E-6015-4B4E-B552-5C7076BA4DBE}" dt="2024-06-14T00:06:49.784" v="1073"/>
          <ac:spMkLst>
            <pc:docMk/>
            <pc:sldMk cId="3851909705" sldId="379"/>
            <ac:spMk id="5" creationId="{00000000-0000-0000-0000-000000000000}"/>
          </ac:spMkLst>
        </pc:spChg>
        <pc:spChg chg="mod">
          <ac:chgData name="Ogburn, Sarah E" userId="c40d2df0-46c9-4be9-b5a6-5c158e399904" providerId="ADAL" clId="{32CAC46E-6015-4B4E-B552-5C7076BA4DBE}" dt="2024-06-14T00:13:20.265" v="1233"/>
          <ac:spMkLst>
            <pc:docMk/>
            <pc:sldMk cId="3851909705" sldId="379"/>
            <ac:spMk id="6" creationId="{60C63D5E-FB24-110E-D9BF-2E388636AEC5}"/>
          </ac:spMkLst>
        </pc:spChg>
        <pc:spChg chg="mod">
          <ac:chgData name="Ogburn, Sarah E" userId="c40d2df0-46c9-4be9-b5a6-5c158e399904" providerId="ADAL" clId="{32CAC46E-6015-4B4E-B552-5C7076BA4DBE}" dt="2024-06-14T00:06:49.784" v="1073"/>
          <ac:spMkLst>
            <pc:docMk/>
            <pc:sldMk cId="3851909705" sldId="379"/>
            <ac:spMk id="24578" creationId="{00000000-0000-0000-0000-000000000000}"/>
          </ac:spMkLst>
        </pc:spChg>
        <pc:spChg chg="mod">
          <ac:chgData name="Ogburn, Sarah E" userId="c40d2df0-46c9-4be9-b5a6-5c158e399904" providerId="ADAL" clId="{32CAC46E-6015-4B4E-B552-5C7076BA4DBE}" dt="2024-06-14T20:13:27.159" v="2247" actId="404"/>
          <ac:spMkLst>
            <pc:docMk/>
            <pc:sldMk cId="3851909705" sldId="379"/>
            <ac:spMk id="24580" creationId="{00000000-0000-0000-0000-000000000000}"/>
          </ac:spMkLst>
        </pc:spChg>
        <pc:spChg chg="mod">
          <ac:chgData name="Ogburn, Sarah E" userId="c40d2df0-46c9-4be9-b5a6-5c158e399904" providerId="ADAL" clId="{32CAC46E-6015-4B4E-B552-5C7076BA4DBE}" dt="2024-06-14T00:06:49.784" v="1073"/>
          <ac:spMkLst>
            <pc:docMk/>
            <pc:sldMk cId="3851909705" sldId="379"/>
            <ac:spMk id="24581" creationId="{00000000-0000-0000-0000-000000000000}"/>
          </ac:spMkLst>
        </pc:spChg>
        <pc:spChg chg="mod">
          <ac:chgData name="Ogburn, Sarah E" userId="c40d2df0-46c9-4be9-b5a6-5c158e399904" providerId="ADAL" clId="{32CAC46E-6015-4B4E-B552-5C7076BA4DBE}" dt="2024-06-14T20:13:03.499" v="2243" actId="14100"/>
          <ac:spMkLst>
            <pc:docMk/>
            <pc:sldMk cId="3851909705" sldId="379"/>
            <ac:spMk id="24582" creationId="{00000000-0000-0000-0000-000000000000}"/>
          </ac:spMkLst>
        </pc:spChg>
        <pc:spChg chg="mod">
          <ac:chgData name="Ogburn, Sarah E" userId="c40d2df0-46c9-4be9-b5a6-5c158e399904" providerId="ADAL" clId="{32CAC46E-6015-4B4E-B552-5C7076BA4DBE}" dt="2024-06-14T20:13:38.527" v="2248" actId="14100"/>
          <ac:spMkLst>
            <pc:docMk/>
            <pc:sldMk cId="3851909705" sldId="379"/>
            <ac:spMk id="24583" creationId="{00000000-0000-0000-0000-000000000000}"/>
          </ac:spMkLst>
        </pc:spChg>
        <pc:spChg chg="mod">
          <ac:chgData name="Ogburn, Sarah E" userId="c40d2df0-46c9-4be9-b5a6-5c158e399904" providerId="ADAL" clId="{32CAC46E-6015-4B4E-B552-5C7076BA4DBE}" dt="2024-06-14T00:06:49.784" v="1073"/>
          <ac:spMkLst>
            <pc:docMk/>
            <pc:sldMk cId="3851909705" sldId="379"/>
            <ac:spMk id="24584" creationId="{00000000-0000-0000-0000-000000000000}"/>
          </ac:spMkLst>
        </pc:spChg>
        <pc:grpChg chg="add mod">
          <ac:chgData name="Ogburn, Sarah E" userId="c40d2df0-46c9-4be9-b5a6-5c158e399904" providerId="ADAL" clId="{32CAC46E-6015-4B4E-B552-5C7076BA4DBE}" dt="2024-06-14T00:13:20.265" v="1233"/>
          <ac:grpSpMkLst>
            <pc:docMk/>
            <pc:sldMk cId="3851909705" sldId="379"/>
            <ac:grpSpMk id="3" creationId="{238DB7B7-292E-0CEF-5677-507AD43981C1}"/>
          </ac:grpSpMkLst>
        </pc:grpChg>
        <pc:grpChg chg="mod">
          <ac:chgData name="Ogburn, Sarah E" userId="c40d2df0-46c9-4be9-b5a6-5c158e399904" providerId="ADAL" clId="{32CAC46E-6015-4B4E-B552-5C7076BA4DBE}" dt="2024-06-14T00:13:20.265" v="1233"/>
          <ac:grpSpMkLst>
            <pc:docMk/>
            <pc:sldMk cId="3851909705" sldId="379"/>
            <ac:grpSpMk id="7" creationId="{B45A09C4-E3C4-2B0D-E622-8E2321D0E1F4}"/>
          </ac:grpSpMkLst>
        </pc:grpChg>
        <pc:picChg chg="mod">
          <ac:chgData name="Ogburn, Sarah E" userId="c40d2df0-46c9-4be9-b5a6-5c158e399904" providerId="ADAL" clId="{32CAC46E-6015-4B4E-B552-5C7076BA4DBE}" dt="2024-06-14T00:13:20.265" v="1233"/>
          <ac:picMkLst>
            <pc:docMk/>
            <pc:sldMk cId="3851909705" sldId="379"/>
            <ac:picMk id="8" creationId="{C8DBF3DA-C6DD-9E5A-7659-BA7592B98CD7}"/>
          </ac:picMkLst>
        </pc:picChg>
        <pc:picChg chg="mod">
          <ac:chgData name="Ogburn, Sarah E" userId="c40d2df0-46c9-4be9-b5a6-5c158e399904" providerId="ADAL" clId="{32CAC46E-6015-4B4E-B552-5C7076BA4DBE}" dt="2024-06-14T00:13:20.265" v="1233"/>
          <ac:picMkLst>
            <pc:docMk/>
            <pc:sldMk cId="3851909705" sldId="379"/>
            <ac:picMk id="9" creationId="{D6E2EFB4-5670-3BFB-0E09-F83E9AC68BB1}"/>
          </ac:picMkLst>
        </pc:picChg>
        <pc:picChg chg="mod">
          <ac:chgData name="Ogburn, Sarah E" userId="c40d2df0-46c9-4be9-b5a6-5c158e399904" providerId="ADAL" clId="{32CAC46E-6015-4B4E-B552-5C7076BA4DBE}" dt="2024-06-14T00:13:20.265" v="1233"/>
          <ac:picMkLst>
            <pc:docMk/>
            <pc:sldMk cId="3851909705" sldId="379"/>
            <ac:picMk id="10" creationId="{E8E2311B-4FF2-F035-B9EA-C282AB189B87}"/>
          </ac:picMkLst>
        </pc:picChg>
        <pc:picChg chg="mod">
          <ac:chgData name="Ogburn, Sarah E" userId="c40d2df0-46c9-4be9-b5a6-5c158e399904" providerId="ADAL" clId="{32CAC46E-6015-4B4E-B552-5C7076BA4DBE}" dt="2024-06-14T00:06:49.784" v="1073"/>
          <ac:picMkLst>
            <pc:docMk/>
            <pc:sldMk cId="3851909705" sldId="379"/>
            <ac:picMk id="24579" creationId="{00000000-0000-0000-0000-000000000000}"/>
          </ac:picMkLst>
        </pc:picChg>
      </pc:sldChg>
      <pc:sldChg chg="addSp modSp mod">
        <pc:chgData name="Ogburn, Sarah E" userId="c40d2df0-46c9-4be9-b5a6-5c158e399904" providerId="ADAL" clId="{32CAC46E-6015-4B4E-B552-5C7076BA4DBE}" dt="2024-06-14T00:28:19.079" v="1431" actId="1076"/>
        <pc:sldMkLst>
          <pc:docMk/>
          <pc:sldMk cId="3195781401" sldId="380"/>
        </pc:sldMkLst>
        <pc:spChg chg="mod">
          <ac:chgData name="Ogburn, Sarah E" userId="c40d2df0-46c9-4be9-b5a6-5c158e399904" providerId="ADAL" clId="{32CAC46E-6015-4B4E-B552-5C7076BA4DBE}" dt="2024-06-14T00:28:15.224" v="1430" actId="1076"/>
          <ac:spMkLst>
            <pc:docMk/>
            <pc:sldMk cId="3195781401" sldId="380"/>
            <ac:spMk id="2" creationId="{00000000-0000-0000-0000-000000000000}"/>
          </ac:spMkLst>
        </pc:spChg>
        <pc:spChg chg="mod">
          <ac:chgData name="Ogburn, Sarah E" userId="c40d2df0-46c9-4be9-b5a6-5c158e399904" providerId="ADAL" clId="{32CAC46E-6015-4B4E-B552-5C7076BA4DBE}" dt="2024-06-14T00:28:19.079" v="1431" actId="1076"/>
          <ac:spMkLst>
            <pc:docMk/>
            <pc:sldMk cId="3195781401" sldId="380"/>
            <ac:spMk id="3" creationId="{00000000-0000-0000-0000-000000000000}"/>
          </ac:spMkLst>
        </pc:spChg>
        <pc:spChg chg="mod">
          <ac:chgData name="Ogburn, Sarah E" userId="c40d2df0-46c9-4be9-b5a6-5c158e399904" providerId="ADAL" clId="{32CAC46E-6015-4B4E-B552-5C7076BA4DBE}" dt="2024-06-14T00:06:49.784" v="1073"/>
          <ac:spMkLst>
            <pc:docMk/>
            <pc:sldMk cId="3195781401" sldId="380"/>
            <ac:spMk id="4" creationId="{00000000-0000-0000-0000-000000000000}"/>
          </ac:spMkLst>
        </pc:spChg>
        <pc:spChg chg="mod">
          <ac:chgData name="Ogburn, Sarah E" userId="c40d2df0-46c9-4be9-b5a6-5c158e399904" providerId="ADAL" clId="{32CAC46E-6015-4B4E-B552-5C7076BA4DBE}" dt="2024-06-14T00:14:43.545" v="1257"/>
          <ac:spMkLst>
            <pc:docMk/>
            <pc:sldMk cId="3195781401" sldId="380"/>
            <ac:spMk id="7" creationId="{14E7DDB2-054E-A889-4C65-13D771D1701D}"/>
          </ac:spMkLst>
        </pc:spChg>
        <pc:grpChg chg="add mod">
          <ac:chgData name="Ogburn, Sarah E" userId="c40d2df0-46c9-4be9-b5a6-5c158e399904" providerId="ADAL" clId="{32CAC46E-6015-4B4E-B552-5C7076BA4DBE}" dt="2024-06-14T00:14:43.545" v="1257"/>
          <ac:grpSpMkLst>
            <pc:docMk/>
            <pc:sldMk cId="3195781401" sldId="380"/>
            <ac:grpSpMk id="6" creationId="{39393931-F1F0-3CC7-426E-392EBDD8718D}"/>
          </ac:grpSpMkLst>
        </pc:grpChg>
        <pc:grpChg chg="mod">
          <ac:chgData name="Ogburn, Sarah E" userId="c40d2df0-46c9-4be9-b5a6-5c158e399904" providerId="ADAL" clId="{32CAC46E-6015-4B4E-B552-5C7076BA4DBE}" dt="2024-06-14T00:14:43.545" v="1257"/>
          <ac:grpSpMkLst>
            <pc:docMk/>
            <pc:sldMk cId="3195781401" sldId="380"/>
            <ac:grpSpMk id="8" creationId="{1FB4981D-8E3F-D245-8BA5-8ADB1F6C5873}"/>
          </ac:grpSpMkLst>
        </pc:grpChg>
        <pc:picChg chg="mod ord">
          <ac:chgData name="Ogburn, Sarah E" userId="c40d2df0-46c9-4be9-b5a6-5c158e399904" providerId="ADAL" clId="{32CAC46E-6015-4B4E-B552-5C7076BA4DBE}" dt="2024-06-14T00:14:58.520" v="1263" actId="1076"/>
          <ac:picMkLst>
            <pc:docMk/>
            <pc:sldMk cId="3195781401" sldId="380"/>
            <ac:picMk id="5" creationId="{00000000-0000-0000-0000-000000000000}"/>
          </ac:picMkLst>
        </pc:picChg>
        <pc:picChg chg="mod">
          <ac:chgData name="Ogburn, Sarah E" userId="c40d2df0-46c9-4be9-b5a6-5c158e399904" providerId="ADAL" clId="{32CAC46E-6015-4B4E-B552-5C7076BA4DBE}" dt="2024-06-14T00:14:43.545" v="1257"/>
          <ac:picMkLst>
            <pc:docMk/>
            <pc:sldMk cId="3195781401" sldId="380"/>
            <ac:picMk id="9" creationId="{26E72543-F438-8746-6FE2-86AE6FB02C61}"/>
          </ac:picMkLst>
        </pc:picChg>
        <pc:picChg chg="mod">
          <ac:chgData name="Ogburn, Sarah E" userId="c40d2df0-46c9-4be9-b5a6-5c158e399904" providerId="ADAL" clId="{32CAC46E-6015-4B4E-B552-5C7076BA4DBE}" dt="2024-06-14T00:14:43.545" v="1257"/>
          <ac:picMkLst>
            <pc:docMk/>
            <pc:sldMk cId="3195781401" sldId="380"/>
            <ac:picMk id="10" creationId="{24AEB0B6-EE48-5372-FDB9-518C9816F5A0}"/>
          </ac:picMkLst>
        </pc:picChg>
        <pc:picChg chg="mod">
          <ac:chgData name="Ogburn, Sarah E" userId="c40d2df0-46c9-4be9-b5a6-5c158e399904" providerId="ADAL" clId="{32CAC46E-6015-4B4E-B552-5C7076BA4DBE}" dt="2024-06-14T00:14:43.545" v="1257"/>
          <ac:picMkLst>
            <pc:docMk/>
            <pc:sldMk cId="3195781401" sldId="380"/>
            <ac:picMk id="11" creationId="{F49E9BFE-4932-179B-53CA-FC5C7AF52A48}"/>
          </ac:picMkLst>
        </pc:picChg>
      </pc:sldChg>
      <pc:sldChg chg="addSp delSp modSp mod">
        <pc:chgData name="Ogburn, Sarah E" userId="c40d2df0-46c9-4be9-b5a6-5c158e399904" providerId="ADAL" clId="{32CAC46E-6015-4B4E-B552-5C7076BA4DBE}" dt="2024-06-14T00:30:08.722" v="1473" actId="1076"/>
        <pc:sldMkLst>
          <pc:docMk/>
          <pc:sldMk cId="3082189261" sldId="381"/>
        </pc:sldMkLst>
        <pc:spChg chg="del mod">
          <ac:chgData name="Ogburn, Sarah E" userId="c40d2df0-46c9-4be9-b5a6-5c158e399904" providerId="ADAL" clId="{32CAC46E-6015-4B4E-B552-5C7076BA4DBE}" dt="2024-06-14T00:29:53.331" v="1467" actId="478"/>
          <ac:spMkLst>
            <pc:docMk/>
            <pc:sldMk cId="3082189261" sldId="381"/>
            <ac:spMk id="2" creationId="{00000000-0000-0000-0000-000000000000}"/>
          </ac:spMkLst>
        </pc:spChg>
        <pc:spChg chg="mod">
          <ac:chgData name="Ogburn, Sarah E" userId="c40d2df0-46c9-4be9-b5a6-5c158e399904" providerId="ADAL" clId="{32CAC46E-6015-4B4E-B552-5C7076BA4DBE}" dt="2024-06-14T00:30:05.879" v="1472" actId="14100"/>
          <ac:spMkLst>
            <pc:docMk/>
            <pc:sldMk cId="3082189261" sldId="381"/>
            <ac:spMk id="3" creationId="{00000000-0000-0000-0000-000000000000}"/>
          </ac:spMkLst>
        </pc:spChg>
        <pc:spChg chg="mod">
          <ac:chgData name="Ogburn, Sarah E" userId="c40d2df0-46c9-4be9-b5a6-5c158e399904" providerId="ADAL" clId="{32CAC46E-6015-4B4E-B552-5C7076BA4DBE}" dt="2024-06-14T00:15:09.880" v="1267"/>
          <ac:spMkLst>
            <pc:docMk/>
            <pc:sldMk cId="3082189261" sldId="381"/>
            <ac:spMk id="6" creationId="{73657B8E-6F64-A577-C0D2-7898F2E1E1C2}"/>
          </ac:spMkLst>
        </pc:spChg>
        <pc:spChg chg="add del mod">
          <ac:chgData name="Ogburn, Sarah E" userId="c40d2df0-46c9-4be9-b5a6-5c158e399904" providerId="ADAL" clId="{32CAC46E-6015-4B4E-B552-5C7076BA4DBE}" dt="2024-06-14T00:29:55.085" v="1468" actId="478"/>
          <ac:spMkLst>
            <pc:docMk/>
            <pc:sldMk cId="3082189261" sldId="381"/>
            <ac:spMk id="12" creationId="{180C33EE-E3C5-FC88-AC5C-F102A17A7326}"/>
          </ac:spMkLst>
        </pc:spChg>
        <pc:spChg chg="add del">
          <ac:chgData name="Ogburn, Sarah E" userId="c40d2df0-46c9-4be9-b5a6-5c158e399904" providerId="ADAL" clId="{32CAC46E-6015-4B4E-B552-5C7076BA4DBE}" dt="2024-06-14T00:29:57.714" v="1470" actId="22"/>
          <ac:spMkLst>
            <pc:docMk/>
            <pc:sldMk cId="3082189261" sldId="381"/>
            <ac:spMk id="14" creationId="{884915B2-315E-E818-C8B2-2B2EB5596417}"/>
          </ac:spMkLst>
        </pc:spChg>
        <pc:spChg chg="add mod">
          <ac:chgData name="Ogburn, Sarah E" userId="c40d2df0-46c9-4be9-b5a6-5c158e399904" providerId="ADAL" clId="{32CAC46E-6015-4B4E-B552-5C7076BA4DBE}" dt="2024-06-14T00:30:02.457" v="1471"/>
          <ac:spMkLst>
            <pc:docMk/>
            <pc:sldMk cId="3082189261" sldId="381"/>
            <ac:spMk id="15" creationId="{F7CFA1FC-0A11-02A0-5B4F-50490E726ED8}"/>
          </ac:spMkLst>
        </pc:spChg>
        <pc:grpChg chg="add mod">
          <ac:chgData name="Ogburn, Sarah E" userId="c40d2df0-46c9-4be9-b5a6-5c158e399904" providerId="ADAL" clId="{32CAC46E-6015-4B4E-B552-5C7076BA4DBE}" dt="2024-06-14T00:15:09.880" v="1267"/>
          <ac:grpSpMkLst>
            <pc:docMk/>
            <pc:sldMk cId="3082189261" sldId="381"/>
            <ac:grpSpMk id="4" creationId="{2BC295AF-8C38-0116-2760-AC274EEE6722}"/>
          </ac:grpSpMkLst>
        </pc:grpChg>
        <pc:grpChg chg="mod">
          <ac:chgData name="Ogburn, Sarah E" userId="c40d2df0-46c9-4be9-b5a6-5c158e399904" providerId="ADAL" clId="{32CAC46E-6015-4B4E-B552-5C7076BA4DBE}" dt="2024-06-14T00:15:09.880" v="1267"/>
          <ac:grpSpMkLst>
            <pc:docMk/>
            <pc:sldMk cId="3082189261" sldId="381"/>
            <ac:grpSpMk id="7" creationId="{5C765101-2D53-C3CB-FE15-EE02EACE2CF8}"/>
          </ac:grpSpMkLst>
        </pc:grpChg>
        <pc:picChg chg="mod">
          <ac:chgData name="Ogburn, Sarah E" userId="c40d2df0-46c9-4be9-b5a6-5c158e399904" providerId="ADAL" clId="{32CAC46E-6015-4B4E-B552-5C7076BA4DBE}" dt="2024-06-14T00:30:08.722" v="1473" actId="1076"/>
          <ac:picMkLst>
            <pc:docMk/>
            <pc:sldMk cId="3082189261" sldId="381"/>
            <ac:picMk id="5" creationId="{00000000-0000-0000-0000-000000000000}"/>
          </ac:picMkLst>
        </pc:picChg>
        <pc:picChg chg="mod">
          <ac:chgData name="Ogburn, Sarah E" userId="c40d2df0-46c9-4be9-b5a6-5c158e399904" providerId="ADAL" clId="{32CAC46E-6015-4B4E-B552-5C7076BA4DBE}" dt="2024-06-14T00:15:09.880" v="1267"/>
          <ac:picMkLst>
            <pc:docMk/>
            <pc:sldMk cId="3082189261" sldId="381"/>
            <ac:picMk id="8" creationId="{513F031B-63EC-A38B-E7AF-4804D3714558}"/>
          </ac:picMkLst>
        </pc:picChg>
        <pc:picChg chg="mod">
          <ac:chgData name="Ogburn, Sarah E" userId="c40d2df0-46c9-4be9-b5a6-5c158e399904" providerId="ADAL" clId="{32CAC46E-6015-4B4E-B552-5C7076BA4DBE}" dt="2024-06-14T00:15:09.880" v="1267"/>
          <ac:picMkLst>
            <pc:docMk/>
            <pc:sldMk cId="3082189261" sldId="381"/>
            <ac:picMk id="9" creationId="{66F6F552-2A10-50E1-C326-9C663903DF8E}"/>
          </ac:picMkLst>
        </pc:picChg>
        <pc:picChg chg="mod">
          <ac:chgData name="Ogburn, Sarah E" userId="c40d2df0-46c9-4be9-b5a6-5c158e399904" providerId="ADAL" clId="{32CAC46E-6015-4B4E-B552-5C7076BA4DBE}" dt="2024-06-14T00:15:09.880" v="1267"/>
          <ac:picMkLst>
            <pc:docMk/>
            <pc:sldMk cId="3082189261" sldId="381"/>
            <ac:picMk id="10" creationId="{35686946-5AC9-E21B-A4F8-6DD92E729E36}"/>
          </ac:picMkLst>
        </pc:picChg>
      </pc:sldChg>
      <pc:sldChg chg="addSp modSp mod modAnim">
        <pc:chgData name="Ogburn, Sarah E" userId="c40d2df0-46c9-4be9-b5a6-5c158e399904" providerId="ADAL" clId="{32CAC46E-6015-4B4E-B552-5C7076BA4DBE}" dt="2024-06-14T20:15:59.341" v="2270"/>
        <pc:sldMkLst>
          <pc:docMk/>
          <pc:sldMk cId="32970044" sldId="382"/>
        </pc:sldMkLst>
        <pc:spChg chg="mod">
          <ac:chgData name="Ogburn, Sarah E" userId="c40d2df0-46c9-4be9-b5a6-5c158e399904" providerId="ADAL" clId="{32CAC46E-6015-4B4E-B552-5C7076BA4DBE}" dt="2024-06-14T00:15:12.193" v="1268"/>
          <ac:spMkLst>
            <pc:docMk/>
            <pc:sldMk cId="32970044" sldId="382"/>
            <ac:spMk id="3" creationId="{A889F2EC-CC53-ACED-816D-A0039C5C0CD0}"/>
          </ac:spMkLst>
        </pc:spChg>
        <pc:spChg chg="mod">
          <ac:chgData name="Ogburn, Sarah E" userId="c40d2df0-46c9-4be9-b5a6-5c158e399904" providerId="ADAL" clId="{32CAC46E-6015-4B4E-B552-5C7076BA4DBE}" dt="2024-06-14T20:15:20.139" v="2267" actId="1076"/>
          <ac:spMkLst>
            <pc:docMk/>
            <pc:sldMk cId="32970044" sldId="382"/>
            <ac:spMk id="41986" creationId="{00000000-0000-0000-0000-000000000000}"/>
          </ac:spMkLst>
        </pc:spChg>
        <pc:spChg chg="mod">
          <ac:chgData name="Ogburn, Sarah E" userId="c40d2df0-46c9-4be9-b5a6-5c158e399904" providerId="ADAL" clId="{32CAC46E-6015-4B4E-B552-5C7076BA4DBE}" dt="2024-06-14T20:15:20.139" v="2267" actId="1076"/>
          <ac:spMkLst>
            <pc:docMk/>
            <pc:sldMk cId="32970044" sldId="382"/>
            <ac:spMk id="41988" creationId="{00000000-0000-0000-0000-000000000000}"/>
          </ac:spMkLst>
        </pc:spChg>
        <pc:grpChg chg="add mod">
          <ac:chgData name="Ogburn, Sarah E" userId="c40d2df0-46c9-4be9-b5a6-5c158e399904" providerId="ADAL" clId="{32CAC46E-6015-4B4E-B552-5C7076BA4DBE}" dt="2024-06-14T00:15:12.193" v="1268"/>
          <ac:grpSpMkLst>
            <pc:docMk/>
            <pc:sldMk cId="32970044" sldId="382"/>
            <ac:grpSpMk id="2" creationId="{FB6F5FBE-C216-4884-B1CB-C0F9CC5AA69C}"/>
          </ac:grpSpMkLst>
        </pc:grpChg>
        <pc:grpChg chg="mod">
          <ac:chgData name="Ogburn, Sarah E" userId="c40d2df0-46c9-4be9-b5a6-5c158e399904" providerId="ADAL" clId="{32CAC46E-6015-4B4E-B552-5C7076BA4DBE}" dt="2024-06-14T00:15:12.193" v="1268"/>
          <ac:grpSpMkLst>
            <pc:docMk/>
            <pc:sldMk cId="32970044" sldId="382"/>
            <ac:grpSpMk id="4" creationId="{8EA61A62-F361-D373-73D1-C589AE4CBCA2}"/>
          </ac:grpSpMkLst>
        </pc:grpChg>
        <pc:picChg chg="mod">
          <ac:chgData name="Ogburn, Sarah E" userId="c40d2df0-46c9-4be9-b5a6-5c158e399904" providerId="ADAL" clId="{32CAC46E-6015-4B4E-B552-5C7076BA4DBE}" dt="2024-06-14T00:15:12.193" v="1268"/>
          <ac:picMkLst>
            <pc:docMk/>
            <pc:sldMk cId="32970044" sldId="382"/>
            <ac:picMk id="5" creationId="{AE8E4320-D93C-E7D5-A9B1-FD66B55A57BC}"/>
          </ac:picMkLst>
        </pc:picChg>
        <pc:picChg chg="mod">
          <ac:chgData name="Ogburn, Sarah E" userId="c40d2df0-46c9-4be9-b5a6-5c158e399904" providerId="ADAL" clId="{32CAC46E-6015-4B4E-B552-5C7076BA4DBE}" dt="2024-06-14T00:15:12.193" v="1268"/>
          <ac:picMkLst>
            <pc:docMk/>
            <pc:sldMk cId="32970044" sldId="382"/>
            <ac:picMk id="6" creationId="{91214DB0-4DEB-7FB4-F4D8-6981A31C3C6B}"/>
          </ac:picMkLst>
        </pc:picChg>
        <pc:picChg chg="mod">
          <ac:chgData name="Ogburn, Sarah E" userId="c40d2df0-46c9-4be9-b5a6-5c158e399904" providerId="ADAL" clId="{32CAC46E-6015-4B4E-B552-5C7076BA4DBE}" dt="2024-06-14T00:15:12.193" v="1268"/>
          <ac:picMkLst>
            <pc:docMk/>
            <pc:sldMk cId="32970044" sldId="382"/>
            <ac:picMk id="7" creationId="{12727B91-1223-6D1B-E9E2-578AA2B7D6A2}"/>
          </ac:picMkLst>
        </pc:picChg>
        <pc:picChg chg="add mod">
          <ac:chgData name="Ogburn, Sarah E" userId="c40d2df0-46c9-4be9-b5a6-5c158e399904" providerId="ADAL" clId="{32CAC46E-6015-4B4E-B552-5C7076BA4DBE}" dt="2024-06-14T20:15:51.321" v="2269" actId="1076"/>
          <ac:picMkLst>
            <pc:docMk/>
            <pc:sldMk cId="32970044" sldId="382"/>
            <ac:picMk id="8" creationId="{23DF0EF7-7E24-9E9D-B3C3-9CD6811D2629}"/>
          </ac:picMkLst>
        </pc:picChg>
        <pc:picChg chg="mod">
          <ac:chgData name="Ogburn, Sarah E" userId="c40d2df0-46c9-4be9-b5a6-5c158e399904" providerId="ADAL" clId="{32CAC46E-6015-4B4E-B552-5C7076BA4DBE}" dt="2024-06-14T20:15:20.139" v="2267" actId="1076"/>
          <ac:picMkLst>
            <pc:docMk/>
            <pc:sldMk cId="32970044" sldId="382"/>
            <ac:picMk id="41987" creationId="{00000000-0000-0000-0000-000000000000}"/>
          </ac:picMkLst>
        </pc:picChg>
        <pc:picChg chg="mod">
          <ac:chgData name="Ogburn, Sarah E" userId="c40d2df0-46c9-4be9-b5a6-5c158e399904" providerId="ADAL" clId="{32CAC46E-6015-4B4E-B552-5C7076BA4DBE}" dt="2024-06-14T20:15:20.139" v="2267" actId="1076"/>
          <ac:picMkLst>
            <pc:docMk/>
            <pc:sldMk cId="32970044" sldId="382"/>
            <ac:picMk id="41989" creationId="{00000000-0000-0000-0000-000000000000}"/>
          </ac:picMkLst>
        </pc:picChg>
      </pc:sldChg>
      <pc:sldChg chg="addSp delSp modSp mod">
        <pc:chgData name="Ogburn, Sarah E" userId="c40d2df0-46c9-4be9-b5a6-5c158e399904" providerId="ADAL" clId="{32CAC46E-6015-4B4E-B552-5C7076BA4DBE}" dt="2024-06-14T00:32:51.159" v="1563" actId="1076"/>
        <pc:sldMkLst>
          <pc:docMk/>
          <pc:sldMk cId="147500799" sldId="383"/>
        </pc:sldMkLst>
        <pc:spChg chg="del mod">
          <ac:chgData name="Ogburn, Sarah E" userId="c40d2df0-46c9-4be9-b5a6-5c158e399904" providerId="ADAL" clId="{32CAC46E-6015-4B4E-B552-5C7076BA4DBE}" dt="2024-06-14T00:31:17.567" v="1542" actId="478"/>
          <ac:spMkLst>
            <pc:docMk/>
            <pc:sldMk cId="147500799" sldId="383"/>
            <ac:spMk id="2" creationId="{00000000-0000-0000-0000-000000000000}"/>
          </ac:spMkLst>
        </pc:spChg>
        <pc:spChg chg="mod">
          <ac:chgData name="Ogburn, Sarah E" userId="c40d2df0-46c9-4be9-b5a6-5c158e399904" providerId="ADAL" clId="{32CAC46E-6015-4B4E-B552-5C7076BA4DBE}" dt="2024-06-14T00:32:51.159" v="1563" actId="1076"/>
          <ac:spMkLst>
            <pc:docMk/>
            <pc:sldMk cId="147500799" sldId="383"/>
            <ac:spMk id="3" creationId="{00000000-0000-0000-0000-000000000000}"/>
          </ac:spMkLst>
        </pc:spChg>
        <pc:spChg chg="mod">
          <ac:chgData name="Ogburn, Sarah E" userId="c40d2df0-46c9-4be9-b5a6-5c158e399904" providerId="ADAL" clId="{32CAC46E-6015-4B4E-B552-5C7076BA4DBE}" dt="2024-06-14T00:15:33.495" v="1277"/>
          <ac:spMkLst>
            <pc:docMk/>
            <pc:sldMk cId="147500799" sldId="383"/>
            <ac:spMk id="6" creationId="{E33E03D1-2E91-EF3E-DEA3-D87B8032D2B7}"/>
          </ac:spMkLst>
        </pc:spChg>
        <pc:spChg chg="mod">
          <ac:chgData name="Ogburn, Sarah E" userId="c40d2df0-46c9-4be9-b5a6-5c158e399904" providerId="ADAL" clId="{32CAC46E-6015-4B4E-B552-5C7076BA4DBE}" dt="2024-06-14T00:06:49.784" v="1073"/>
          <ac:spMkLst>
            <pc:docMk/>
            <pc:sldMk cId="147500799" sldId="383"/>
            <ac:spMk id="8" creationId="{00000000-0000-0000-0000-000000000000}"/>
          </ac:spMkLst>
        </pc:spChg>
        <pc:spChg chg="mod">
          <ac:chgData name="Ogburn, Sarah E" userId="c40d2df0-46c9-4be9-b5a6-5c158e399904" providerId="ADAL" clId="{32CAC46E-6015-4B4E-B552-5C7076BA4DBE}" dt="2024-06-14T00:06:49.784" v="1073"/>
          <ac:spMkLst>
            <pc:docMk/>
            <pc:sldMk cId="147500799" sldId="383"/>
            <ac:spMk id="10" creationId="{00000000-0000-0000-0000-000000000000}"/>
          </ac:spMkLst>
        </pc:spChg>
        <pc:spChg chg="mod">
          <ac:chgData name="Ogburn, Sarah E" userId="c40d2df0-46c9-4be9-b5a6-5c158e399904" providerId="ADAL" clId="{32CAC46E-6015-4B4E-B552-5C7076BA4DBE}" dt="2024-06-14T00:06:49.784" v="1073"/>
          <ac:spMkLst>
            <pc:docMk/>
            <pc:sldMk cId="147500799" sldId="383"/>
            <ac:spMk id="11" creationId="{00000000-0000-0000-0000-000000000000}"/>
          </ac:spMkLst>
        </pc:spChg>
        <pc:spChg chg="mod">
          <ac:chgData name="Ogburn, Sarah E" userId="c40d2df0-46c9-4be9-b5a6-5c158e399904" providerId="ADAL" clId="{32CAC46E-6015-4B4E-B552-5C7076BA4DBE}" dt="2024-06-14T00:06:49.784" v="1073"/>
          <ac:spMkLst>
            <pc:docMk/>
            <pc:sldMk cId="147500799" sldId="383"/>
            <ac:spMk id="13" creationId="{00000000-0000-0000-0000-000000000000}"/>
          </ac:spMkLst>
        </pc:spChg>
        <pc:spChg chg="mod">
          <ac:chgData name="Ogburn, Sarah E" userId="c40d2df0-46c9-4be9-b5a6-5c158e399904" providerId="ADAL" clId="{32CAC46E-6015-4B4E-B552-5C7076BA4DBE}" dt="2024-06-14T00:06:49.784" v="1073"/>
          <ac:spMkLst>
            <pc:docMk/>
            <pc:sldMk cId="147500799" sldId="383"/>
            <ac:spMk id="15" creationId="{00000000-0000-0000-0000-000000000000}"/>
          </ac:spMkLst>
        </pc:spChg>
        <pc:spChg chg="mod">
          <ac:chgData name="Ogburn, Sarah E" userId="c40d2df0-46c9-4be9-b5a6-5c158e399904" providerId="ADAL" clId="{32CAC46E-6015-4B4E-B552-5C7076BA4DBE}" dt="2024-06-14T00:06:49.784" v="1073"/>
          <ac:spMkLst>
            <pc:docMk/>
            <pc:sldMk cId="147500799" sldId="383"/>
            <ac:spMk id="16" creationId="{00000000-0000-0000-0000-000000000000}"/>
          </ac:spMkLst>
        </pc:spChg>
        <pc:spChg chg="add del mod">
          <ac:chgData name="Ogburn, Sarah E" userId="c40d2df0-46c9-4be9-b5a6-5c158e399904" providerId="ADAL" clId="{32CAC46E-6015-4B4E-B552-5C7076BA4DBE}" dt="2024-06-14T00:31:19.310" v="1543" actId="478"/>
          <ac:spMkLst>
            <pc:docMk/>
            <pc:sldMk cId="147500799" sldId="383"/>
            <ac:spMk id="19" creationId="{A2892832-D9B2-20FE-8B23-219B9FE431E9}"/>
          </ac:spMkLst>
        </pc:spChg>
        <pc:spChg chg="add mod">
          <ac:chgData name="Ogburn, Sarah E" userId="c40d2df0-46c9-4be9-b5a6-5c158e399904" providerId="ADAL" clId="{32CAC46E-6015-4B4E-B552-5C7076BA4DBE}" dt="2024-06-14T00:31:19.718" v="1544"/>
          <ac:spMkLst>
            <pc:docMk/>
            <pc:sldMk cId="147500799" sldId="383"/>
            <ac:spMk id="20" creationId="{FF771274-7904-4CB4-DDA6-C1CE1D20FCC1}"/>
          </ac:spMkLst>
        </pc:spChg>
        <pc:grpChg chg="add mod">
          <ac:chgData name="Ogburn, Sarah E" userId="c40d2df0-46c9-4be9-b5a6-5c158e399904" providerId="ADAL" clId="{32CAC46E-6015-4B4E-B552-5C7076BA4DBE}" dt="2024-06-14T00:15:33.495" v="1277"/>
          <ac:grpSpMkLst>
            <pc:docMk/>
            <pc:sldMk cId="147500799" sldId="383"/>
            <ac:grpSpMk id="5" creationId="{E7AE3878-B30E-5A86-5B27-E3EF2824E653}"/>
          </ac:grpSpMkLst>
        </pc:grpChg>
        <pc:grpChg chg="mod">
          <ac:chgData name="Ogburn, Sarah E" userId="c40d2df0-46c9-4be9-b5a6-5c158e399904" providerId="ADAL" clId="{32CAC46E-6015-4B4E-B552-5C7076BA4DBE}" dt="2024-06-14T00:15:33.495" v="1277"/>
          <ac:grpSpMkLst>
            <pc:docMk/>
            <pc:sldMk cId="147500799" sldId="383"/>
            <ac:grpSpMk id="9" creationId="{BF5EC30F-595C-D9B6-208C-CF8FD3B6D793}"/>
          </ac:grpSpMkLst>
        </pc:grpChg>
        <pc:picChg chg="mod">
          <ac:chgData name="Ogburn, Sarah E" userId="c40d2df0-46c9-4be9-b5a6-5c158e399904" providerId="ADAL" clId="{32CAC46E-6015-4B4E-B552-5C7076BA4DBE}" dt="2024-06-14T00:31:38.798" v="1547" actId="1076"/>
          <ac:picMkLst>
            <pc:docMk/>
            <pc:sldMk cId="147500799" sldId="383"/>
            <ac:picMk id="4" creationId="{00000000-0000-0000-0000-000000000000}"/>
          </ac:picMkLst>
        </pc:picChg>
        <pc:picChg chg="mod">
          <ac:chgData name="Ogburn, Sarah E" userId="c40d2df0-46c9-4be9-b5a6-5c158e399904" providerId="ADAL" clId="{32CAC46E-6015-4B4E-B552-5C7076BA4DBE}" dt="2024-06-14T00:06:49.784" v="1073"/>
          <ac:picMkLst>
            <pc:docMk/>
            <pc:sldMk cId="147500799" sldId="383"/>
            <ac:picMk id="7" creationId="{00000000-0000-0000-0000-000000000000}"/>
          </ac:picMkLst>
        </pc:picChg>
        <pc:picChg chg="mod">
          <ac:chgData name="Ogburn, Sarah E" userId="c40d2df0-46c9-4be9-b5a6-5c158e399904" providerId="ADAL" clId="{32CAC46E-6015-4B4E-B552-5C7076BA4DBE}" dt="2024-06-14T00:15:33.495" v="1277"/>
          <ac:picMkLst>
            <pc:docMk/>
            <pc:sldMk cId="147500799" sldId="383"/>
            <ac:picMk id="12" creationId="{FDBD28B3-5101-D7FB-BA7C-5717D1735121}"/>
          </ac:picMkLst>
        </pc:picChg>
        <pc:picChg chg="mod">
          <ac:chgData name="Ogburn, Sarah E" userId="c40d2df0-46c9-4be9-b5a6-5c158e399904" providerId="ADAL" clId="{32CAC46E-6015-4B4E-B552-5C7076BA4DBE}" dt="2024-06-14T00:15:33.495" v="1277"/>
          <ac:picMkLst>
            <pc:docMk/>
            <pc:sldMk cId="147500799" sldId="383"/>
            <ac:picMk id="14" creationId="{AAF77595-95FE-FAFC-FFDC-2A1EB3DFDB87}"/>
          </ac:picMkLst>
        </pc:picChg>
        <pc:picChg chg="mod">
          <ac:chgData name="Ogburn, Sarah E" userId="c40d2df0-46c9-4be9-b5a6-5c158e399904" providerId="ADAL" clId="{32CAC46E-6015-4B4E-B552-5C7076BA4DBE}" dt="2024-06-14T00:15:33.495" v="1277"/>
          <ac:picMkLst>
            <pc:docMk/>
            <pc:sldMk cId="147500799" sldId="383"/>
            <ac:picMk id="17" creationId="{9745DED6-85CD-2AEF-FC45-A7F424BAA7DC}"/>
          </ac:picMkLst>
        </pc:picChg>
      </pc:sldChg>
      <pc:sldChg chg="addSp modSp del">
        <pc:chgData name="Ogburn, Sarah E" userId="c40d2df0-46c9-4be9-b5a6-5c158e399904" providerId="ADAL" clId="{32CAC46E-6015-4B4E-B552-5C7076BA4DBE}" dt="2024-06-14T20:16:11.130" v="2271" actId="2696"/>
        <pc:sldMkLst>
          <pc:docMk/>
          <pc:sldMk cId="4141023025" sldId="384"/>
        </pc:sldMkLst>
        <pc:spChg chg="mod">
          <ac:chgData name="Ogburn, Sarah E" userId="c40d2df0-46c9-4be9-b5a6-5c158e399904" providerId="ADAL" clId="{32CAC46E-6015-4B4E-B552-5C7076BA4DBE}" dt="2024-06-14T00:06:49.784" v="1073"/>
          <ac:spMkLst>
            <pc:docMk/>
            <pc:sldMk cId="4141023025" sldId="384"/>
            <ac:spMk id="3" creationId="{00000000-0000-0000-0000-000000000000}"/>
          </ac:spMkLst>
        </pc:spChg>
        <pc:spChg chg="mod">
          <ac:chgData name="Ogburn, Sarah E" userId="c40d2df0-46c9-4be9-b5a6-5c158e399904" providerId="ADAL" clId="{32CAC46E-6015-4B4E-B552-5C7076BA4DBE}" dt="2024-06-14T00:06:49.784" v="1073"/>
          <ac:spMkLst>
            <pc:docMk/>
            <pc:sldMk cId="4141023025" sldId="384"/>
            <ac:spMk id="4" creationId="{00000000-0000-0000-0000-000000000000}"/>
          </ac:spMkLst>
        </pc:spChg>
        <pc:spChg chg="mod">
          <ac:chgData name="Ogburn, Sarah E" userId="c40d2df0-46c9-4be9-b5a6-5c158e399904" providerId="ADAL" clId="{32CAC46E-6015-4B4E-B552-5C7076BA4DBE}" dt="2024-06-14T00:06:49.784" v="1073"/>
          <ac:spMkLst>
            <pc:docMk/>
            <pc:sldMk cId="4141023025" sldId="384"/>
            <ac:spMk id="5" creationId="{00000000-0000-0000-0000-000000000000}"/>
          </ac:spMkLst>
        </pc:spChg>
        <pc:spChg chg="mod">
          <ac:chgData name="Ogburn, Sarah E" userId="c40d2df0-46c9-4be9-b5a6-5c158e399904" providerId="ADAL" clId="{32CAC46E-6015-4B4E-B552-5C7076BA4DBE}" dt="2024-06-14T00:06:49.784" v="1073"/>
          <ac:spMkLst>
            <pc:docMk/>
            <pc:sldMk cId="4141023025" sldId="384"/>
            <ac:spMk id="6" creationId="{00000000-0000-0000-0000-000000000000}"/>
          </ac:spMkLst>
        </pc:spChg>
        <pc:spChg chg="mod">
          <ac:chgData name="Ogburn, Sarah E" userId="c40d2df0-46c9-4be9-b5a6-5c158e399904" providerId="ADAL" clId="{32CAC46E-6015-4B4E-B552-5C7076BA4DBE}" dt="2024-06-14T00:15:14.240" v="1269"/>
          <ac:spMkLst>
            <pc:docMk/>
            <pc:sldMk cId="4141023025" sldId="384"/>
            <ac:spMk id="8" creationId="{5DBFDCAB-6D79-44F7-F890-4601675CBAE5}"/>
          </ac:spMkLst>
        </pc:spChg>
        <pc:grpChg chg="add mod">
          <ac:chgData name="Ogburn, Sarah E" userId="c40d2df0-46c9-4be9-b5a6-5c158e399904" providerId="ADAL" clId="{32CAC46E-6015-4B4E-B552-5C7076BA4DBE}" dt="2024-06-14T00:15:14.240" v="1269"/>
          <ac:grpSpMkLst>
            <pc:docMk/>
            <pc:sldMk cId="4141023025" sldId="384"/>
            <ac:grpSpMk id="7" creationId="{579A9CB1-B465-24CE-8F06-1AD47B57CFFE}"/>
          </ac:grpSpMkLst>
        </pc:grpChg>
        <pc:grpChg chg="mod">
          <ac:chgData name="Ogburn, Sarah E" userId="c40d2df0-46c9-4be9-b5a6-5c158e399904" providerId="ADAL" clId="{32CAC46E-6015-4B4E-B552-5C7076BA4DBE}" dt="2024-06-14T00:15:14.240" v="1269"/>
          <ac:grpSpMkLst>
            <pc:docMk/>
            <pc:sldMk cId="4141023025" sldId="384"/>
            <ac:grpSpMk id="9" creationId="{14D6F8ED-025C-0F58-2CCB-1D62AC2EC5EC}"/>
          </ac:grpSpMkLst>
        </pc:grpChg>
        <pc:picChg chg="mod">
          <ac:chgData name="Ogburn, Sarah E" userId="c40d2df0-46c9-4be9-b5a6-5c158e399904" providerId="ADAL" clId="{32CAC46E-6015-4B4E-B552-5C7076BA4DBE}" dt="2024-06-14T00:06:49.784" v="1073"/>
          <ac:picMkLst>
            <pc:docMk/>
            <pc:sldMk cId="4141023025" sldId="384"/>
            <ac:picMk id="2" creationId="{00000000-0000-0000-0000-000000000000}"/>
          </ac:picMkLst>
        </pc:picChg>
        <pc:picChg chg="mod">
          <ac:chgData name="Ogburn, Sarah E" userId="c40d2df0-46c9-4be9-b5a6-5c158e399904" providerId="ADAL" clId="{32CAC46E-6015-4B4E-B552-5C7076BA4DBE}" dt="2024-06-14T00:15:14.240" v="1269"/>
          <ac:picMkLst>
            <pc:docMk/>
            <pc:sldMk cId="4141023025" sldId="384"/>
            <ac:picMk id="10" creationId="{7B910FD5-8175-3073-A6CF-75A1CB298648}"/>
          </ac:picMkLst>
        </pc:picChg>
        <pc:picChg chg="mod">
          <ac:chgData name="Ogburn, Sarah E" userId="c40d2df0-46c9-4be9-b5a6-5c158e399904" providerId="ADAL" clId="{32CAC46E-6015-4B4E-B552-5C7076BA4DBE}" dt="2024-06-14T00:15:14.240" v="1269"/>
          <ac:picMkLst>
            <pc:docMk/>
            <pc:sldMk cId="4141023025" sldId="384"/>
            <ac:picMk id="11" creationId="{F24FADC6-9CE9-0E83-0DBF-2472DE69180A}"/>
          </ac:picMkLst>
        </pc:picChg>
        <pc:picChg chg="mod">
          <ac:chgData name="Ogburn, Sarah E" userId="c40d2df0-46c9-4be9-b5a6-5c158e399904" providerId="ADAL" clId="{32CAC46E-6015-4B4E-B552-5C7076BA4DBE}" dt="2024-06-14T00:15:14.240" v="1269"/>
          <ac:picMkLst>
            <pc:docMk/>
            <pc:sldMk cId="4141023025" sldId="384"/>
            <ac:picMk id="12" creationId="{2669786C-280C-4137-A0D1-32064323C2B7}"/>
          </ac:picMkLst>
        </pc:picChg>
      </pc:sldChg>
      <pc:sldChg chg="del">
        <pc:chgData name="Ogburn, Sarah E" userId="c40d2df0-46c9-4be9-b5a6-5c158e399904" providerId="ADAL" clId="{32CAC46E-6015-4B4E-B552-5C7076BA4DBE}" dt="2024-05-23T17:23:02.321" v="20" actId="2696"/>
        <pc:sldMkLst>
          <pc:docMk/>
          <pc:sldMk cId="983387894" sldId="385"/>
        </pc:sldMkLst>
      </pc:sldChg>
      <pc:sldChg chg="add del">
        <pc:chgData name="Ogburn, Sarah E" userId="c40d2df0-46c9-4be9-b5a6-5c158e399904" providerId="ADAL" clId="{32CAC46E-6015-4B4E-B552-5C7076BA4DBE}" dt="2024-06-12T20:46:19.375" v="1058" actId="2696"/>
        <pc:sldMkLst>
          <pc:docMk/>
          <pc:sldMk cId="3794924639" sldId="385"/>
        </pc:sldMkLst>
      </pc:sldChg>
      <pc:sldChg chg="addSp modSp add mod">
        <pc:chgData name="Ogburn, Sarah E" userId="c40d2df0-46c9-4be9-b5a6-5c158e399904" providerId="ADAL" clId="{32CAC46E-6015-4B4E-B552-5C7076BA4DBE}" dt="2024-06-14T00:23:43.933" v="1362" actId="113"/>
        <pc:sldMkLst>
          <pc:docMk/>
          <pc:sldMk cId="294982281" sldId="386"/>
        </pc:sldMkLst>
        <pc:spChg chg="mod">
          <ac:chgData name="Ogburn, Sarah E" userId="c40d2df0-46c9-4be9-b5a6-5c158e399904" providerId="ADAL" clId="{32CAC46E-6015-4B4E-B552-5C7076BA4DBE}" dt="2024-06-14T00:13:09.116" v="1228"/>
          <ac:spMkLst>
            <pc:docMk/>
            <pc:sldMk cId="294982281" sldId="386"/>
            <ac:spMk id="3" creationId="{389D6265-2DD0-7EEA-CF19-589E3D50B018}"/>
          </ac:spMkLst>
        </pc:spChg>
        <pc:spChg chg="mod">
          <ac:chgData name="Ogburn, Sarah E" userId="c40d2df0-46c9-4be9-b5a6-5c158e399904" providerId="ADAL" clId="{32CAC46E-6015-4B4E-B552-5C7076BA4DBE}" dt="2024-06-14T00:23:43.933" v="1362" actId="113"/>
          <ac:spMkLst>
            <pc:docMk/>
            <pc:sldMk cId="294982281" sldId="386"/>
            <ac:spMk id="4" creationId="{00000000-0000-0000-0000-000000000000}"/>
          </ac:spMkLst>
        </pc:spChg>
        <pc:spChg chg="mod">
          <ac:chgData name="Ogburn, Sarah E" userId="c40d2df0-46c9-4be9-b5a6-5c158e399904" providerId="ADAL" clId="{32CAC46E-6015-4B4E-B552-5C7076BA4DBE}" dt="2024-06-14T00:23:41.689" v="1361" actId="14100"/>
          <ac:spMkLst>
            <pc:docMk/>
            <pc:sldMk cId="294982281" sldId="386"/>
            <ac:spMk id="5" creationId="{00000000-0000-0000-0000-000000000000}"/>
          </ac:spMkLst>
        </pc:spChg>
        <pc:grpChg chg="add mod">
          <ac:chgData name="Ogburn, Sarah E" userId="c40d2df0-46c9-4be9-b5a6-5c158e399904" providerId="ADAL" clId="{32CAC46E-6015-4B4E-B552-5C7076BA4DBE}" dt="2024-06-14T00:13:09.116" v="1228"/>
          <ac:grpSpMkLst>
            <pc:docMk/>
            <pc:sldMk cId="294982281" sldId="386"/>
            <ac:grpSpMk id="2" creationId="{AD9810D9-00B2-6819-2D84-7F6FB8F3CA6B}"/>
          </ac:grpSpMkLst>
        </pc:grpChg>
        <pc:grpChg chg="mod">
          <ac:chgData name="Ogburn, Sarah E" userId="c40d2df0-46c9-4be9-b5a6-5c158e399904" providerId="ADAL" clId="{32CAC46E-6015-4B4E-B552-5C7076BA4DBE}" dt="2024-06-14T00:13:09.116" v="1228"/>
          <ac:grpSpMkLst>
            <pc:docMk/>
            <pc:sldMk cId="294982281" sldId="386"/>
            <ac:grpSpMk id="6" creationId="{389F0858-E2AE-CCA7-A946-AEBF774C61AC}"/>
          </ac:grpSpMkLst>
        </pc:grpChg>
        <pc:picChg chg="mod">
          <ac:chgData name="Ogburn, Sarah E" userId="c40d2df0-46c9-4be9-b5a6-5c158e399904" providerId="ADAL" clId="{32CAC46E-6015-4B4E-B552-5C7076BA4DBE}" dt="2024-06-14T00:13:09.116" v="1228"/>
          <ac:picMkLst>
            <pc:docMk/>
            <pc:sldMk cId="294982281" sldId="386"/>
            <ac:picMk id="7" creationId="{9EFCE53B-0A32-6BFA-265E-BF8DEB2DB53E}"/>
          </ac:picMkLst>
        </pc:picChg>
        <pc:picChg chg="mod">
          <ac:chgData name="Ogburn, Sarah E" userId="c40d2df0-46c9-4be9-b5a6-5c158e399904" providerId="ADAL" clId="{32CAC46E-6015-4B4E-B552-5C7076BA4DBE}" dt="2024-06-14T00:13:09.116" v="1228"/>
          <ac:picMkLst>
            <pc:docMk/>
            <pc:sldMk cId="294982281" sldId="386"/>
            <ac:picMk id="8" creationId="{22A8231A-F203-B2AE-95A9-09170B9912FC}"/>
          </ac:picMkLst>
        </pc:picChg>
        <pc:picChg chg="mod">
          <ac:chgData name="Ogburn, Sarah E" userId="c40d2df0-46c9-4be9-b5a6-5c158e399904" providerId="ADAL" clId="{32CAC46E-6015-4B4E-B552-5C7076BA4DBE}" dt="2024-06-14T00:13:09.116" v="1228"/>
          <ac:picMkLst>
            <pc:docMk/>
            <pc:sldMk cId="294982281" sldId="386"/>
            <ac:picMk id="9" creationId="{ECDBC72E-0976-8F68-5E45-62AA4B5A70ED}"/>
          </ac:picMkLst>
        </pc:picChg>
      </pc:sldChg>
      <pc:sldChg chg="del ord">
        <pc:chgData name="Ogburn, Sarah E" userId="c40d2df0-46c9-4be9-b5a6-5c158e399904" providerId="ADAL" clId="{32CAC46E-6015-4B4E-B552-5C7076BA4DBE}" dt="2024-06-10T21:18:17.976" v="1017" actId="2696"/>
        <pc:sldMkLst>
          <pc:docMk/>
          <pc:sldMk cId="1865283243" sldId="386"/>
        </pc:sldMkLst>
      </pc:sldChg>
      <pc:sldChg chg="addSp delSp modSp add mod">
        <pc:chgData name="Ogburn, Sarah E" userId="c40d2df0-46c9-4be9-b5a6-5c158e399904" providerId="ADAL" clId="{32CAC46E-6015-4B4E-B552-5C7076BA4DBE}" dt="2024-06-14T00:34:56.778" v="1594"/>
        <pc:sldMkLst>
          <pc:docMk/>
          <pc:sldMk cId="844719886" sldId="387"/>
        </pc:sldMkLst>
        <pc:spChg chg="del mod">
          <ac:chgData name="Ogburn, Sarah E" userId="c40d2df0-46c9-4be9-b5a6-5c158e399904" providerId="ADAL" clId="{32CAC46E-6015-4B4E-B552-5C7076BA4DBE}" dt="2024-06-14T00:34:14.073" v="1574" actId="478"/>
          <ac:spMkLst>
            <pc:docMk/>
            <pc:sldMk cId="844719886" sldId="387"/>
            <ac:spMk id="2" creationId="{00000000-0000-0000-0000-000000000000}"/>
          </ac:spMkLst>
        </pc:spChg>
        <pc:spChg chg="mod">
          <ac:chgData name="Ogburn, Sarah E" userId="c40d2df0-46c9-4be9-b5a6-5c158e399904" providerId="ADAL" clId="{32CAC46E-6015-4B4E-B552-5C7076BA4DBE}" dt="2024-06-14T00:34:56.778" v="1594"/>
          <ac:spMkLst>
            <pc:docMk/>
            <pc:sldMk cId="844719886" sldId="387"/>
            <ac:spMk id="3" creationId="{00000000-0000-0000-0000-000000000000}"/>
          </ac:spMkLst>
        </pc:spChg>
        <pc:spChg chg="del mod">
          <ac:chgData name="Ogburn, Sarah E" userId="c40d2df0-46c9-4be9-b5a6-5c158e399904" providerId="ADAL" clId="{32CAC46E-6015-4B4E-B552-5C7076BA4DBE}" dt="2024-06-14T00:34:41.800" v="1587" actId="478"/>
          <ac:spMkLst>
            <pc:docMk/>
            <pc:sldMk cId="844719886" sldId="387"/>
            <ac:spMk id="4" creationId="{00000000-0000-0000-0000-000000000000}"/>
          </ac:spMkLst>
        </pc:spChg>
        <pc:spChg chg="mod">
          <ac:chgData name="Ogburn, Sarah E" userId="c40d2df0-46c9-4be9-b5a6-5c158e399904" providerId="ADAL" clId="{32CAC46E-6015-4B4E-B552-5C7076BA4DBE}" dt="2024-06-14T00:15:46.278" v="1282"/>
          <ac:spMkLst>
            <pc:docMk/>
            <pc:sldMk cId="844719886" sldId="387"/>
            <ac:spMk id="6" creationId="{B2C7866B-A0B6-D969-540F-F3D63B0F5251}"/>
          </ac:spMkLst>
        </pc:spChg>
        <pc:spChg chg="add del mod">
          <ac:chgData name="Ogburn, Sarah E" userId="c40d2df0-46c9-4be9-b5a6-5c158e399904" providerId="ADAL" clId="{32CAC46E-6015-4B4E-B552-5C7076BA4DBE}" dt="2024-06-14T00:34:15.768" v="1575" actId="478"/>
          <ac:spMkLst>
            <pc:docMk/>
            <pc:sldMk cId="844719886" sldId="387"/>
            <ac:spMk id="12" creationId="{FE1DD3D3-3B66-E616-4F20-2D503B3E7120}"/>
          </ac:spMkLst>
        </pc:spChg>
        <pc:spChg chg="add mod">
          <ac:chgData name="Ogburn, Sarah E" userId="c40d2df0-46c9-4be9-b5a6-5c158e399904" providerId="ADAL" clId="{32CAC46E-6015-4B4E-B552-5C7076BA4DBE}" dt="2024-06-14T00:34:16.210" v="1576"/>
          <ac:spMkLst>
            <pc:docMk/>
            <pc:sldMk cId="844719886" sldId="387"/>
            <ac:spMk id="13" creationId="{C648DF4D-07AE-2896-D94C-21B6EDA5CB04}"/>
          </ac:spMkLst>
        </pc:spChg>
        <pc:spChg chg="add del mod">
          <ac:chgData name="Ogburn, Sarah E" userId="c40d2df0-46c9-4be9-b5a6-5c158e399904" providerId="ADAL" clId="{32CAC46E-6015-4B4E-B552-5C7076BA4DBE}" dt="2024-06-14T00:34:54.912" v="1592" actId="478"/>
          <ac:spMkLst>
            <pc:docMk/>
            <pc:sldMk cId="844719886" sldId="387"/>
            <ac:spMk id="14" creationId="{626DF066-A0AB-5CF4-39AB-5D3344BEF373}"/>
          </ac:spMkLst>
        </pc:spChg>
        <pc:grpChg chg="add mod">
          <ac:chgData name="Ogburn, Sarah E" userId="c40d2df0-46c9-4be9-b5a6-5c158e399904" providerId="ADAL" clId="{32CAC46E-6015-4B4E-B552-5C7076BA4DBE}" dt="2024-06-14T00:15:46.278" v="1282"/>
          <ac:grpSpMkLst>
            <pc:docMk/>
            <pc:sldMk cId="844719886" sldId="387"/>
            <ac:grpSpMk id="5" creationId="{AB7631AD-1F0F-3668-BBBB-05FEF7F966E1}"/>
          </ac:grpSpMkLst>
        </pc:grpChg>
        <pc:grpChg chg="mod">
          <ac:chgData name="Ogburn, Sarah E" userId="c40d2df0-46c9-4be9-b5a6-5c158e399904" providerId="ADAL" clId="{32CAC46E-6015-4B4E-B552-5C7076BA4DBE}" dt="2024-06-14T00:15:46.278" v="1282"/>
          <ac:grpSpMkLst>
            <pc:docMk/>
            <pc:sldMk cId="844719886" sldId="387"/>
            <ac:grpSpMk id="7" creationId="{1DC7145D-4D92-83E0-4AD3-507E081D4316}"/>
          </ac:grpSpMkLst>
        </pc:grpChg>
        <pc:picChg chg="mod">
          <ac:chgData name="Ogburn, Sarah E" userId="c40d2df0-46c9-4be9-b5a6-5c158e399904" providerId="ADAL" clId="{32CAC46E-6015-4B4E-B552-5C7076BA4DBE}" dt="2024-06-14T00:15:46.278" v="1282"/>
          <ac:picMkLst>
            <pc:docMk/>
            <pc:sldMk cId="844719886" sldId="387"/>
            <ac:picMk id="8" creationId="{C62DF8A2-FC36-744B-E743-96D2052151B0}"/>
          </ac:picMkLst>
        </pc:picChg>
        <pc:picChg chg="mod">
          <ac:chgData name="Ogburn, Sarah E" userId="c40d2df0-46c9-4be9-b5a6-5c158e399904" providerId="ADAL" clId="{32CAC46E-6015-4B4E-B552-5C7076BA4DBE}" dt="2024-06-14T00:15:46.278" v="1282"/>
          <ac:picMkLst>
            <pc:docMk/>
            <pc:sldMk cId="844719886" sldId="387"/>
            <ac:picMk id="9" creationId="{F89104D1-696B-DB32-1F49-9D7F72380502}"/>
          </ac:picMkLst>
        </pc:picChg>
        <pc:picChg chg="mod">
          <ac:chgData name="Ogburn, Sarah E" userId="c40d2df0-46c9-4be9-b5a6-5c158e399904" providerId="ADAL" clId="{32CAC46E-6015-4B4E-B552-5C7076BA4DBE}" dt="2024-06-14T00:15:46.278" v="1282"/>
          <ac:picMkLst>
            <pc:docMk/>
            <pc:sldMk cId="844719886" sldId="387"/>
            <ac:picMk id="10" creationId="{467255A6-5DE3-B7E0-F47D-8C82F7E28DAB}"/>
          </ac:picMkLst>
        </pc:picChg>
      </pc:sldChg>
      <pc:sldChg chg="del">
        <pc:chgData name="Ogburn, Sarah E" userId="c40d2df0-46c9-4be9-b5a6-5c158e399904" providerId="ADAL" clId="{32CAC46E-6015-4B4E-B552-5C7076BA4DBE}" dt="2024-06-06T17:19:06.760" v="528" actId="2696"/>
        <pc:sldMkLst>
          <pc:docMk/>
          <pc:sldMk cId="3342792268" sldId="387"/>
        </pc:sldMkLst>
      </pc:sldChg>
      <pc:sldChg chg="addSp modSp">
        <pc:chgData name="Ogburn, Sarah E" userId="c40d2df0-46c9-4be9-b5a6-5c158e399904" providerId="ADAL" clId="{32CAC46E-6015-4B4E-B552-5C7076BA4DBE}" dt="2024-06-14T00:13:55.271" v="1245"/>
        <pc:sldMkLst>
          <pc:docMk/>
          <pc:sldMk cId="2227897144" sldId="388"/>
        </pc:sldMkLst>
        <pc:spChg chg="mod">
          <ac:chgData name="Ogburn, Sarah E" userId="c40d2df0-46c9-4be9-b5a6-5c158e399904" providerId="ADAL" clId="{32CAC46E-6015-4B4E-B552-5C7076BA4DBE}" dt="2024-06-14T00:06:49.784" v="1073"/>
          <ac:spMkLst>
            <pc:docMk/>
            <pc:sldMk cId="2227897144" sldId="388"/>
            <ac:spMk id="3" creationId="{00000000-0000-0000-0000-000000000000}"/>
          </ac:spMkLst>
        </pc:spChg>
        <pc:spChg chg="mod">
          <ac:chgData name="Ogburn, Sarah E" userId="c40d2df0-46c9-4be9-b5a6-5c158e399904" providerId="ADAL" clId="{32CAC46E-6015-4B4E-B552-5C7076BA4DBE}" dt="2024-06-14T00:06:49.784" v="1073"/>
          <ac:spMkLst>
            <pc:docMk/>
            <pc:sldMk cId="2227897144" sldId="388"/>
            <ac:spMk id="4" creationId="{00000000-0000-0000-0000-000000000000}"/>
          </ac:spMkLst>
        </pc:spChg>
        <pc:spChg chg="mod">
          <ac:chgData name="Ogburn, Sarah E" userId="c40d2df0-46c9-4be9-b5a6-5c158e399904" providerId="ADAL" clId="{32CAC46E-6015-4B4E-B552-5C7076BA4DBE}" dt="2024-06-14T00:13:55.271" v="1245"/>
          <ac:spMkLst>
            <pc:docMk/>
            <pc:sldMk cId="2227897144" sldId="388"/>
            <ac:spMk id="6" creationId="{7A276C86-0E7F-D161-E3BA-13218CD8D037}"/>
          </ac:spMkLst>
        </pc:spChg>
        <pc:grpChg chg="add mod">
          <ac:chgData name="Ogburn, Sarah E" userId="c40d2df0-46c9-4be9-b5a6-5c158e399904" providerId="ADAL" clId="{32CAC46E-6015-4B4E-B552-5C7076BA4DBE}" dt="2024-06-14T00:13:55.271" v="1245"/>
          <ac:grpSpMkLst>
            <pc:docMk/>
            <pc:sldMk cId="2227897144" sldId="388"/>
            <ac:grpSpMk id="5" creationId="{116886EE-1A79-382E-37BC-A85D994C71A2}"/>
          </ac:grpSpMkLst>
        </pc:grpChg>
        <pc:grpChg chg="mod">
          <ac:chgData name="Ogburn, Sarah E" userId="c40d2df0-46c9-4be9-b5a6-5c158e399904" providerId="ADAL" clId="{32CAC46E-6015-4B4E-B552-5C7076BA4DBE}" dt="2024-06-14T00:13:55.271" v="1245"/>
          <ac:grpSpMkLst>
            <pc:docMk/>
            <pc:sldMk cId="2227897144" sldId="388"/>
            <ac:grpSpMk id="7" creationId="{346E934E-97DF-D923-0E0F-75ABA2EA3B2E}"/>
          </ac:grpSpMkLst>
        </pc:grpChg>
        <pc:picChg chg="mod">
          <ac:chgData name="Ogburn, Sarah E" userId="c40d2df0-46c9-4be9-b5a6-5c158e399904" providerId="ADAL" clId="{32CAC46E-6015-4B4E-B552-5C7076BA4DBE}" dt="2024-06-14T00:06:49.784" v="1073"/>
          <ac:picMkLst>
            <pc:docMk/>
            <pc:sldMk cId="2227897144" sldId="388"/>
            <ac:picMk id="2" creationId="{00000000-0000-0000-0000-000000000000}"/>
          </ac:picMkLst>
        </pc:picChg>
        <pc:picChg chg="mod">
          <ac:chgData name="Ogburn, Sarah E" userId="c40d2df0-46c9-4be9-b5a6-5c158e399904" providerId="ADAL" clId="{32CAC46E-6015-4B4E-B552-5C7076BA4DBE}" dt="2024-06-14T00:13:55.271" v="1245"/>
          <ac:picMkLst>
            <pc:docMk/>
            <pc:sldMk cId="2227897144" sldId="388"/>
            <ac:picMk id="8" creationId="{A501CDC1-12F2-331A-8F91-D2AFB5887616}"/>
          </ac:picMkLst>
        </pc:picChg>
        <pc:picChg chg="mod">
          <ac:chgData name="Ogburn, Sarah E" userId="c40d2df0-46c9-4be9-b5a6-5c158e399904" providerId="ADAL" clId="{32CAC46E-6015-4B4E-B552-5C7076BA4DBE}" dt="2024-06-14T00:13:55.271" v="1245"/>
          <ac:picMkLst>
            <pc:docMk/>
            <pc:sldMk cId="2227897144" sldId="388"/>
            <ac:picMk id="9" creationId="{05F113DC-2F20-7C36-D7C4-C30A655333C0}"/>
          </ac:picMkLst>
        </pc:picChg>
        <pc:picChg chg="mod">
          <ac:chgData name="Ogburn, Sarah E" userId="c40d2df0-46c9-4be9-b5a6-5c158e399904" providerId="ADAL" clId="{32CAC46E-6015-4B4E-B552-5C7076BA4DBE}" dt="2024-06-14T00:13:55.271" v="1245"/>
          <ac:picMkLst>
            <pc:docMk/>
            <pc:sldMk cId="2227897144" sldId="388"/>
            <ac:picMk id="10" creationId="{8DC86236-ADCE-E9A3-4E3C-A70B550AD320}"/>
          </ac:picMkLst>
        </pc:picChg>
      </pc:sldChg>
      <pc:sldChg chg="del">
        <pc:chgData name="Ogburn, Sarah E" userId="c40d2df0-46c9-4be9-b5a6-5c158e399904" providerId="ADAL" clId="{32CAC46E-6015-4B4E-B552-5C7076BA4DBE}" dt="2024-05-23T17:09:34.587" v="0" actId="2696"/>
        <pc:sldMkLst>
          <pc:docMk/>
          <pc:sldMk cId="4199399020" sldId="389"/>
        </pc:sldMkLst>
      </pc:sldChg>
      <pc:sldChg chg="del">
        <pc:chgData name="Ogburn, Sarah E" userId="c40d2df0-46c9-4be9-b5a6-5c158e399904" providerId="ADAL" clId="{32CAC46E-6015-4B4E-B552-5C7076BA4DBE}" dt="2024-05-23T17:09:34.587" v="0" actId="2696"/>
        <pc:sldMkLst>
          <pc:docMk/>
          <pc:sldMk cId="3955621701" sldId="390"/>
        </pc:sldMkLst>
      </pc:sldChg>
      <pc:sldChg chg="del">
        <pc:chgData name="Ogburn, Sarah E" userId="c40d2df0-46c9-4be9-b5a6-5c158e399904" providerId="ADAL" clId="{32CAC46E-6015-4B4E-B552-5C7076BA4DBE}" dt="2024-05-23T17:09:34.587" v="0" actId="2696"/>
        <pc:sldMkLst>
          <pc:docMk/>
          <pc:sldMk cId="417188302" sldId="391"/>
        </pc:sldMkLst>
      </pc:sldChg>
      <pc:sldChg chg="del">
        <pc:chgData name="Ogburn, Sarah E" userId="c40d2df0-46c9-4be9-b5a6-5c158e399904" providerId="ADAL" clId="{32CAC46E-6015-4B4E-B552-5C7076BA4DBE}" dt="2024-05-23T17:09:34.587" v="0" actId="2696"/>
        <pc:sldMkLst>
          <pc:docMk/>
          <pc:sldMk cId="1758246859" sldId="392"/>
        </pc:sldMkLst>
      </pc:sldChg>
      <pc:sldChg chg="modSp del mod">
        <pc:chgData name="Ogburn, Sarah E" userId="c40d2df0-46c9-4be9-b5a6-5c158e399904" providerId="ADAL" clId="{32CAC46E-6015-4B4E-B552-5C7076BA4DBE}" dt="2024-06-06T17:28:15.781" v="562" actId="2696"/>
        <pc:sldMkLst>
          <pc:docMk/>
          <pc:sldMk cId="3837474865" sldId="393"/>
        </pc:sldMkLst>
        <pc:spChg chg="mod">
          <ac:chgData name="Ogburn, Sarah E" userId="c40d2df0-46c9-4be9-b5a6-5c158e399904" providerId="ADAL" clId="{32CAC46E-6015-4B4E-B552-5C7076BA4DBE}" dt="2024-06-06T17:20:31.326" v="530" actId="1076"/>
          <ac:spMkLst>
            <pc:docMk/>
            <pc:sldMk cId="3837474865" sldId="393"/>
            <ac:spMk id="2" creationId="{00000000-0000-0000-0000-000000000000}"/>
          </ac:spMkLst>
        </pc:spChg>
        <pc:spChg chg="mod">
          <ac:chgData name="Ogburn, Sarah E" userId="c40d2df0-46c9-4be9-b5a6-5c158e399904" providerId="ADAL" clId="{32CAC46E-6015-4B4E-B552-5C7076BA4DBE}" dt="2024-06-06T17:27:38.440" v="561" actId="20577"/>
          <ac:spMkLst>
            <pc:docMk/>
            <pc:sldMk cId="3837474865" sldId="393"/>
            <ac:spMk id="3" creationId="{00000000-0000-0000-0000-000000000000}"/>
          </ac:spMkLst>
        </pc:spChg>
      </pc:sldChg>
      <pc:sldChg chg="addSp modSp mod">
        <pc:chgData name="Ogburn, Sarah E" userId="c40d2df0-46c9-4be9-b5a6-5c158e399904" providerId="ADAL" clId="{32CAC46E-6015-4B4E-B552-5C7076BA4DBE}" dt="2024-06-14T00:15:31.197" v="1276"/>
        <pc:sldMkLst>
          <pc:docMk/>
          <pc:sldMk cId="930291661" sldId="394"/>
        </pc:sldMkLst>
        <pc:spChg chg="add mod">
          <ac:chgData name="Ogburn, Sarah E" userId="c40d2df0-46c9-4be9-b5a6-5c158e399904" providerId="ADAL" clId="{32CAC46E-6015-4B4E-B552-5C7076BA4DBE}" dt="2024-06-14T00:06:49.784" v="1073"/>
          <ac:spMkLst>
            <pc:docMk/>
            <pc:sldMk cId="930291661" sldId="394"/>
            <ac:spMk id="2" creationId="{523FE2DC-E84F-E051-5DA6-8C9AB2356DC8}"/>
          </ac:spMkLst>
        </pc:spChg>
        <pc:spChg chg="mod">
          <ac:chgData name="Ogburn, Sarah E" userId="c40d2df0-46c9-4be9-b5a6-5c158e399904" providerId="ADAL" clId="{32CAC46E-6015-4B4E-B552-5C7076BA4DBE}" dt="2024-06-14T00:15:31.197" v="1276"/>
          <ac:spMkLst>
            <pc:docMk/>
            <pc:sldMk cId="930291661" sldId="394"/>
            <ac:spMk id="6" creationId="{C5120F02-4E6D-FC40-0B1B-2E06F987C1DF}"/>
          </ac:spMkLst>
        </pc:spChg>
        <pc:grpChg chg="add mod">
          <ac:chgData name="Ogburn, Sarah E" userId="c40d2df0-46c9-4be9-b5a6-5c158e399904" providerId="ADAL" clId="{32CAC46E-6015-4B4E-B552-5C7076BA4DBE}" dt="2024-06-14T00:15:31.197" v="1276"/>
          <ac:grpSpMkLst>
            <pc:docMk/>
            <pc:sldMk cId="930291661" sldId="394"/>
            <ac:grpSpMk id="3" creationId="{89A751DD-C0CC-7AFB-9743-83EAE84BA7E6}"/>
          </ac:grpSpMkLst>
        </pc:grpChg>
        <pc:grpChg chg="mod">
          <ac:chgData name="Ogburn, Sarah E" userId="c40d2df0-46c9-4be9-b5a6-5c158e399904" providerId="ADAL" clId="{32CAC46E-6015-4B4E-B552-5C7076BA4DBE}" dt="2024-06-14T00:15:31.197" v="1276"/>
          <ac:grpSpMkLst>
            <pc:docMk/>
            <pc:sldMk cId="930291661" sldId="394"/>
            <ac:grpSpMk id="7" creationId="{07270F74-FED8-BD52-B31C-0F1EBCF1E72B}"/>
          </ac:grpSpMkLst>
        </pc:grpChg>
        <pc:picChg chg="mod">
          <ac:chgData name="Ogburn, Sarah E" userId="c40d2df0-46c9-4be9-b5a6-5c158e399904" providerId="ADAL" clId="{32CAC46E-6015-4B4E-B552-5C7076BA4DBE}" dt="2024-06-14T00:06:49.784" v="1073"/>
          <ac:picMkLst>
            <pc:docMk/>
            <pc:sldMk cId="930291661" sldId="394"/>
            <ac:picMk id="4" creationId="{00000000-0000-0000-0000-000000000000}"/>
          </ac:picMkLst>
        </pc:picChg>
        <pc:picChg chg="mod">
          <ac:chgData name="Ogburn, Sarah E" userId="c40d2df0-46c9-4be9-b5a6-5c158e399904" providerId="ADAL" clId="{32CAC46E-6015-4B4E-B552-5C7076BA4DBE}" dt="2024-06-14T00:06:49.784" v="1073"/>
          <ac:picMkLst>
            <pc:docMk/>
            <pc:sldMk cId="930291661" sldId="394"/>
            <ac:picMk id="5" creationId="{00000000-0000-0000-0000-000000000000}"/>
          </ac:picMkLst>
        </pc:picChg>
        <pc:picChg chg="mod">
          <ac:chgData name="Ogburn, Sarah E" userId="c40d2df0-46c9-4be9-b5a6-5c158e399904" providerId="ADAL" clId="{32CAC46E-6015-4B4E-B552-5C7076BA4DBE}" dt="2024-06-14T00:15:31.197" v="1276"/>
          <ac:picMkLst>
            <pc:docMk/>
            <pc:sldMk cId="930291661" sldId="394"/>
            <ac:picMk id="8" creationId="{13636C41-55ED-F96E-5D53-A368A960A40F}"/>
          </ac:picMkLst>
        </pc:picChg>
        <pc:picChg chg="mod">
          <ac:chgData name="Ogburn, Sarah E" userId="c40d2df0-46c9-4be9-b5a6-5c158e399904" providerId="ADAL" clId="{32CAC46E-6015-4B4E-B552-5C7076BA4DBE}" dt="2024-06-14T00:15:31.197" v="1276"/>
          <ac:picMkLst>
            <pc:docMk/>
            <pc:sldMk cId="930291661" sldId="394"/>
            <ac:picMk id="9" creationId="{5FD84B8B-79CD-6FB1-934F-B4F13579FA97}"/>
          </ac:picMkLst>
        </pc:picChg>
        <pc:picChg chg="mod">
          <ac:chgData name="Ogburn, Sarah E" userId="c40d2df0-46c9-4be9-b5a6-5c158e399904" providerId="ADAL" clId="{32CAC46E-6015-4B4E-B552-5C7076BA4DBE}" dt="2024-06-14T00:15:31.197" v="1276"/>
          <ac:picMkLst>
            <pc:docMk/>
            <pc:sldMk cId="930291661" sldId="394"/>
            <ac:picMk id="10" creationId="{1E0B2118-56FC-AA2F-82E6-A18E69D8D079}"/>
          </ac:picMkLst>
        </pc:picChg>
      </pc:sldChg>
      <pc:sldChg chg="addSp delSp modSp">
        <pc:chgData name="Ogburn, Sarah E" userId="c40d2df0-46c9-4be9-b5a6-5c158e399904" providerId="ADAL" clId="{32CAC46E-6015-4B4E-B552-5C7076BA4DBE}" dt="2024-06-14T00:15:29.376" v="1275"/>
        <pc:sldMkLst>
          <pc:docMk/>
          <pc:sldMk cId="943535066" sldId="395"/>
        </pc:sldMkLst>
        <pc:spChg chg="add mod">
          <ac:chgData name="Ogburn, Sarah E" userId="c40d2df0-46c9-4be9-b5a6-5c158e399904" providerId="ADAL" clId="{32CAC46E-6015-4B4E-B552-5C7076BA4DBE}" dt="2024-06-14T00:06:49.784" v="1073"/>
          <ac:spMkLst>
            <pc:docMk/>
            <pc:sldMk cId="943535066" sldId="395"/>
            <ac:spMk id="2" creationId="{398A0625-6D97-123E-0681-09DB142FAA01}"/>
          </ac:spMkLst>
        </pc:spChg>
        <pc:spChg chg="add mod">
          <ac:chgData name="Ogburn, Sarah E" userId="c40d2df0-46c9-4be9-b5a6-5c158e399904" providerId="ADAL" clId="{32CAC46E-6015-4B4E-B552-5C7076BA4DBE}" dt="2024-06-14T00:06:49.784" v="1073"/>
          <ac:spMkLst>
            <pc:docMk/>
            <pc:sldMk cId="943535066" sldId="395"/>
            <ac:spMk id="3" creationId="{8B489668-7521-C264-5D66-EF83D69244A5}"/>
          </ac:spMkLst>
        </pc:spChg>
        <pc:spChg chg="add mod">
          <ac:chgData name="Ogburn, Sarah E" userId="c40d2df0-46c9-4be9-b5a6-5c158e399904" providerId="ADAL" clId="{32CAC46E-6015-4B4E-B552-5C7076BA4DBE}" dt="2024-06-14T00:06:49.784" v="1073"/>
          <ac:spMkLst>
            <pc:docMk/>
            <pc:sldMk cId="943535066" sldId="395"/>
            <ac:spMk id="4" creationId="{53DADCD1-955D-AC0D-5915-D0B1C0A7DBFA}"/>
          </ac:spMkLst>
        </pc:spChg>
        <pc:spChg chg="del">
          <ac:chgData name="Ogburn, Sarah E" userId="c40d2df0-46c9-4be9-b5a6-5c158e399904" providerId="ADAL" clId="{32CAC46E-6015-4B4E-B552-5C7076BA4DBE}" dt="2024-06-11T17:17:07.040" v="1031" actId="478"/>
          <ac:spMkLst>
            <pc:docMk/>
            <pc:sldMk cId="943535066" sldId="395"/>
            <ac:spMk id="7" creationId="{00000000-0000-0000-0000-000000000000}"/>
          </ac:spMkLst>
        </pc:spChg>
        <pc:spChg chg="mod">
          <ac:chgData name="Ogburn, Sarah E" userId="c40d2df0-46c9-4be9-b5a6-5c158e399904" providerId="ADAL" clId="{32CAC46E-6015-4B4E-B552-5C7076BA4DBE}" dt="2024-06-14T00:15:29.376" v="1275"/>
          <ac:spMkLst>
            <pc:docMk/>
            <pc:sldMk cId="943535066" sldId="395"/>
            <ac:spMk id="7" creationId="{9E9F6F45-A013-B9AC-89A2-2D08B77B3B7D}"/>
          </ac:spMkLst>
        </pc:spChg>
        <pc:spChg chg="add mod">
          <ac:chgData name="Ogburn, Sarah E" userId="c40d2df0-46c9-4be9-b5a6-5c158e399904" providerId="ADAL" clId="{32CAC46E-6015-4B4E-B552-5C7076BA4DBE}" dt="2024-06-14T00:06:49.784" v="1073"/>
          <ac:spMkLst>
            <pc:docMk/>
            <pc:sldMk cId="943535066" sldId="395"/>
            <ac:spMk id="12" creationId="{111A511B-6C4A-250D-9AC8-21D2D1A99CB5}"/>
          </ac:spMkLst>
        </pc:spChg>
        <pc:spChg chg="add mod">
          <ac:chgData name="Ogburn, Sarah E" userId="c40d2df0-46c9-4be9-b5a6-5c158e399904" providerId="ADAL" clId="{32CAC46E-6015-4B4E-B552-5C7076BA4DBE}" dt="2024-06-14T00:06:49.784" v="1073"/>
          <ac:spMkLst>
            <pc:docMk/>
            <pc:sldMk cId="943535066" sldId="395"/>
            <ac:spMk id="14" creationId="{7A2A4BEE-2EB8-81BF-FE95-46AF5E9C31E0}"/>
          </ac:spMkLst>
        </pc:spChg>
        <pc:spChg chg="del">
          <ac:chgData name="Ogburn, Sarah E" userId="c40d2df0-46c9-4be9-b5a6-5c158e399904" providerId="ADAL" clId="{32CAC46E-6015-4B4E-B552-5C7076BA4DBE}" dt="2024-06-11T17:17:07.040" v="1031" actId="478"/>
          <ac:spMkLst>
            <pc:docMk/>
            <pc:sldMk cId="943535066" sldId="395"/>
            <ac:spMk id="15" creationId="{00000000-0000-0000-0000-000000000000}"/>
          </ac:spMkLst>
        </pc:spChg>
        <pc:spChg chg="add mod">
          <ac:chgData name="Ogburn, Sarah E" userId="c40d2df0-46c9-4be9-b5a6-5c158e399904" providerId="ADAL" clId="{32CAC46E-6015-4B4E-B552-5C7076BA4DBE}" dt="2024-06-14T00:06:49.784" v="1073"/>
          <ac:spMkLst>
            <pc:docMk/>
            <pc:sldMk cId="943535066" sldId="395"/>
            <ac:spMk id="17" creationId="{35269BF0-17CA-564C-4FDB-B85C2AE2EBD0}"/>
          </ac:spMkLst>
        </pc:spChg>
        <pc:grpChg chg="add mod">
          <ac:chgData name="Ogburn, Sarah E" userId="c40d2df0-46c9-4be9-b5a6-5c158e399904" providerId="ADAL" clId="{32CAC46E-6015-4B4E-B552-5C7076BA4DBE}" dt="2024-06-14T00:15:29.376" v="1275"/>
          <ac:grpSpMkLst>
            <pc:docMk/>
            <pc:sldMk cId="943535066" sldId="395"/>
            <ac:grpSpMk id="6" creationId="{5B68EFD8-D02D-A010-63CD-215243015738}"/>
          </ac:grpSpMkLst>
        </pc:grpChg>
        <pc:grpChg chg="mod">
          <ac:chgData name="Ogburn, Sarah E" userId="c40d2df0-46c9-4be9-b5a6-5c158e399904" providerId="ADAL" clId="{32CAC46E-6015-4B4E-B552-5C7076BA4DBE}" dt="2024-06-14T00:15:29.376" v="1275"/>
          <ac:grpSpMkLst>
            <pc:docMk/>
            <pc:sldMk cId="943535066" sldId="395"/>
            <ac:grpSpMk id="8" creationId="{5F1D315B-12DA-70C9-41FC-E45E300F0C25}"/>
          </ac:grpSpMkLst>
        </pc:grpChg>
        <pc:graphicFrameChg chg="add mod">
          <ac:chgData name="Ogburn, Sarah E" userId="c40d2df0-46c9-4be9-b5a6-5c158e399904" providerId="ADAL" clId="{32CAC46E-6015-4B4E-B552-5C7076BA4DBE}" dt="2024-06-14T00:06:49.784" v="1073"/>
          <ac:graphicFrameMkLst>
            <pc:docMk/>
            <pc:sldMk cId="943535066" sldId="395"/>
            <ac:graphicFrameMk id="5" creationId="{84517DB6-5BD5-6C5B-E92C-CD4E1F755100}"/>
          </ac:graphicFrameMkLst>
        </pc:graphicFrameChg>
        <pc:graphicFrameChg chg="add mod">
          <ac:chgData name="Ogburn, Sarah E" userId="c40d2df0-46c9-4be9-b5a6-5c158e399904" providerId="ADAL" clId="{32CAC46E-6015-4B4E-B552-5C7076BA4DBE}" dt="2024-06-14T00:06:49.784" v="1073"/>
          <ac:graphicFrameMkLst>
            <pc:docMk/>
            <pc:sldMk cId="943535066" sldId="395"/>
            <ac:graphicFrameMk id="10" creationId="{4F9CC272-EEF4-262F-3879-BFE72AEEE58D}"/>
          </ac:graphicFrameMkLst>
        </pc:graphicFrameChg>
        <pc:graphicFrameChg chg="add mod">
          <ac:chgData name="Ogburn, Sarah E" userId="c40d2df0-46c9-4be9-b5a6-5c158e399904" providerId="ADAL" clId="{32CAC46E-6015-4B4E-B552-5C7076BA4DBE}" dt="2024-06-14T00:06:49.784" v="1073"/>
          <ac:graphicFrameMkLst>
            <pc:docMk/>
            <pc:sldMk cId="943535066" sldId="395"/>
            <ac:graphicFrameMk id="11" creationId="{C2A7BEF5-70B2-9060-7455-6E36048262DA}"/>
          </ac:graphicFrameMkLst>
        </pc:graphicFrameChg>
        <pc:graphicFrameChg chg="add mod">
          <ac:chgData name="Ogburn, Sarah E" userId="c40d2df0-46c9-4be9-b5a6-5c158e399904" providerId="ADAL" clId="{32CAC46E-6015-4B4E-B552-5C7076BA4DBE}" dt="2024-06-14T00:06:49.784" v="1073"/>
          <ac:graphicFrameMkLst>
            <pc:docMk/>
            <pc:sldMk cId="943535066" sldId="395"/>
            <ac:graphicFrameMk id="13" creationId="{032F938F-F488-A653-B9F7-6C695ACD6524}"/>
          </ac:graphicFrameMkLst>
        </pc:graphicFrameChg>
        <pc:graphicFrameChg chg="add mod">
          <ac:chgData name="Ogburn, Sarah E" userId="c40d2df0-46c9-4be9-b5a6-5c158e399904" providerId="ADAL" clId="{32CAC46E-6015-4B4E-B552-5C7076BA4DBE}" dt="2024-06-14T00:06:49.784" v="1073"/>
          <ac:graphicFrameMkLst>
            <pc:docMk/>
            <pc:sldMk cId="943535066" sldId="395"/>
            <ac:graphicFrameMk id="16" creationId="{707A361A-1636-9BB0-AF1B-8F46B51AFFD0}"/>
          </ac:graphicFrameMkLst>
        </pc:graphicFrameChg>
        <pc:picChg chg="del">
          <ac:chgData name="Ogburn, Sarah E" userId="c40d2df0-46c9-4be9-b5a6-5c158e399904" providerId="ADAL" clId="{32CAC46E-6015-4B4E-B552-5C7076BA4DBE}" dt="2024-06-11T17:17:07.040" v="1031" actId="478"/>
          <ac:picMkLst>
            <pc:docMk/>
            <pc:sldMk cId="943535066" sldId="395"/>
            <ac:picMk id="6" creationId="{00000000-0000-0000-0000-000000000000}"/>
          </ac:picMkLst>
        </pc:picChg>
        <pc:picChg chg="del">
          <ac:chgData name="Ogburn, Sarah E" userId="c40d2df0-46c9-4be9-b5a6-5c158e399904" providerId="ADAL" clId="{32CAC46E-6015-4B4E-B552-5C7076BA4DBE}" dt="2024-06-11T17:17:07.040" v="1031" actId="478"/>
          <ac:picMkLst>
            <pc:docMk/>
            <pc:sldMk cId="943535066" sldId="395"/>
            <ac:picMk id="8" creationId="{00000000-0000-0000-0000-000000000000}"/>
          </ac:picMkLst>
        </pc:picChg>
        <pc:picChg chg="del">
          <ac:chgData name="Ogburn, Sarah E" userId="c40d2df0-46c9-4be9-b5a6-5c158e399904" providerId="ADAL" clId="{32CAC46E-6015-4B4E-B552-5C7076BA4DBE}" dt="2024-06-11T17:17:07.040" v="1031" actId="478"/>
          <ac:picMkLst>
            <pc:docMk/>
            <pc:sldMk cId="943535066" sldId="395"/>
            <ac:picMk id="9" creationId="{00000000-0000-0000-0000-000000000000}"/>
          </ac:picMkLst>
        </pc:picChg>
        <pc:picChg chg="mod">
          <ac:chgData name="Ogburn, Sarah E" userId="c40d2df0-46c9-4be9-b5a6-5c158e399904" providerId="ADAL" clId="{32CAC46E-6015-4B4E-B552-5C7076BA4DBE}" dt="2024-06-14T00:15:29.376" v="1275"/>
          <ac:picMkLst>
            <pc:docMk/>
            <pc:sldMk cId="943535066" sldId="395"/>
            <ac:picMk id="9" creationId="{079E68F3-78D6-CECA-B82D-784A5F55899F}"/>
          </ac:picMkLst>
        </pc:picChg>
        <pc:picChg chg="mod">
          <ac:chgData name="Ogburn, Sarah E" userId="c40d2df0-46c9-4be9-b5a6-5c158e399904" providerId="ADAL" clId="{32CAC46E-6015-4B4E-B552-5C7076BA4DBE}" dt="2024-06-14T00:15:29.376" v="1275"/>
          <ac:picMkLst>
            <pc:docMk/>
            <pc:sldMk cId="943535066" sldId="395"/>
            <ac:picMk id="15" creationId="{99173284-A9AD-B000-18B3-8C60B515A135}"/>
          </ac:picMkLst>
        </pc:picChg>
        <pc:picChg chg="mod">
          <ac:chgData name="Ogburn, Sarah E" userId="c40d2df0-46c9-4be9-b5a6-5c158e399904" providerId="ADAL" clId="{32CAC46E-6015-4B4E-B552-5C7076BA4DBE}" dt="2024-06-14T00:15:29.376" v="1275"/>
          <ac:picMkLst>
            <pc:docMk/>
            <pc:sldMk cId="943535066" sldId="395"/>
            <ac:picMk id="18" creationId="{FDD237FB-0238-54AA-D819-5703117020DC}"/>
          </ac:picMkLst>
        </pc:picChg>
        <pc:picChg chg="del">
          <ac:chgData name="Ogburn, Sarah E" userId="c40d2df0-46c9-4be9-b5a6-5c158e399904" providerId="ADAL" clId="{32CAC46E-6015-4B4E-B552-5C7076BA4DBE}" dt="2024-06-11T17:17:07.040" v="1031" actId="478"/>
          <ac:picMkLst>
            <pc:docMk/>
            <pc:sldMk cId="943535066" sldId="395"/>
            <ac:picMk id="1026" creationId="{00000000-0000-0000-0000-000000000000}"/>
          </ac:picMkLst>
        </pc:picChg>
        <pc:picChg chg="del">
          <ac:chgData name="Ogburn, Sarah E" userId="c40d2df0-46c9-4be9-b5a6-5c158e399904" providerId="ADAL" clId="{32CAC46E-6015-4B4E-B552-5C7076BA4DBE}" dt="2024-06-11T17:17:07.040" v="1031" actId="478"/>
          <ac:picMkLst>
            <pc:docMk/>
            <pc:sldMk cId="943535066" sldId="395"/>
            <ac:picMk id="4098" creationId="{00000000-0000-0000-0000-000000000000}"/>
          </ac:picMkLst>
        </pc:picChg>
      </pc:sldChg>
      <pc:sldChg chg="del">
        <pc:chgData name="Ogburn, Sarah E" userId="c40d2df0-46c9-4be9-b5a6-5c158e399904" providerId="ADAL" clId="{32CAC46E-6015-4B4E-B552-5C7076BA4DBE}" dt="2024-05-23T17:09:34.587" v="0" actId="2696"/>
        <pc:sldMkLst>
          <pc:docMk/>
          <pc:sldMk cId="1293415620" sldId="396"/>
        </pc:sldMkLst>
      </pc:sldChg>
      <pc:sldChg chg="del">
        <pc:chgData name="Ogburn, Sarah E" userId="c40d2df0-46c9-4be9-b5a6-5c158e399904" providerId="ADAL" clId="{32CAC46E-6015-4B4E-B552-5C7076BA4DBE}" dt="2024-05-23T17:09:34.587" v="0" actId="2696"/>
        <pc:sldMkLst>
          <pc:docMk/>
          <pc:sldMk cId="187924216" sldId="397"/>
        </pc:sldMkLst>
      </pc:sldChg>
      <pc:sldChg chg="del">
        <pc:chgData name="Ogburn, Sarah E" userId="c40d2df0-46c9-4be9-b5a6-5c158e399904" providerId="ADAL" clId="{32CAC46E-6015-4B4E-B552-5C7076BA4DBE}" dt="2024-05-23T17:09:34.587" v="0" actId="2696"/>
        <pc:sldMkLst>
          <pc:docMk/>
          <pc:sldMk cId="2430625571" sldId="398"/>
        </pc:sldMkLst>
      </pc:sldChg>
      <pc:sldChg chg="del">
        <pc:chgData name="Ogburn, Sarah E" userId="c40d2df0-46c9-4be9-b5a6-5c158e399904" providerId="ADAL" clId="{32CAC46E-6015-4B4E-B552-5C7076BA4DBE}" dt="2024-05-23T17:09:34.587" v="0" actId="2696"/>
        <pc:sldMkLst>
          <pc:docMk/>
          <pc:sldMk cId="3498620982" sldId="399"/>
        </pc:sldMkLst>
      </pc:sldChg>
      <pc:sldChg chg="del">
        <pc:chgData name="Ogburn, Sarah E" userId="c40d2df0-46c9-4be9-b5a6-5c158e399904" providerId="ADAL" clId="{32CAC46E-6015-4B4E-B552-5C7076BA4DBE}" dt="2024-05-23T17:09:34.587" v="0" actId="2696"/>
        <pc:sldMkLst>
          <pc:docMk/>
          <pc:sldMk cId="2982002341" sldId="400"/>
        </pc:sldMkLst>
      </pc:sldChg>
      <pc:sldChg chg="del">
        <pc:chgData name="Ogburn, Sarah E" userId="c40d2df0-46c9-4be9-b5a6-5c158e399904" providerId="ADAL" clId="{32CAC46E-6015-4B4E-B552-5C7076BA4DBE}" dt="2024-05-23T17:09:34.587" v="0" actId="2696"/>
        <pc:sldMkLst>
          <pc:docMk/>
          <pc:sldMk cId="793517227" sldId="401"/>
        </pc:sldMkLst>
      </pc:sldChg>
      <pc:sldChg chg="addSp modSp mod">
        <pc:chgData name="Ogburn, Sarah E" userId="c40d2df0-46c9-4be9-b5a6-5c158e399904" providerId="ADAL" clId="{32CAC46E-6015-4B4E-B552-5C7076BA4DBE}" dt="2024-06-14T00:33:39.494" v="1569" actId="1076"/>
        <pc:sldMkLst>
          <pc:docMk/>
          <pc:sldMk cId="4117882285" sldId="402"/>
        </pc:sldMkLst>
        <pc:spChg chg="mod">
          <ac:chgData name="Ogburn, Sarah E" userId="c40d2df0-46c9-4be9-b5a6-5c158e399904" providerId="ADAL" clId="{32CAC46E-6015-4B4E-B552-5C7076BA4DBE}" dt="2024-06-14T00:15:42.791" v="1280"/>
          <ac:spMkLst>
            <pc:docMk/>
            <pc:sldMk cId="4117882285" sldId="402"/>
            <ac:spMk id="4" creationId="{BEA13CDC-D771-1ED1-85FD-042B4F6886BE}"/>
          </ac:spMkLst>
        </pc:spChg>
        <pc:spChg chg="add mod">
          <ac:chgData name="Ogburn, Sarah E" userId="c40d2df0-46c9-4be9-b5a6-5c158e399904" providerId="ADAL" clId="{32CAC46E-6015-4B4E-B552-5C7076BA4DBE}" dt="2024-06-14T00:33:39.494" v="1569" actId="1076"/>
          <ac:spMkLst>
            <pc:docMk/>
            <pc:sldMk cId="4117882285" sldId="402"/>
            <ac:spMk id="9" creationId="{A22DF807-C297-A1AA-3236-2341D47146A6}"/>
          </ac:spMkLst>
        </pc:spChg>
        <pc:grpChg chg="add mod">
          <ac:chgData name="Ogburn, Sarah E" userId="c40d2df0-46c9-4be9-b5a6-5c158e399904" providerId="ADAL" clId="{32CAC46E-6015-4B4E-B552-5C7076BA4DBE}" dt="2024-06-14T00:15:42.791" v="1280"/>
          <ac:grpSpMkLst>
            <pc:docMk/>
            <pc:sldMk cId="4117882285" sldId="402"/>
            <ac:grpSpMk id="3" creationId="{B1B6DF96-7379-0D75-78F5-C334862132FF}"/>
          </ac:grpSpMkLst>
        </pc:grpChg>
        <pc:grpChg chg="mod">
          <ac:chgData name="Ogburn, Sarah E" userId="c40d2df0-46c9-4be9-b5a6-5c158e399904" providerId="ADAL" clId="{32CAC46E-6015-4B4E-B552-5C7076BA4DBE}" dt="2024-06-14T00:15:42.791" v="1280"/>
          <ac:grpSpMkLst>
            <pc:docMk/>
            <pc:sldMk cId="4117882285" sldId="402"/>
            <ac:grpSpMk id="5" creationId="{685E028D-9E1F-4E6E-4305-1E2A2357C672}"/>
          </ac:grpSpMkLst>
        </pc:grpChg>
        <pc:picChg chg="mod">
          <ac:chgData name="Ogburn, Sarah E" userId="c40d2df0-46c9-4be9-b5a6-5c158e399904" providerId="ADAL" clId="{32CAC46E-6015-4B4E-B552-5C7076BA4DBE}" dt="2024-06-14T00:06:49.784" v="1073"/>
          <ac:picMkLst>
            <pc:docMk/>
            <pc:sldMk cId="4117882285" sldId="402"/>
            <ac:picMk id="2" creationId="{00000000-0000-0000-0000-000000000000}"/>
          </ac:picMkLst>
        </pc:picChg>
        <pc:picChg chg="mod">
          <ac:chgData name="Ogburn, Sarah E" userId="c40d2df0-46c9-4be9-b5a6-5c158e399904" providerId="ADAL" clId="{32CAC46E-6015-4B4E-B552-5C7076BA4DBE}" dt="2024-06-14T00:15:42.791" v="1280"/>
          <ac:picMkLst>
            <pc:docMk/>
            <pc:sldMk cId="4117882285" sldId="402"/>
            <ac:picMk id="6" creationId="{37B75FB3-C2FF-EAEA-62A1-F4C8FF8C6137}"/>
          </ac:picMkLst>
        </pc:picChg>
        <pc:picChg chg="mod">
          <ac:chgData name="Ogburn, Sarah E" userId="c40d2df0-46c9-4be9-b5a6-5c158e399904" providerId="ADAL" clId="{32CAC46E-6015-4B4E-B552-5C7076BA4DBE}" dt="2024-06-14T00:15:42.791" v="1280"/>
          <ac:picMkLst>
            <pc:docMk/>
            <pc:sldMk cId="4117882285" sldId="402"/>
            <ac:picMk id="7" creationId="{D35DD12E-A04D-FB30-DB7D-CBBE8D8BA18C}"/>
          </ac:picMkLst>
        </pc:picChg>
        <pc:picChg chg="mod">
          <ac:chgData name="Ogburn, Sarah E" userId="c40d2df0-46c9-4be9-b5a6-5c158e399904" providerId="ADAL" clId="{32CAC46E-6015-4B4E-B552-5C7076BA4DBE}" dt="2024-06-14T00:15:42.791" v="1280"/>
          <ac:picMkLst>
            <pc:docMk/>
            <pc:sldMk cId="4117882285" sldId="402"/>
            <ac:picMk id="8" creationId="{24F9770E-064E-E3D9-81CE-F68A71342BA2}"/>
          </ac:picMkLst>
        </pc:picChg>
      </pc:sldChg>
      <pc:sldChg chg="addSp modSp mod">
        <pc:chgData name="Ogburn, Sarah E" userId="c40d2df0-46c9-4be9-b5a6-5c158e399904" providerId="ADAL" clId="{32CAC46E-6015-4B4E-B552-5C7076BA4DBE}" dt="2024-06-14T00:34:00.603" v="1573" actId="1076"/>
        <pc:sldMkLst>
          <pc:docMk/>
          <pc:sldMk cId="4066424834" sldId="403"/>
        </pc:sldMkLst>
        <pc:spChg chg="mod">
          <ac:chgData name="Ogburn, Sarah E" userId="c40d2df0-46c9-4be9-b5a6-5c158e399904" providerId="ADAL" clId="{32CAC46E-6015-4B4E-B552-5C7076BA4DBE}" dt="2024-06-14T00:06:49.784" v="1073"/>
          <ac:spMkLst>
            <pc:docMk/>
            <pc:sldMk cId="4066424834" sldId="403"/>
            <ac:spMk id="3" creationId="{00000000-0000-0000-0000-000000000000}"/>
          </ac:spMkLst>
        </pc:spChg>
        <pc:spChg chg="mod">
          <ac:chgData name="Ogburn, Sarah E" userId="c40d2df0-46c9-4be9-b5a6-5c158e399904" providerId="ADAL" clId="{32CAC46E-6015-4B4E-B552-5C7076BA4DBE}" dt="2024-06-14T00:06:49.784" v="1073"/>
          <ac:spMkLst>
            <pc:docMk/>
            <pc:sldMk cId="4066424834" sldId="403"/>
            <ac:spMk id="6" creationId="{00000000-0000-0000-0000-000000000000}"/>
          </ac:spMkLst>
        </pc:spChg>
        <pc:spChg chg="mod">
          <ac:chgData name="Ogburn, Sarah E" userId="c40d2df0-46c9-4be9-b5a6-5c158e399904" providerId="ADAL" clId="{32CAC46E-6015-4B4E-B552-5C7076BA4DBE}" dt="2024-06-14T00:15:44.776" v="1281"/>
          <ac:spMkLst>
            <pc:docMk/>
            <pc:sldMk cId="4066424834" sldId="403"/>
            <ac:spMk id="8" creationId="{88CA8FF5-65C5-2BB1-B6EC-B4241C14FC30}"/>
          </ac:spMkLst>
        </pc:spChg>
        <pc:spChg chg="add mod">
          <ac:chgData name="Ogburn, Sarah E" userId="c40d2df0-46c9-4be9-b5a6-5c158e399904" providerId="ADAL" clId="{32CAC46E-6015-4B4E-B552-5C7076BA4DBE}" dt="2024-06-14T00:34:00.603" v="1573" actId="1076"/>
          <ac:spMkLst>
            <pc:docMk/>
            <pc:sldMk cId="4066424834" sldId="403"/>
            <ac:spMk id="13" creationId="{85F4A80C-BF8B-62A1-984A-CC476BFA8C24}"/>
          </ac:spMkLst>
        </pc:spChg>
        <pc:grpChg chg="mod">
          <ac:chgData name="Ogburn, Sarah E" userId="c40d2df0-46c9-4be9-b5a6-5c158e399904" providerId="ADAL" clId="{32CAC46E-6015-4B4E-B552-5C7076BA4DBE}" dt="2024-06-14T00:06:49.784" v="1073"/>
          <ac:grpSpMkLst>
            <pc:docMk/>
            <pc:sldMk cId="4066424834" sldId="403"/>
            <ac:grpSpMk id="4" creationId="{00000000-0000-0000-0000-000000000000}"/>
          </ac:grpSpMkLst>
        </pc:grpChg>
        <pc:grpChg chg="add mod">
          <ac:chgData name="Ogburn, Sarah E" userId="c40d2df0-46c9-4be9-b5a6-5c158e399904" providerId="ADAL" clId="{32CAC46E-6015-4B4E-B552-5C7076BA4DBE}" dt="2024-06-14T00:15:44.776" v="1281"/>
          <ac:grpSpMkLst>
            <pc:docMk/>
            <pc:sldMk cId="4066424834" sldId="403"/>
            <ac:grpSpMk id="7" creationId="{B833A44D-C3D5-5549-D166-DF396DBC1DAE}"/>
          </ac:grpSpMkLst>
        </pc:grpChg>
        <pc:grpChg chg="mod">
          <ac:chgData name="Ogburn, Sarah E" userId="c40d2df0-46c9-4be9-b5a6-5c158e399904" providerId="ADAL" clId="{32CAC46E-6015-4B4E-B552-5C7076BA4DBE}" dt="2024-06-14T00:15:44.776" v="1281"/>
          <ac:grpSpMkLst>
            <pc:docMk/>
            <pc:sldMk cId="4066424834" sldId="403"/>
            <ac:grpSpMk id="9" creationId="{39F77462-62C0-EAE2-16F7-BC71A4A313FA}"/>
          </ac:grpSpMkLst>
        </pc:grpChg>
        <pc:picChg chg="mod">
          <ac:chgData name="Ogburn, Sarah E" userId="c40d2df0-46c9-4be9-b5a6-5c158e399904" providerId="ADAL" clId="{32CAC46E-6015-4B4E-B552-5C7076BA4DBE}" dt="2024-06-14T00:06:49.784" v="1073"/>
          <ac:picMkLst>
            <pc:docMk/>
            <pc:sldMk cId="4066424834" sldId="403"/>
            <ac:picMk id="2" creationId="{00000000-0000-0000-0000-000000000000}"/>
          </ac:picMkLst>
        </pc:picChg>
        <pc:picChg chg="mod">
          <ac:chgData name="Ogburn, Sarah E" userId="c40d2df0-46c9-4be9-b5a6-5c158e399904" providerId="ADAL" clId="{32CAC46E-6015-4B4E-B552-5C7076BA4DBE}" dt="2024-06-14T00:15:44.776" v="1281"/>
          <ac:picMkLst>
            <pc:docMk/>
            <pc:sldMk cId="4066424834" sldId="403"/>
            <ac:picMk id="10" creationId="{51757223-D75C-C1F2-A4AE-1C5D48B0F0C0}"/>
          </ac:picMkLst>
        </pc:picChg>
        <pc:picChg chg="mod">
          <ac:chgData name="Ogburn, Sarah E" userId="c40d2df0-46c9-4be9-b5a6-5c158e399904" providerId="ADAL" clId="{32CAC46E-6015-4B4E-B552-5C7076BA4DBE}" dt="2024-06-14T00:15:44.776" v="1281"/>
          <ac:picMkLst>
            <pc:docMk/>
            <pc:sldMk cId="4066424834" sldId="403"/>
            <ac:picMk id="11" creationId="{22BEE94A-86D0-295C-9702-38B95D2A6594}"/>
          </ac:picMkLst>
        </pc:picChg>
        <pc:picChg chg="mod">
          <ac:chgData name="Ogburn, Sarah E" userId="c40d2df0-46c9-4be9-b5a6-5c158e399904" providerId="ADAL" clId="{32CAC46E-6015-4B4E-B552-5C7076BA4DBE}" dt="2024-06-14T00:15:44.776" v="1281"/>
          <ac:picMkLst>
            <pc:docMk/>
            <pc:sldMk cId="4066424834" sldId="403"/>
            <ac:picMk id="12" creationId="{4F06AE8B-8A9D-EDC5-185B-73A8476845D5}"/>
          </ac:picMkLst>
        </pc:picChg>
        <pc:cxnChg chg="mod">
          <ac:chgData name="Ogburn, Sarah E" userId="c40d2df0-46c9-4be9-b5a6-5c158e399904" providerId="ADAL" clId="{32CAC46E-6015-4B4E-B552-5C7076BA4DBE}" dt="2024-06-14T00:06:49.784" v="1073"/>
          <ac:cxnSpMkLst>
            <pc:docMk/>
            <pc:sldMk cId="4066424834" sldId="403"/>
            <ac:cxnSpMk id="5" creationId="{00000000-0000-0000-0000-000000000000}"/>
          </ac:cxnSpMkLst>
        </pc:cxnChg>
      </pc:sldChg>
      <pc:sldChg chg="addSp delSp modSp add mod modAnim">
        <pc:chgData name="Ogburn, Sarah E" userId="c40d2df0-46c9-4be9-b5a6-5c158e399904" providerId="ADAL" clId="{32CAC46E-6015-4B4E-B552-5C7076BA4DBE}" dt="2024-06-14T00:28:33.013" v="1437" actId="403"/>
        <pc:sldMkLst>
          <pc:docMk/>
          <pc:sldMk cId="828377485" sldId="404"/>
        </pc:sldMkLst>
        <pc:spChg chg="del mod">
          <ac:chgData name="Ogburn, Sarah E" userId="c40d2df0-46c9-4be9-b5a6-5c158e399904" providerId="ADAL" clId="{32CAC46E-6015-4B4E-B552-5C7076BA4DBE}" dt="2024-06-14T00:28:25.586" v="1432" actId="478"/>
          <ac:spMkLst>
            <pc:docMk/>
            <pc:sldMk cId="828377485" sldId="404"/>
            <ac:spMk id="2" creationId="{00000000-0000-0000-0000-000000000000}"/>
          </ac:spMkLst>
        </pc:spChg>
        <pc:spChg chg="mod">
          <ac:chgData name="Ogburn, Sarah E" userId="c40d2df0-46c9-4be9-b5a6-5c158e399904" providerId="ADAL" clId="{32CAC46E-6015-4B4E-B552-5C7076BA4DBE}" dt="2024-06-14T00:28:33.013" v="1437" actId="403"/>
          <ac:spMkLst>
            <pc:docMk/>
            <pc:sldMk cId="828377485" sldId="404"/>
            <ac:spMk id="3" creationId="{00000000-0000-0000-0000-000000000000}"/>
          </ac:spMkLst>
        </pc:spChg>
        <pc:spChg chg="mod">
          <ac:chgData name="Ogburn, Sarah E" userId="c40d2df0-46c9-4be9-b5a6-5c158e399904" providerId="ADAL" clId="{32CAC46E-6015-4B4E-B552-5C7076BA4DBE}" dt="2024-06-14T00:06:49.784" v="1073"/>
          <ac:spMkLst>
            <pc:docMk/>
            <pc:sldMk cId="828377485" sldId="404"/>
            <ac:spMk id="4" creationId="{00000000-0000-0000-0000-000000000000}"/>
          </ac:spMkLst>
        </pc:spChg>
        <pc:spChg chg="add del mod">
          <ac:chgData name="Ogburn, Sarah E" userId="c40d2df0-46c9-4be9-b5a6-5c158e399904" providerId="ADAL" clId="{32CAC46E-6015-4B4E-B552-5C7076BA4DBE}" dt="2024-05-23T17:51:34.313" v="48" actId="478"/>
          <ac:spMkLst>
            <pc:docMk/>
            <pc:sldMk cId="828377485" sldId="404"/>
            <ac:spMk id="7" creationId="{6DF8A34C-92FB-AA67-03AC-BA626B2276E5}"/>
          </ac:spMkLst>
        </pc:spChg>
        <pc:spChg chg="mod">
          <ac:chgData name="Ogburn, Sarah E" userId="c40d2df0-46c9-4be9-b5a6-5c158e399904" providerId="ADAL" clId="{32CAC46E-6015-4B4E-B552-5C7076BA4DBE}" dt="2024-06-14T00:15:02.551" v="1264"/>
          <ac:spMkLst>
            <pc:docMk/>
            <pc:sldMk cId="828377485" sldId="404"/>
            <ac:spMk id="7" creationId="{72AC52FF-0058-4D29-8FF6-8582A30BFA77}"/>
          </ac:spMkLst>
        </pc:spChg>
        <pc:spChg chg="add mod">
          <ac:chgData name="Ogburn, Sarah E" userId="c40d2df0-46c9-4be9-b5a6-5c158e399904" providerId="ADAL" clId="{32CAC46E-6015-4B4E-B552-5C7076BA4DBE}" dt="2024-06-14T00:06:49.784" v="1073"/>
          <ac:spMkLst>
            <pc:docMk/>
            <pc:sldMk cId="828377485" sldId="404"/>
            <ac:spMk id="8" creationId="{CD19774F-3F65-F333-E6F9-E29AC5D38EF3}"/>
          </ac:spMkLst>
        </pc:spChg>
        <pc:spChg chg="add del mod">
          <ac:chgData name="Ogburn, Sarah E" userId="c40d2df0-46c9-4be9-b5a6-5c158e399904" providerId="ADAL" clId="{32CAC46E-6015-4B4E-B552-5C7076BA4DBE}" dt="2024-05-23T17:51:35.360" v="49" actId="478"/>
          <ac:spMkLst>
            <pc:docMk/>
            <pc:sldMk cId="828377485" sldId="404"/>
            <ac:spMk id="12" creationId="{86F6811E-EAEC-DBC2-BAB7-1180BEDF63DF}"/>
          </ac:spMkLst>
        </pc:spChg>
        <pc:spChg chg="add del mod">
          <ac:chgData name="Ogburn, Sarah E" userId="c40d2df0-46c9-4be9-b5a6-5c158e399904" providerId="ADAL" clId="{32CAC46E-6015-4B4E-B552-5C7076BA4DBE}" dt="2024-06-14T00:28:27.638" v="1433" actId="478"/>
          <ac:spMkLst>
            <pc:docMk/>
            <pc:sldMk cId="828377485" sldId="404"/>
            <ac:spMk id="17" creationId="{8CB1ED02-5F56-63D8-B110-2F28DEB7C58C}"/>
          </ac:spMkLst>
        </pc:spChg>
        <pc:spChg chg="add mod">
          <ac:chgData name="Ogburn, Sarah E" userId="c40d2df0-46c9-4be9-b5a6-5c158e399904" providerId="ADAL" clId="{32CAC46E-6015-4B4E-B552-5C7076BA4DBE}" dt="2024-06-14T00:28:28.088" v="1434"/>
          <ac:spMkLst>
            <pc:docMk/>
            <pc:sldMk cId="828377485" sldId="404"/>
            <ac:spMk id="18" creationId="{8ABA37B0-C593-0407-66E3-AA0CC5FD573C}"/>
          </ac:spMkLst>
        </pc:spChg>
        <pc:grpChg chg="add mod">
          <ac:chgData name="Ogburn, Sarah E" userId="c40d2df0-46c9-4be9-b5a6-5c158e399904" providerId="ADAL" clId="{32CAC46E-6015-4B4E-B552-5C7076BA4DBE}" dt="2024-06-14T00:15:02.551" v="1264"/>
          <ac:grpSpMkLst>
            <pc:docMk/>
            <pc:sldMk cId="828377485" sldId="404"/>
            <ac:grpSpMk id="5" creationId="{8E67271B-E04B-C140-8406-3B73F6D52FB6}"/>
          </ac:grpSpMkLst>
        </pc:grpChg>
        <pc:grpChg chg="mod">
          <ac:chgData name="Ogburn, Sarah E" userId="c40d2df0-46c9-4be9-b5a6-5c158e399904" providerId="ADAL" clId="{32CAC46E-6015-4B4E-B552-5C7076BA4DBE}" dt="2024-06-14T00:15:02.551" v="1264"/>
          <ac:grpSpMkLst>
            <pc:docMk/>
            <pc:sldMk cId="828377485" sldId="404"/>
            <ac:grpSpMk id="12" creationId="{02CEF24F-835C-0901-105E-BAC69950139B}"/>
          </ac:grpSpMkLst>
        </pc:grpChg>
        <pc:picChg chg="del">
          <ac:chgData name="Ogburn, Sarah E" userId="c40d2df0-46c9-4be9-b5a6-5c158e399904" providerId="ADAL" clId="{32CAC46E-6015-4B4E-B552-5C7076BA4DBE}" dt="2024-05-23T17:45:06.689" v="34" actId="478"/>
          <ac:picMkLst>
            <pc:docMk/>
            <pc:sldMk cId="828377485" sldId="404"/>
            <ac:picMk id="5" creationId="{00000000-0000-0000-0000-000000000000}"/>
          </ac:picMkLst>
        </pc:picChg>
        <pc:picChg chg="add mod">
          <ac:chgData name="Ogburn, Sarah E" userId="c40d2df0-46c9-4be9-b5a6-5c158e399904" providerId="ADAL" clId="{32CAC46E-6015-4B4E-B552-5C7076BA4DBE}" dt="2024-06-14T00:06:49.784" v="1073"/>
          <ac:picMkLst>
            <pc:docMk/>
            <pc:sldMk cId="828377485" sldId="404"/>
            <ac:picMk id="6" creationId="{03213769-F19C-7752-1D95-5216685FB752}"/>
          </ac:picMkLst>
        </pc:picChg>
        <pc:picChg chg="add mod">
          <ac:chgData name="Ogburn, Sarah E" userId="c40d2df0-46c9-4be9-b5a6-5c158e399904" providerId="ADAL" clId="{32CAC46E-6015-4B4E-B552-5C7076BA4DBE}" dt="2024-06-14T00:06:49.784" v="1073"/>
          <ac:picMkLst>
            <pc:docMk/>
            <pc:sldMk cId="828377485" sldId="404"/>
            <ac:picMk id="9" creationId="{184292D9-D599-DB89-CF25-8BA62BF0EA71}"/>
          </ac:picMkLst>
        </pc:picChg>
        <pc:picChg chg="mod">
          <ac:chgData name="Ogburn, Sarah E" userId="c40d2df0-46c9-4be9-b5a6-5c158e399904" providerId="ADAL" clId="{32CAC46E-6015-4B4E-B552-5C7076BA4DBE}" dt="2024-06-14T00:15:02.551" v="1264"/>
          <ac:picMkLst>
            <pc:docMk/>
            <pc:sldMk cId="828377485" sldId="404"/>
            <ac:picMk id="13" creationId="{19C0D314-E25B-1D36-47AE-D611E08E563E}"/>
          </ac:picMkLst>
        </pc:picChg>
        <pc:picChg chg="mod">
          <ac:chgData name="Ogburn, Sarah E" userId="c40d2df0-46c9-4be9-b5a6-5c158e399904" providerId="ADAL" clId="{32CAC46E-6015-4B4E-B552-5C7076BA4DBE}" dt="2024-06-14T00:15:02.551" v="1264"/>
          <ac:picMkLst>
            <pc:docMk/>
            <pc:sldMk cId="828377485" sldId="404"/>
            <ac:picMk id="14" creationId="{7F2BD7F8-2AB0-B40F-A86D-A8ECCA38AFCD}"/>
          </ac:picMkLst>
        </pc:picChg>
        <pc:picChg chg="mod">
          <ac:chgData name="Ogburn, Sarah E" userId="c40d2df0-46c9-4be9-b5a6-5c158e399904" providerId="ADAL" clId="{32CAC46E-6015-4B4E-B552-5C7076BA4DBE}" dt="2024-06-14T00:15:02.551" v="1264"/>
          <ac:picMkLst>
            <pc:docMk/>
            <pc:sldMk cId="828377485" sldId="404"/>
            <ac:picMk id="15" creationId="{C4159F01-9326-AF9F-039B-30C40C8F7A05}"/>
          </ac:picMkLst>
        </pc:picChg>
        <pc:cxnChg chg="add mod">
          <ac:chgData name="Ogburn, Sarah E" userId="c40d2df0-46c9-4be9-b5a6-5c158e399904" providerId="ADAL" clId="{32CAC46E-6015-4B4E-B552-5C7076BA4DBE}" dt="2024-06-14T00:06:49.784" v="1073"/>
          <ac:cxnSpMkLst>
            <pc:docMk/>
            <pc:sldMk cId="828377485" sldId="404"/>
            <ac:cxnSpMk id="10" creationId="{31BDE812-EEF8-E35B-6C64-EC68EA0696CF}"/>
          </ac:cxnSpMkLst>
        </pc:cxnChg>
        <pc:cxnChg chg="add mod">
          <ac:chgData name="Ogburn, Sarah E" userId="c40d2df0-46c9-4be9-b5a6-5c158e399904" providerId="ADAL" clId="{32CAC46E-6015-4B4E-B552-5C7076BA4DBE}" dt="2024-06-14T00:06:49.784" v="1073"/>
          <ac:cxnSpMkLst>
            <pc:docMk/>
            <pc:sldMk cId="828377485" sldId="404"/>
            <ac:cxnSpMk id="11" creationId="{DF6AB1EB-413E-5724-FD49-1FD23415917A}"/>
          </ac:cxnSpMkLst>
        </pc:cxnChg>
      </pc:sldChg>
      <pc:sldChg chg="addSp delSp modSp add mod delAnim">
        <pc:chgData name="Ogburn, Sarah E" userId="c40d2df0-46c9-4be9-b5a6-5c158e399904" providerId="ADAL" clId="{32CAC46E-6015-4B4E-B552-5C7076BA4DBE}" dt="2024-06-14T00:29:49.290" v="1466" actId="1076"/>
        <pc:sldMkLst>
          <pc:docMk/>
          <pc:sldMk cId="3669296472" sldId="405"/>
        </pc:sldMkLst>
        <pc:spChg chg="del mod">
          <ac:chgData name="Ogburn, Sarah E" userId="c40d2df0-46c9-4be9-b5a6-5c158e399904" providerId="ADAL" clId="{32CAC46E-6015-4B4E-B552-5C7076BA4DBE}" dt="2024-06-14T00:29:08.170" v="1449" actId="478"/>
          <ac:spMkLst>
            <pc:docMk/>
            <pc:sldMk cId="3669296472" sldId="405"/>
            <ac:spMk id="2" creationId="{00000000-0000-0000-0000-000000000000}"/>
          </ac:spMkLst>
        </pc:spChg>
        <pc:spChg chg="mod">
          <ac:chgData name="Ogburn, Sarah E" userId="c40d2df0-46c9-4be9-b5a6-5c158e399904" providerId="ADAL" clId="{32CAC46E-6015-4B4E-B552-5C7076BA4DBE}" dt="2024-06-14T00:29:42.269" v="1463" actId="14100"/>
          <ac:spMkLst>
            <pc:docMk/>
            <pc:sldMk cId="3669296472" sldId="405"/>
            <ac:spMk id="3" creationId="{00000000-0000-0000-0000-000000000000}"/>
          </ac:spMkLst>
        </pc:spChg>
        <pc:spChg chg="mod">
          <ac:chgData name="Ogburn, Sarah E" userId="c40d2df0-46c9-4be9-b5a6-5c158e399904" providerId="ADAL" clId="{32CAC46E-6015-4B4E-B552-5C7076BA4DBE}" dt="2024-06-14T00:06:49.784" v="1073"/>
          <ac:spMkLst>
            <pc:docMk/>
            <pc:sldMk cId="3669296472" sldId="405"/>
            <ac:spMk id="4" creationId="{00000000-0000-0000-0000-000000000000}"/>
          </ac:spMkLst>
        </pc:spChg>
        <pc:spChg chg="add del mod">
          <ac:chgData name="Ogburn, Sarah E" userId="c40d2df0-46c9-4be9-b5a6-5c158e399904" providerId="ADAL" clId="{32CAC46E-6015-4B4E-B552-5C7076BA4DBE}" dt="2024-06-14T00:29:17.637" v="1454" actId="478"/>
          <ac:spMkLst>
            <pc:docMk/>
            <pc:sldMk cId="3669296472" sldId="405"/>
            <ac:spMk id="6" creationId="{8E6F6B78-B176-FB07-CBBA-A4E2916DB5FB}"/>
          </ac:spMkLst>
        </pc:spChg>
        <pc:spChg chg="mod">
          <ac:chgData name="Ogburn, Sarah E" userId="c40d2df0-46c9-4be9-b5a6-5c158e399904" providerId="ADAL" clId="{32CAC46E-6015-4B4E-B552-5C7076BA4DBE}" dt="2024-06-14T00:15:07.778" v="1266"/>
          <ac:spMkLst>
            <pc:docMk/>
            <pc:sldMk cId="3669296472" sldId="405"/>
            <ac:spMk id="8" creationId="{18251C99-72F0-40E5-F767-620815C7907B}"/>
          </ac:spMkLst>
        </pc:spChg>
        <pc:spChg chg="del">
          <ac:chgData name="Ogburn, Sarah E" userId="c40d2df0-46c9-4be9-b5a6-5c158e399904" providerId="ADAL" clId="{32CAC46E-6015-4B4E-B552-5C7076BA4DBE}" dt="2024-05-23T17:53:05.518" v="80" actId="478"/>
          <ac:spMkLst>
            <pc:docMk/>
            <pc:sldMk cId="3669296472" sldId="405"/>
            <ac:spMk id="8" creationId="{CD19774F-3F65-F333-E6F9-E29AC5D38EF3}"/>
          </ac:spMkLst>
        </pc:spChg>
        <pc:spChg chg="add del mod">
          <ac:chgData name="Ogburn, Sarah E" userId="c40d2df0-46c9-4be9-b5a6-5c158e399904" providerId="ADAL" clId="{32CAC46E-6015-4B4E-B552-5C7076BA4DBE}" dt="2024-06-14T00:29:10.079" v="1450" actId="478"/>
          <ac:spMkLst>
            <pc:docMk/>
            <pc:sldMk cId="3669296472" sldId="405"/>
            <ac:spMk id="14" creationId="{6DF853BB-57CF-09B0-C109-89B9CDDAA6D2}"/>
          </ac:spMkLst>
        </pc:spChg>
        <pc:spChg chg="add mod">
          <ac:chgData name="Ogburn, Sarah E" userId="c40d2df0-46c9-4be9-b5a6-5c158e399904" providerId="ADAL" clId="{32CAC46E-6015-4B4E-B552-5C7076BA4DBE}" dt="2024-06-14T00:29:10.712" v="1451"/>
          <ac:spMkLst>
            <pc:docMk/>
            <pc:sldMk cId="3669296472" sldId="405"/>
            <ac:spMk id="15" creationId="{EACE6132-4C99-BAE0-40BB-15FA16786696}"/>
          </ac:spMkLst>
        </pc:spChg>
        <pc:grpChg chg="add mod">
          <ac:chgData name="Ogburn, Sarah E" userId="c40d2df0-46c9-4be9-b5a6-5c158e399904" providerId="ADAL" clId="{32CAC46E-6015-4B4E-B552-5C7076BA4DBE}" dt="2024-06-14T00:15:07.778" v="1266"/>
          <ac:grpSpMkLst>
            <pc:docMk/>
            <pc:sldMk cId="3669296472" sldId="405"/>
            <ac:grpSpMk id="5" creationId="{325B7F14-66F5-4AA6-15C7-07A519A4066A}"/>
          </ac:grpSpMkLst>
        </pc:grpChg>
        <pc:grpChg chg="mod">
          <ac:chgData name="Ogburn, Sarah E" userId="c40d2df0-46c9-4be9-b5a6-5c158e399904" providerId="ADAL" clId="{32CAC46E-6015-4B4E-B552-5C7076BA4DBE}" dt="2024-06-14T00:15:07.778" v="1266"/>
          <ac:grpSpMkLst>
            <pc:docMk/>
            <pc:sldMk cId="3669296472" sldId="405"/>
            <ac:grpSpMk id="9" creationId="{5F579022-6FE1-7BC6-4BF8-8AB3C37D1813}"/>
          </ac:grpSpMkLst>
        </pc:grpChg>
        <pc:picChg chg="del mod">
          <ac:chgData name="Ogburn, Sarah E" userId="c40d2df0-46c9-4be9-b5a6-5c158e399904" providerId="ADAL" clId="{32CAC46E-6015-4B4E-B552-5C7076BA4DBE}" dt="2024-05-23T17:53:03.272" v="79" actId="478"/>
          <ac:picMkLst>
            <pc:docMk/>
            <pc:sldMk cId="3669296472" sldId="405"/>
            <ac:picMk id="6" creationId="{03213769-F19C-7752-1D95-5216685FB752}"/>
          </ac:picMkLst>
        </pc:picChg>
        <pc:picChg chg="add mod ord modCrop">
          <ac:chgData name="Ogburn, Sarah E" userId="c40d2df0-46c9-4be9-b5a6-5c158e399904" providerId="ADAL" clId="{32CAC46E-6015-4B4E-B552-5C7076BA4DBE}" dt="2024-06-14T00:29:49.290" v="1466" actId="1076"/>
          <ac:picMkLst>
            <pc:docMk/>
            <pc:sldMk cId="3669296472" sldId="405"/>
            <ac:picMk id="7" creationId="{E14B2014-433A-0F7E-26DA-18CDE1A26E56}"/>
          </ac:picMkLst>
        </pc:picChg>
        <pc:picChg chg="del">
          <ac:chgData name="Ogburn, Sarah E" userId="c40d2df0-46c9-4be9-b5a6-5c158e399904" providerId="ADAL" clId="{32CAC46E-6015-4B4E-B552-5C7076BA4DBE}" dt="2024-05-23T17:53:05.518" v="80" actId="478"/>
          <ac:picMkLst>
            <pc:docMk/>
            <pc:sldMk cId="3669296472" sldId="405"/>
            <ac:picMk id="9" creationId="{184292D9-D599-DB89-CF25-8BA62BF0EA71}"/>
          </ac:picMkLst>
        </pc:picChg>
        <pc:picChg chg="mod">
          <ac:chgData name="Ogburn, Sarah E" userId="c40d2df0-46c9-4be9-b5a6-5c158e399904" providerId="ADAL" clId="{32CAC46E-6015-4B4E-B552-5C7076BA4DBE}" dt="2024-06-14T00:15:07.778" v="1266"/>
          <ac:picMkLst>
            <pc:docMk/>
            <pc:sldMk cId="3669296472" sldId="405"/>
            <ac:picMk id="10" creationId="{77399579-AC17-B801-A37A-137467167E0B}"/>
          </ac:picMkLst>
        </pc:picChg>
        <pc:picChg chg="mod">
          <ac:chgData name="Ogburn, Sarah E" userId="c40d2df0-46c9-4be9-b5a6-5c158e399904" providerId="ADAL" clId="{32CAC46E-6015-4B4E-B552-5C7076BA4DBE}" dt="2024-06-14T00:15:07.778" v="1266"/>
          <ac:picMkLst>
            <pc:docMk/>
            <pc:sldMk cId="3669296472" sldId="405"/>
            <ac:picMk id="11" creationId="{C57DAE97-9905-FE3A-A030-5ACA101B03D3}"/>
          </ac:picMkLst>
        </pc:picChg>
        <pc:picChg chg="mod">
          <ac:chgData name="Ogburn, Sarah E" userId="c40d2df0-46c9-4be9-b5a6-5c158e399904" providerId="ADAL" clId="{32CAC46E-6015-4B4E-B552-5C7076BA4DBE}" dt="2024-06-14T00:15:07.778" v="1266"/>
          <ac:picMkLst>
            <pc:docMk/>
            <pc:sldMk cId="3669296472" sldId="405"/>
            <ac:picMk id="12" creationId="{A0884AFF-6408-D6AD-A5D1-C11A280BACD9}"/>
          </ac:picMkLst>
        </pc:picChg>
        <pc:cxnChg chg="del">
          <ac:chgData name="Ogburn, Sarah E" userId="c40d2df0-46c9-4be9-b5a6-5c158e399904" providerId="ADAL" clId="{32CAC46E-6015-4B4E-B552-5C7076BA4DBE}" dt="2024-05-23T17:53:05.518" v="80" actId="478"/>
          <ac:cxnSpMkLst>
            <pc:docMk/>
            <pc:sldMk cId="3669296472" sldId="405"/>
            <ac:cxnSpMk id="10" creationId="{31BDE812-EEF8-E35B-6C64-EC68EA0696CF}"/>
          </ac:cxnSpMkLst>
        </pc:cxnChg>
        <pc:cxnChg chg="del">
          <ac:chgData name="Ogburn, Sarah E" userId="c40d2df0-46c9-4be9-b5a6-5c158e399904" providerId="ADAL" clId="{32CAC46E-6015-4B4E-B552-5C7076BA4DBE}" dt="2024-05-23T17:53:05.518" v="80" actId="478"/>
          <ac:cxnSpMkLst>
            <pc:docMk/>
            <pc:sldMk cId="3669296472" sldId="405"/>
            <ac:cxnSpMk id="11" creationId="{DF6AB1EB-413E-5724-FD49-1FD23415917A}"/>
          </ac:cxnSpMkLst>
        </pc:cxnChg>
      </pc:sldChg>
      <pc:sldChg chg="addSp delSp modSp new del mod">
        <pc:chgData name="Ogburn, Sarah E" userId="c40d2df0-46c9-4be9-b5a6-5c158e399904" providerId="ADAL" clId="{32CAC46E-6015-4B4E-B552-5C7076BA4DBE}" dt="2024-05-23T18:30:55.788" v="328" actId="2696"/>
        <pc:sldMkLst>
          <pc:docMk/>
          <pc:sldMk cId="405389754" sldId="406"/>
        </pc:sldMkLst>
        <pc:spChg chg="del">
          <ac:chgData name="Ogburn, Sarah E" userId="c40d2df0-46c9-4be9-b5a6-5c158e399904" providerId="ADAL" clId="{32CAC46E-6015-4B4E-B552-5C7076BA4DBE}" dt="2024-05-23T18:29:53.383" v="275" actId="478"/>
          <ac:spMkLst>
            <pc:docMk/>
            <pc:sldMk cId="405389754" sldId="406"/>
            <ac:spMk id="2" creationId="{ED4403E9-4F85-2EC3-6435-D90AE6ADF2B7}"/>
          </ac:spMkLst>
        </pc:spChg>
        <pc:spChg chg="add mod">
          <ac:chgData name="Ogburn, Sarah E" userId="c40d2df0-46c9-4be9-b5a6-5c158e399904" providerId="ADAL" clId="{32CAC46E-6015-4B4E-B552-5C7076BA4DBE}" dt="2024-05-23T18:29:50.604" v="274"/>
          <ac:spMkLst>
            <pc:docMk/>
            <pc:sldMk cId="405389754" sldId="406"/>
            <ac:spMk id="6" creationId="{A213A0C0-B284-2994-5CA4-2C86C4EEA769}"/>
          </ac:spMkLst>
        </pc:spChg>
        <pc:picChg chg="add">
          <ac:chgData name="Ogburn, Sarah E" userId="c40d2df0-46c9-4be9-b5a6-5c158e399904" providerId="ADAL" clId="{32CAC46E-6015-4B4E-B552-5C7076BA4DBE}" dt="2024-05-23T18:29:42.742" v="273" actId="22"/>
          <ac:picMkLst>
            <pc:docMk/>
            <pc:sldMk cId="405389754" sldId="406"/>
            <ac:picMk id="5" creationId="{01F9BD2D-7F22-92FB-7D29-39A1B8C42FA3}"/>
          </ac:picMkLst>
        </pc:picChg>
      </pc:sldChg>
      <pc:sldChg chg="addSp delSp modSp add mod modAnim">
        <pc:chgData name="Ogburn, Sarah E" userId="c40d2df0-46c9-4be9-b5a6-5c158e399904" providerId="ADAL" clId="{32CAC46E-6015-4B4E-B552-5C7076BA4DBE}" dt="2024-06-14T00:29:05.204" v="1448" actId="1076"/>
        <pc:sldMkLst>
          <pc:docMk/>
          <pc:sldMk cId="521609266" sldId="407"/>
        </pc:sldMkLst>
        <pc:spChg chg="del mod">
          <ac:chgData name="Ogburn, Sarah E" userId="c40d2df0-46c9-4be9-b5a6-5c158e399904" providerId="ADAL" clId="{32CAC46E-6015-4B4E-B552-5C7076BA4DBE}" dt="2024-06-14T00:28:44.745" v="1438" actId="478"/>
          <ac:spMkLst>
            <pc:docMk/>
            <pc:sldMk cId="521609266" sldId="407"/>
            <ac:spMk id="2" creationId="{00000000-0000-0000-0000-000000000000}"/>
          </ac:spMkLst>
        </pc:spChg>
        <pc:spChg chg="del">
          <ac:chgData name="Ogburn, Sarah E" userId="c40d2df0-46c9-4be9-b5a6-5c158e399904" providerId="ADAL" clId="{32CAC46E-6015-4B4E-B552-5C7076BA4DBE}" dt="2024-05-23T18:30:10.114" v="277" actId="478"/>
          <ac:spMkLst>
            <pc:docMk/>
            <pc:sldMk cId="521609266" sldId="407"/>
            <ac:spMk id="3" creationId="{00000000-0000-0000-0000-000000000000}"/>
          </ac:spMkLst>
        </pc:spChg>
        <pc:spChg chg="del">
          <ac:chgData name="Ogburn, Sarah E" userId="c40d2df0-46c9-4be9-b5a6-5c158e399904" providerId="ADAL" clId="{32CAC46E-6015-4B4E-B552-5C7076BA4DBE}" dt="2024-05-23T18:30:10.114" v="277" actId="478"/>
          <ac:spMkLst>
            <pc:docMk/>
            <pc:sldMk cId="521609266" sldId="407"/>
            <ac:spMk id="4" creationId="{00000000-0000-0000-0000-000000000000}"/>
          </ac:spMkLst>
        </pc:spChg>
        <pc:spChg chg="add mod">
          <ac:chgData name="Ogburn, Sarah E" userId="c40d2df0-46c9-4be9-b5a6-5c158e399904" providerId="ADAL" clId="{32CAC46E-6015-4B4E-B552-5C7076BA4DBE}" dt="2024-06-14T00:28:52.060" v="1443" actId="403"/>
          <ac:spMkLst>
            <pc:docMk/>
            <pc:sldMk cId="521609266" sldId="407"/>
            <ac:spMk id="5" creationId="{6E93F303-A2DF-335E-D9BF-650E2CD31C04}"/>
          </ac:spMkLst>
        </pc:spChg>
        <pc:spChg chg="mod">
          <ac:chgData name="Ogburn, Sarah E" userId="c40d2df0-46c9-4be9-b5a6-5c158e399904" providerId="ADAL" clId="{32CAC46E-6015-4B4E-B552-5C7076BA4DBE}" dt="2024-06-14T00:15:05.307" v="1265"/>
          <ac:spMkLst>
            <pc:docMk/>
            <pc:sldMk cId="521609266" sldId="407"/>
            <ac:spMk id="6" creationId="{78976604-467B-9BD0-B20D-FCA15EB3EA8D}"/>
          </ac:spMkLst>
        </pc:spChg>
        <pc:spChg chg="del">
          <ac:chgData name="Ogburn, Sarah E" userId="c40d2df0-46c9-4be9-b5a6-5c158e399904" providerId="ADAL" clId="{32CAC46E-6015-4B4E-B552-5C7076BA4DBE}" dt="2024-05-23T18:30:10.114" v="277" actId="478"/>
          <ac:spMkLst>
            <pc:docMk/>
            <pc:sldMk cId="521609266" sldId="407"/>
            <ac:spMk id="8" creationId="{CD19774F-3F65-F333-E6F9-E29AC5D38EF3}"/>
          </ac:spMkLst>
        </pc:spChg>
        <pc:spChg chg="add del mod">
          <ac:chgData name="Ogburn, Sarah E" userId="c40d2df0-46c9-4be9-b5a6-5c158e399904" providerId="ADAL" clId="{32CAC46E-6015-4B4E-B552-5C7076BA4DBE}" dt="2024-06-14T00:28:47.199" v="1439" actId="478"/>
          <ac:spMkLst>
            <pc:docMk/>
            <pc:sldMk cId="521609266" sldId="407"/>
            <ac:spMk id="13" creationId="{A973748A-6137-A564-E818-62031D8E8A47}"/>
          </ac:spMkLst>
        </pc:spChg>
        <pc:spChg chg="add mod">
          <ac:chgData name="Ogburn, Sarah E" userId="c40d2df0-46c9-4be9-b5a6-5c158e399904" providerId="ADAL" clId="{32CAC46E-6015-4B4E-B552-5C7076BA4DBE}" dt="2024-06-14T00:28:47.588" v="1440"/>
          <ac:spMkLst>
            <pc:docMk/>
            <pc:sldMk cId="521609266" sldId="407"/>
            <ac:spMk id="14" creationId="{7BBECFA7-2FA1-7B38-9FAD-F7E8A2E08A8D}"/>
          </ac:spMkLst>
        </pc:spChg>
        <pc:grpChg chg="add mod">
          <ac:chgData name="Ogburn, Sarah E" userId="c40d2df0-46c9-4be9-b5a6-5c158e399904" providerId="ADAL" clId="{32CAC46E-6015-4B4E-B552-5C7076BA4DBE}" dt="2024-06-14T00:15:05.307" v="1265"/>
          <ac:grpSpMkLst>
            <pc:docMk/>
            <pc:sldMk cId="521609266" sldId="407"/>
            <ac:grpSpMk id="4" creationId="{05739E52-CFA0-11F1-55A8-C3741000CDED}"/>
          </ac:grpSpMkLst>
        </pc:grpChg>
        <pc:grpChg chg="mod">
          <ac:chgData name="Ogburn, Sarah E" userId="c40d2df0-46c9-4be9-b5a6-5c158e399904" providerId="ADAL" clId="{32CAC46E-6015-4B4E-B552-5C7076BA4DBE}" dt="2024-06-14T00:15:05.307" v="1265"/>
          <ac:grpSpMkLst>
            <pc:docMk/>
            <pc:sldMk cId="521609266" sldId="407"/>
            <ac:grpSpMk id="8" creationId="{A29E122D-1523-EDE6-A182-DE10E8D87947}"/>
          </ac:grpSpMkLst>
        </pc:grpChg>
        <pc:picChg chg="add mod">
          <ac:chgData name="Ogburn, Sarah E" userId="c40d2df0-46c9-4be9-b5a6-5c158e399904" providerId="ADAL" clId="{32CAC46E-6015-4B4E-B552-5C7076BA4DBE}" dt="2024-06-14T00:29:05.204" v="1448" actId="1076"/>
          <ac:picMkLst>
            <pc:docMk/>
            <pc:sldMk cId="521609266" sldId="407"/>
            <ac:picMk id="3" creationId="{74977CE2-0685-A796-5B2E-E0B929C0E931}"/>
          </ac:picMkLst>
        </pc:picChg>
        <pc:picChg chg="del">
          <ac:chgData name="Ogburn, Sarah E" userId="c40d2df0-46c9-4be9-b5a6-5c158e399904" providerId="ADAL" clId="{32CAC46E-6015-4B4E-B552-5C7076BA4DBE}" dt="2024-05-23T18:30:10.114" v="277" actId="478"/>
          <ac:picMkLst>
            <pc:docMk/>
            <pc:sldMk cId="521609266" sldId="407"/>
            <ac:picMk id="6" creationId="{03213769-F19C-7752-1D95-5216685FB752}"/>
          </ac:picMkLst>
        </pc:picChg>
        <pc:picChg chg="add mod">
          <ac:chgData name="Ogburn, Sarah E" userId="c40d2df0-46c9-4be9-b5a6-5c158e399904" providerId="ADAL" clId="{32CAC46E-6015-4B4E-B552-5C7076BA4DBE}" dt="2024-06-14T00:28:58.450" v="1445" actId="14100"/>
          <ac:picMkLst>
            <pc:docMk/>
            <pc:sldMk cId="521609266" sldId="407"/>
            <ac:picMk id="7" creationId="{3849B27E-88D8-7969-42CB-9A320DA9766D}"/>
          </ac:picMkLst>
        </pc:picChg>
        <pc:picChg chg="del">
          <ac:chgData name="Ogburn, Sarah E" userId="c40d2df0-46c9-4be9-b5a6-5c158e399904" providerId="ADAL" clId="{32CAC46E-6015-4B4E-B552-5C7076BA4DBE}" dt="2024-05-23T18:30:10.114" v="277" actId="478"/>
          <ac:picMkLst>
            <pc:docMk/>
            <pc:sldMk cId="521609266" sldId="407"/>
            <ac:picMk id="9" creationId="{184292D9-D599-DB89-CF25-8BA62BF0EA71}"/>
          </ac:picMkLst>
        </pc:picChg>
        <pc:picChg chg="mod">
          <ac:chgData name="Ogburn, Sarah E" userId="c40d2df0-46c9-4be9-b5a6-5c158e399904" providerId="ADAL" clId="{32CAC46E-6015-4B4E-B552-5C7076BA4DBE}" dt="2024-06-14T00:15:05.307" v="1265"/>
          <ac:picMkLst>
            <pc:docMk/>
            <pc:sldMk cId="521609266" sldId="407"/>
            <ac:picMk id="9" creationId="{38F95ED9-D46D-ADCB-0043-6783B5302886}"/>
          </ac:picMkLst>
        </pc:picChg>
        <pc:picChg chg="mod">
          <ac:chgData name="Ogburn, Sarah E" userId="c40d2df0-46c9-4be9-b5a6-5c158e399904" providerId="ADAL" clId="{32CAC46E-6015-4B4E-B552-5C7076BA4DBE}" dt="2024-06-14T00:15:05.307" v="1265"/>
          <ac:picMkLst>
            <pc:docMk/>
            <pc:sldMk cId="521609266" sldId="407"/>
            <ac:picMk id="10" creationId="{83D77571-86B6-71CF-D1F0-D2E924B14425}"/>
          </ac:picMkLst>
        </pc:picChg>
        <pc:picChg chg="mod">
          <ac:chgData name="Ogburn, Sarah E" userId="c40d2df0-46c9-4be9-b5a6-5c158e399904" providerId="ADAL" clId="{32CAC46E-6015-4B4E-B552-5C7076BA4DBE}" dt="2024-06-14T00:15:05.307" v="1265"/>
          <ac:picMkLst>
            <pc:docMk/>
            <pc:sldMk cId="521609266" sldId="407"/>
            <ac:picMk id="11" creationId="{785B84E7-698C-27A4-1584-3058F9574EDE}"/>
          </ac:picMkLst>
        </pc:picChg>
        <pc:cxnChg chg="del">
          <ac:chgData name="Ogburn, Sarah E" userId="c40d2df0-46c9-4be9-b5a6-5c158e399904" providerId="ADAL" clId="{32CAC46E-6015-4B4E-B552-5C7076BA4DBE}" dt="2024-05-23T18:30:10.114" v="277" actId="478"/>
          <ac:cxnSpMkLst>
            <pc:docMk/>
            <pc:sldMk cId="521609266" sldId="407"/>
            <ac:cxnSpMk id="10" creationId="{31BDE812-EEF8-E35B-6C64-EC68EA0696CF}"/>
          </ac:cxnSpMkLst>
        </pc:cxnChg>
        <pc:cxnChg chg="del">
          <ac:chgData name="Ogburn, Sarah E" userId="c40d2df0-46c9-4be9-b5a6-5c158e399904" providerId="ADAL" clId="{32CAC46E-6015-4B4E-B552-5C7076BA4DBE}" dt="2024-05-23T18:30:10.114" v="277" actId="478"/>
          <ac:cxnSpMkLst>
            <pc:docMk/>
            <pc:sldMk cId="521609266" sldId="407"/>
            <ac:cxnSpMk id="11" creationId="{DF6AB1EB-413E-5724-FD49-1FD23415917A}"/>
          </ac:cxnSpMkLst>
        </pc:cxnChg>
      </pc:sldChg>
      <pc:sldChg chg="addSp delSp modSp add del mod">
        <pc:chgData name="Ogburn, Sarah E" userId="c40d2df0-46c9-4be9-b5a6-5c158e399904" providerId="ADAL" clId="{32CAC46E-6015-4B4E-B552-5C7076BA4DBE}" dt="2024-06-14T00:24:52.054" v="1381" actId="2696"/>
        <pc:sldMkLst>
          <pc:docMk/>
          <pc:sldMk cId="4052449073" sldId="408"/>
        </pc:sldMkLst>
        <pc:spChg chg="mod">
          <ac:chgData name="Ogburn, Sarah E" userId="c40d2df0-46c9-4be9-b5a6-5c158e399904" providerId="ADAL" clId="{32CAC46E-6015-4B4E-B552-5C7076BA4DBE}" dt="2024-06-14T00:06:54.960" v="1074"/>
          <ac:spMkLst>
            <pc:docMk/>
            <pc:sldMk cId="4052449073" sldId="408"/>
            <ac:spMk id="2" creationId="{00000000-0000-0000-0000-000000000000}"/>
          </ac:spMkLst>
        </pc:spChg>
        <pc:spChg chg="mod">
          <ac:chgData name="Ogburn, Sarah E" userId="c40d2df0-46c9-4be9-b5a6-5c158e399904" providerId="ADAL" clId="{32CAC46E-6015-4B4E-B552-5C7076BA4DBE}" dt="2024-06-14T00:06:54.960" v="1074"/>
          <ac:spMkLst>
            <pc:docMk/>
            <pc:sldMk cId="4052449073" sldId="408"/>
            <ac:spMk id="3" creationId="{00000000-0000-0000-0000-000000000000}"/>
          </ac:spMkLst>
        </pc:spChg>
        <pc:spChg chg="mod">
          <ac:chgData name="Ogburn, Sarah E" userId="c40d2df0-46c9-4be9-b5a6-5c158e399904" providerId="ADAL" clId="{32CAC46E-6015-4B4E-B552-5C7076BA4DBE}" dt="2024-06-14T00:13:15.931" v="1231"/>
          <ac:spMkLst>
            <pc:docMk/>
            <pc:sldMk cId="4052449073" sldId="408"/>
            <ac:spMk id="6" creationId="{77BE7478-5BFD-DAEB-1EC0-9E83AA4BC106}"/>
          </ac:spMkLst>
        </pc:spChg>
        <pc:grpChg chg="add mod">
          <ac:chgData name="Ogburn, Sarah E" userId="c40d2df0-46c9-4be9-b5a6-5c158e399904" providerId="ADAL" clId="{32CAC46E-6015-4B4E-B552-5C7076BA4DBE}" dt="2024-06-14T00:13:15.931" v="1231"/>
          <ac:grpSpMkLst>
            <pc:docMk/>
            <pc:sldMk cId="4052449073" sldId="408"/>
            <ac:grpSpMk id="5" creationId="{F3516269-EB70-0570-9148-85A8D092CF03}"/>
          </ac:grpSpMkLst>
        </pc:grpChg>
        <pc:grpChg chg="mod">
          <ac:chgData name="Ogburn, Sarah E" userId="c40d2df0-46c9-4be9-b5a6-5c158e399904" providerId="ADAL" clId="{32CAC46E-6015-4B4E-B552-5C7076BA4DBE}" dt="2024-06-14T00:13:15.931" v="1231"/>
          <ac:grpSpMkLst>
            <pc:docMk/>
            <pc:sldMk cId="4052449073" sldId="408"/>
            <ac:grpSpMk id="7" creationId="{D415BC8D-E054-74D0-EDB6-B73462D2C153}"/>
          </ac:grpSpMkLst>
        </pc:grpChg>
        <pc:picChg chg="add mod">
          <ac:chgData name="Ogburn, Sarah E" userId="c40d2df0-46c9-4be9-b5a6-5c158e399904" providerId="ADAL" clId="{32CAC46E-6015-4B4E-B552-5C7076BA4DBE}" dt="2024-06-14T00:06:49.784" v="1073"/>
          <ac:picMkLst>
            <pc:docMk/>
            <pc:sldMk cId="4052449073" sldId="408"/>
            <ac:picMk id="4" creationId="{30951C95-CFA2-AA84-840C-62D5F5A9F8F1}"/>
          </ac:picMkLst>
        </pc:picChg>
        <pc:picChg chg="del">
          <ac:chgData name="Ogburn, Sarah E" userId="c40d2df0-46c9-4be9-b5a6-5c158e399904" providerId="ADAL" clId="{32CAC46E-6015-4B4E-B552-5C7076BA4DBE}" dt="2024-06-05T23:59:18.955" v="502" actId="478"/>
          <ac:picMkLst>
            <pc:docMk/>
            <pc:sldMk cId="4052449073" sldId="408"/>
            <ac:picMk id="5" creationId="{00000000-0000-0000-0000-000000000000}"/>
          </ac:picMkLst>
        </pc:picChg>
        <pc:picChg chg="mod">
          <ac:chgData name="Ogburn, Sarah E" userId="c40d2df0-46c9-4be9-b5a6-5c158e399904" providerId="ADAL" clId="{32CAC46E-6015-4B4E-B552-5C7076BA4DBE}" dt="2024-06-14T00:13:15.931" v="1231"/>
          <ac:picMkLst>
            <pc:docMk/>
            <pc:sldMk cId="4052449073" sldId="408"/>
            <ac:picMk id="8" creationId="{73B43E6E-AF47-D95B-FEC0-5C748D9F583B}"/>
          </ac:picMkLst>
        </pc:picChg>
        <pc:picChg chg="mod">
          <ac:chgData name="Ogburn, Sarah E" userId="c40d2df0-46c9-4be9-b5a6-5c158e399904" providerId="ADAL" clId="{32CAC46E-6015-4B4E-B552-5C7076BA4DBE}" dt="2024-06-14T00:13:15.931" v="1231"/>
          <ac:picMkLst>
            <pc:docMk/>
            <pc:sldMk cId="4052449073" sldId="408"/>
            <ac:picMk id="9" creationId="{F7065D52-5201-864A-777E-8A9E1439405A}"/>
          </ac:picMkLst>
        </pc:picChg>
        <pc:picChg chg="mod">
          <ac:chgData name="Ogburn, Sarah E" userId="c40d2df0-46c9-4be9-b5a6-5c158e399904" providerId="ADAL" clId="{32CAC46E-6015-4B4E-B552-5C7076BA4DBE}" dt="2024-06-14T00:13:15.931" v="1231"/>
          <ac:picMkLst>
            <pc:docMk/>
            <pc:sldMk cId="4052449073" sldId="408"/>
            <ac:picMk id="10" creationId="{144DD2D3-06B3-E3E3-1FC0-4BFC443E4593}"/>
          </ac:picMkLst>
        </pc:picChg>
      </pc:sldChg>
      <pc:sldChg chg="addSp delSp modSp add mod">
        <pc:chgData name="Ogburn, Sarah E" userId="c40d2df0-46c9-4be9-b5a6-5c158e399904" providerId="ADAL" clId="{32CAC46E-6015-4B4E-B552-5C7076BA4DBE}" dt="2024-06-14T00:31:05.868" v="1541" actId="1076"/>
        <pc:sldMkLst>
          <pc:docMk/>
          <pc:sldMk cId="1691537914" sldId="409"/>
        </pc:sldMkLst>
        <pc:spChg chg="del mod">
          <ac:chgData name="Ogburn, Sarah E" userId="c40d2df0-46c9-4be9-b5a6-5c158e399904" providerId="ADAL" clId="{32CAC46E-6015-4B4E-B552-5C7076BA4DBE}" dt="2024-06-14T00:30:21.264" v="1474" actId="478"/>
          <ac:spMkLst>
            <pc:docMk/>
            <pc:sldMk cId="1691537914" sldId="409"/>
            <ac:spMk id="2" creationId="{00000000-0000-0000-0000-000000000000}"/>
          </ac:spMkLst>
        </pc:spChg>
        <pc:spChg chg="mod">
          <ac:chgData name="Ogburn, Sarah E" userId="c40d2df0-46c9-4be9-b5a6-5c158e399904" providerId="ADAL" clId="{32CAC46E-6015-4B4E-B552-5C7076BA4DBE}" dt="2024-06-14T00:30:56.770" v="1540" actId="20577"/>
          <ac:spMkLst>
            <pc:docMk/>
            <pc:sldMk cId="1691537914" sldId="409"/>
            <ac:spMk id="3" creationId="{00000000-0000-0000-0000-000000000000}"/>
          </ac:spMkLst>
        </pc:spChg>
        <pc:spChg chg="mod">
          <ac:chgData name="Ogburn, Sarah E" userId="c40d2df0-46c9-4be9-b5a6-5c158e399904" providerId="ADAL" clId="{32CAC46E-6015-4B4E-B552-5C7076BA4DBE}" dt="2024-06-14T00:15:15.758" v="1270"/>
          <ac:spMkLst>
            <pc:docMk/>
            <pc:sldMk cId="1691537914" sldId="409"/>
            <ac:spMk id="5" creationId="{BDDF1D74-B671-C2DD-50EF-E81DC4BFAB3B}"/>
          </ac:spMkLst>
        </pc:spChg>
        <pc:spChg chg="add del mod">
          <ac:chgData name="Ogburn, Sarah E" userId="c40d2df0-46c9-4be9-b5a6-5c158e399904" providerId="ADAL" clId="{32CAC46E-6015-4B4E-B552-5C7076BA4DBE}" dt="2024-06-14T00:30:23.893" v="1475" actId="478"/>
          <ac:spMkLst>
            <pc:docMk/>
            <pc:sldMk cId="1691537914" sldId="409"/>
            <ac:spMk id="12" creationId="{824FF3A9-6A82-7B2D-494A-19423E522B30}"/>
          </ac:spMkLst>
        </pc:spChg>
        <pc:spChg chg="add mod">
          <ac:chgData name="Ogburn, Sarah E" userId="c40d2df0-46c9-4be9-b5a6-5c158e399904" providerId="ADAL" clId="{32CAC46E-6015-4B4E-B552-5C7076BA4DBE}" dt="2024-06-14T00:30:24.335" v="1476"/>
          <ac:spMkLst>
            <pc:docMk/>
            <pc:sldMk cId="1691537914" sldId="409"/>
            <ac:spMk id="13" creationId="{506EB479-E821-9A74-CD8B-928AF0DC74D2}"/>
          </ac:spMkLst>
        </pc:spChg>
        <pc:grpChg chg="add mod">
          <ac:chgData name="Ogburn, Sarah E" userId="c40d2df0-46c9-4be9-b5a6-5c158e399904" providerId="ADAL" clId="{32CAC46E-6015-4B4E-B552-5C7076BA4DBE}" dt="2024-06-14T00:15:15.758" v="1270"/>
          <ac:grpSpMkLst>
            <pc:docMk/>
            <pc:sldMk cId="1691537914" sldId="409"/>
            <ac:grpSpMk id="4" creationId="{9347FA8E-9D11-D6C6-FB8F-0E9D8308D08C}"/>
          </ac:grpSpMkLst>
        </pc:grpChg>
        <pc:grpChg chg="mod">
          <ac:chgData name="Ogburn, Sarah E" userId="c40d2df0-46c9-4be9-b5a6-5c158e399904" providerId="ADAL" clId="{32CAC46E-6015-4B4E-B552-5C7076BA4DBE}" dt="2024-06-14T00:15:15.758" v="1270"/>
          <ac:grpSpMkLst>
            <pc:docMk/>
            <pc:sldMk cId="1691537914" sldId="409"/>
            <ac:grpSpMk id="6" creationId="{E57FFE9B-A4D5-4FA2-1B9B-45667163A004}"/>
          </ac:grpSpMkLst>
        </pc:grpChg>
        <pc:picChg chg="mod">
          <ac:chgData name="Ogburn, Sarah E" userId="c40d2df0-46c9-4be9-b5a6-5c158e399904" providerId="ADAL" clId="{32CAC46E-6015-4B4E-B552-5C7076BA4DBE}" dt="2024-06-14T00:15:15.758" v="1270"/>
          <ac:picMkLst>
            <pc:docMk/>
            <pc:sldMk cId="1691537914" sldId="409"/>
            <ac:picMk id="7" creationId="{17E45C21-5E85-3B0F-CE9C-8ED82E90EF4B}"/>
          </ac:picMkLst>
        </pc:picChg>
        <pc:picChg chg="mod">
          <ac:chgData name="Ogburn, Sarah E" userId="c40d2df0-46c9-4be9-b5a6-5c158e399904" providerId="ADAL" clId="{32CAC46E-6015-4B4E-B552-5C7076BA4DBE}" dt="2024-06-14T00:15:15.758" v="1270"/>
          <ac:picMkLst>
            <pc:docMk/>
            <pc:sldMk cId="1691537914" sldId="409"/>
            <ac:picMk id="8" creationId="{29372171-90F1-BD3B-8B94-32E1A356223B}"/>
          </ac:picMkLst>
        </pc:picChg>
        <pc:picChg chg="mod">
          <ac:chgData name="Ogburn, Sarah E" userId="c40d2df0-46c9-4be9-b5a6-5c158e399904" providerId="ADAL" clId="{32CAC46E-6015-4B4E-B552-5C7076BA4DBE}" dt="2024-06-14T00:15:15.758" v="1270"/>
          <ac:picMkLst>
            <pc:docMk/>
            <pc:sldMk cId="1691537914" sldId="409"/>
            <ac:picMk id="9" creationId="{7C9E7222-E3A2-DD64-02CE-5BA17144EDF9}"/>
          </ac:picMkLst>
        </pc:picChg>
        <pc:picChg chg="mod">
          <ac:chgData name="Ogburn, Sarah E" userId="c40d2df0-46c9-4be9-b5a6-5c158e399904" providerId="ADAL" clId="{32CAC46E-6015-4B4E-B552-5C7076BA4DBE}" dt="2024-06-14T00:31:05.868" v="1541" actId="1076"/>
          <ac:picMkLst>
            <pc:docMk/>
            <pc:sldMk cId="1691537914" sldId="409"/>
            <ac:picMk id="10" creationId="{00000000-0000-0000-0000-000000000000}"/>
          </ac:picMkLst>
        </pc:picChg>
      </pc:sldChg>
      <pc:sldChg chg="addSp modSp add">
        <pc:chgData name="Ogburn, Sarah E" userId="c40d2df0-46c9-4be9-b5a6-5c158e399904" providerId="ADAL" clId="{32CAC46E-6015-4B4E-B552-5C7076BA4DBE}" dt="2024-06-14T00:11:23.433" v="1175"/>
        <pc:sldMkLst>
          <pc:docMk/>
          <pc:sldMk cId="1602772196" sldId="413"/>
        </pc:sldMkLst>
        <pc:spChg chg="mod">
          <ac:chgData name="Ogburn, Sarah E" userId="c40d2df0-46c9-4be9-b5a6-5c158e399904" providerId="ADAL" clId="{32CAC46E-6015-4B4E-B552-5C7076BA4DBE}" dt="2024-06-14T00:06:54.960" v="1074"/>
          <ac:spMkLst>
            <pc:docMk/>
            <pc:sldMk cId="1602772196" sldId="413"/>
            <ac:spMk id="2" creationId="{00000000-0000-0000-0000-000000000000}"/>
          </ac:spMkLst>
        </pc:spChg>
        <pc:spChg chg="mod">
          <ac:chgData name="Ogburn, Sarah E" userId="c40d2df0-46c9-4be9-b5a6-5c158e399904" providerId="ADAL" clId="{32CAC46E-6015-4B4E-B552-5C7076BA4DBE}" dt="2024-06-14T00:06:54.960" v="1074"/>
          <ac:spMkLst>
            <pc:docMk/>
            <pc:sldMk cId="1602772196" sldId="413"/>
            <ac:spMk id="3" creationId="{00000000-0000-0000-0000-000000000000}"/>
          </ac:spMkLst>
        </pc:spChg>
        <pc:spChg chg="mod">
          <ac:chgData name="Ogburn, Sarah E" userId="c40d2df0-46c9-4be9-b5a6-5c158e399904" providerId="ADAL" clId="{32CAC46E-6015-4B4E-B552-5C7076BA4DBE}" dt="2024-06-14T00:11:23.433" v="1175"/>
          <ac:spMkLst>
            <pc:docMk/>
            <pc:sldMk cId="1602772196" sldId="413"/>
            <ac:spMk id="5" creationId="{CBC9B6CC-3395-BBC7-783F-EEDE54430078}"/>
          </ac:spMkLst>
        </pc:spChg>
        <pc:grpChg chg="add mod">
          <ac:chgData name="Ogburn, Sarah E" userId="c40d2df0-46c9-4be9-b5a6-5c158e399904" providerId="ADAL" clId="{32CAC46E-6015-4B4E-B552-5C7076BA4DBE}" dt="2024-06-14T00:11:23.433" v="1175"/>
          <ac:grpSpMkLst>
            <pc:docMk/>
            <pc:sldMk cId="1602772196" sldId="413"/>
            <ac:grpSpMk id="4" creationId="{ED230956-AA07-9CC9-D9F9-5D936B0815CD}"/>
          </ac:grpSpMkLst>
        </pc:grpChg>
        <pc:grpChg chg="mod">
          <ac:chgData name="Ogburn, Sarah E" userId="c40d2df0-46c9-4be9-b5a6-5c158e399904" providerId="ADAL" clId="{32CAC46E-6015-4B4E-B552-5C7076BA4DBE}" dt="2024-06-14T00:11:23.433" v="1175"/>
          <ac:grpSpMkLst>
            <pc:docMk/>
            <pc:sldMk cId="1602772196" sldId="413"/>
            <ac:grpSpMk id="6" creationId="{848E53A2-7676-D576-2FF4-2E3C5FBA73C6}"/>
          </ac:grpSpMkLst>
        </pc:grpChg>
        <pc:picChg chg="mod">
          <ac:chgData name="Ogburn, Sarah E" userId="c40d2df0-46c9-4be9-b5a6-5c158e399904" providerId="ADAL" clId="{32CAC46E-6015-4B4E-B552-5C7076BA4DBE}" dt="2024-06-14T00:11:23.433" v="1175"/>
          <ac:picMkLst>
            <pc:docMk/>
            <pc:sldMk cId="1602772196" sldId="413"/>
            <ac:picMk id="7" creationId="{2C65C8D5-048E-DD8F-9FCB-EB723C9BE598}"/>
          </ac:picMkLst>
        </pc:picChg>
        <pc:picChg chg="mod">
          <ac:chgData name="Ogburn, Sarah E" userId="c40d2df0-46c9-4be9-b5a6-5c158e399904" providerId="ADAL" clId="{32CAC46E-6015-4B4E-B552-5C7076BA4DBE}" dt="2024-06-14T00:11:23.433" v="1175"/>
          <ac:picMkLst>
            <pc:docMk/>
            <pc:sldMk cId="1602772196" sldId="413"/>
            <ac:picMk id="8" creationId="{D59AC953-78D4-C9BF-8198-165EF34AA6F0}"/>
          </ac:picMkLst>
        </pc:picChg>
        <pc:picChg chg="mod">
          <ac:chgData name="Ogburn, Sarah E" userId="c40d2df0-46c9-4be9-b5a6-5c158e399904" providerId="ADAL" clId="{32CAC46E-6015-4B4E-B552-5C7076BA4DBE}" dt="2024-06-14T00:11:23.433" v="1175"/>
          <ac:picMkLst>
            <pc:docMk/>
            <pc:sldMk cId="1602772196" sldId="413"/>
            <ac:picMk id="9" creationId="{6E704E7F-A1A3-0447-3C89-37B035C44A37}"/>
          </ac:picMkLst>
        </pc:picChg>
      </pc:sldChg>
      <pc:sldChg chg="addSp modSp add">
        <pc:chgData name="Ogburn, Sarah E" userId="c40d2df0-46c9-4be9-b5a6-5c158e399904" providerId="ADAL" clId="{32CAC46E-6015-4B4E-B552-5C7076BA4DBE}" dt="2024-06-14T00:11:33.681" v="1176"/>
        <pc:sldMkLst>
          <pc:docMk/>
          <pc:sldMk cId="3304061596" sldId="414"/>
        </pc:sldMkLst>
        <pc:spChg chg="mod">
          <ac:chgData name="Ogburn, Sarah E" userId="c40d2df0-46c9-4be9-b5a6-5c158e399904" providerId="ADAL" clId="{32CAC46E-6015-4B4E-B552-5C7076BA4DBE}" dt="2024-06-14T00:11:33.681" v="1176"/>
          <ac:spMkLst>
            <pc:docMk/>
            <pc:sldMk cId="3304061596" sldId="414"/>
            <ac:spMk id="3" creationId="{1A451D01-43B0-F008-E3A4-D8F4AE5DD867}"/>
          </ac:spMkLst>
        </pc:spChg>
        <pc:spChg chg="mod">
          <ac:chgData name="Ogburn, Sarah E" userId="c40d2df0-46c9-4be9-b5a6-5c158e399904" providerId="ADAL" clId="{32CAC46E-6015-4B4E-B552-5C7076BA4DBE}" dt="2024-06-14T00:06:54.960" v="1074"/>
          <ac:spMkLst>
            <pc:docMk/>
            <pc:sldMk cId="3304061596" sldId="414"/>
            <ac:spMk id="7" creationId="{00000000-0000-0000-0000-000000000000}"/>
          </ac:spMkLst>
        </pc:spChg>
        <pc:spChg chg="mod">
          <ac:chgData name="Ogburn, Sarah E" userId="c40d2df0-46c9-4be9-b5a6-5c158e399904" providerId="ADAL" clId="{32CAC46E-6015-4B4E-B552-5C7076BA4DBE}" dt="2024-06-14T00:06:54.960" v="1074"/>
          <ac:spMkLst>
            <pc:docMk/>
            <pc:sldMk cId="3304061596" sldId="414"/>
            <ac:spMk id="8" creationId="{00000000-0000-0000-0000-000000000000}"/>
          </ac:spMkLst>
        </pc:spChg>
        <pc:spChg chg="mod">
          <ac:chgData name="Ogburn, Sarah E" userId="c40d2df0-46c9-4be9-b5a6-5c158e399904" providerId="ADAL" clId="{32CAC46E-6015-4B4E-B552-5C7076BA4DBE}" dt="2024-06-14T00:06:54.960" v="1074"/>
          <ac:spMkLst>
            <pc:docMk/>
            <pc:sldMk cId="3304061596" sldId="414"/>
            <ac:spMk id="9" creationId="{00000000-0000-0000-0000-000000000000}"/>
          </ac:spMkLst>
        </pc:spChg>
        <pc:spChg chg="mod">
          <ac:chgData name="Ogburn, Sarah E" userId="c40d2df0-46c9-4be9-b5a6-5c158e399904" providerId="ADAL" clId="{32CAC46E-6015-4B4E-B552-5C7076BA4DBE}" dt="2024-06-14T00:06:54.960" v="1074"/>
          <ac:spMkLst>
            <pc:docMk/>
            <pc:sldMk cId="3304061596" sldId="414"/>
            <ac:spMk id="10" creationId="{00000000-0000-0000-0000-000000000000}"/>
          </ac:spMkLst>
        </pc:spChg>
        <pc:spChg chg="mod">
          <ac:chgData name="Ogburn, Sarah E" userId="c40d2df0-46c9-4be9-b5a6-5c158e399904" providerId="ADAL" clId="{32CAC46E-6015-4B4E-B552-5C7076BA4DBE}" dt="2024-06-14T00:06:54.960" v="1074"/>
          <ac:spMkLst>
            <pc:docMk/>
            <pc:sldMk cId="3304061596" sldId="414"/>
            <ac:spMk id="11" creationId="{00000000-0000-0000-0000-000000000000}"/>
          </ac:spMkLst>
        </pc:spChg>
        <pc:grpChg chg="add mod">
          <ac:chgData name="Ogburn, Sarah E" userId="c40d2df0-46c9-4be9-b5a6-5c158e399904" providerId="ADAL" clId="{32CAC46E-6015-4B4E-B552-5C7076BA4DBE}" dt="2024-06-14T00:11:33.681" v="1176"/>
          <ac:grpSpMkLst>
            <pc:docMk/>
            <pc:sldMk cId="3304061596" sldId="414"/>
            <ac:grpSpMk id="2" creationId="{DFE7A333-5D1F-849D-0D7D-A77FA0E757D4}"/>
          </ac:grpSpMkLst>
        </pc:grpChg>
        <pc:grpChg chg="mod">
          <ac:chgData name="Ogburn, Sarah E" userId="c40d2df0-46c9-4be9-b5a6-5c158e399904" providerId="ADAL" clId="{32CAC46E-6015-4B4E-B552-5C7076BA4DBE}" dt="2024-06-14T00:11:33.681" v="1176"/>
          <ac:grpSpMkLst>
            <pc:docMk/>
            <pc:sldMk cId="3304061596" sldId="414"/>
            <ac:grpSpMk id="4" creationId="{01C71BAD-9F5B-C352-6CC5-7034AA9A8D41}"/>
          </ac:grpSpMkLst>
        </pc:grpChg>
        <pc:picChg chg="mod">
          <ac:chgData name="Ogburn, Sarah E" userId="c40d2df0-46c9-4be9-b5a6-5c158e399904" providerId="ADAL" clId="{32CAC46E-6015-4B4E-B552-5C7076BA4DBE}" dt="2024-06-14T00:11:33.681" v="1176"/>
          <ac:picMkLst>
            <pc:docMk/>
            <pc:sldMk cId="3304061596" sldId="414"/>
            <ac:picMk id="5" creationId="{B974C3B8-CD6B-15CC-FC81-577F50EAD905}"/>
          </ac:picMkLst>
        </pc:picChg>
        <pc:picChg chg="mod">
          <ac:chgData name="Ogburn, Sarah E" userId="c40d2df0-46c9-4be9-b5a6-5c158e399904" providerId="ADAL" clId="{32CAC46E-6015-4B4E-B552-5C7076BA4DBE}" dt="2024-06-14T00:11:33.681" v="1176"/>
          <ac:picMkLst>
            <pc:docMk/>
            <pc:sldMk cId="3304061596" sldId="414"/>
            <ac:picMk id="6" creationId="{97FA5BDC-8B98-78F8-1842-E945E2852353}"/>
          </ac:picMkLst>
        </pc:picChg>
        <pc:picChg chg="mod">
          <ac:chgData name="Ogburn, Sarah E" userId="c40d2df0-46c9-4be9-b5a6-5c158e399904" providerId="ADAL" clId="{32CAC46E-6015-4B4E-B552-5C7076BA4DBE}" dt="2024-06-14T00:11:33.681" v="1176"/>
          <ac:picMkLst>
            <pc:docMk/>
            <pc:sldMk cId="3304061596" sldId="414"/>
            <ac:picMk id="12" creationId="{4B21EC7B-FB2C-E7B1-3E28-32C6E9FCFAE8}"/>
          </ac:picMkLst>
        </pc:picChg>
      </pc:sldChg>
      <pc:sldChg chg="addSp delSp modSp add del mod chgLayout">
        <pc:chgData name="Ogburn, Sarah E" userId="c40d2df0-46c9-4be9-b5a6-5c158e399904" providerId="ADAL" clId="{32CAC46E-6015-4B4E-B552-5C7076BA4DBE}" dt="2024-06-14T00:12:28.799" v="1205" actId="2696"/>
        <pc:sldMkLst>
          <pc:docMk/>
          <pc:sldMk cId="2865971215" sldId="415"/>
        </pc:sldMkLst>
        <pc:spChg chg="mod ord">
          <ac:chgData name="Ogburn, Sarah E" userId="c40d2df0-46c9-4be9-b5a6-5c158e399904" providerId="ADAL" clId="{32CAC46E-6015-4B4E-B552-5C7076BA4DBE}" dt="2024-06-14T00:11:42.092" v="1178" actId="700"/>
          <ac:spMkLst>
            <pc:docMk/>
            <pc:sldMk cId="2865971215" sldId="415"/>
            <ac:spMk id="2" creationId="{00000000-0000-0000-0000-000000000000}"/>
          </ac:spMkLst>
        </pc:spChg>
        <pc:spChg chg="mod ord">
          <ac:chgData name="Ogburn, Sarah E" userId="c40d2df0-46c9-4be9-b5a6-5c158e399904" providerId="ADAL" clId="{32CAC46E-6015-4B4E-B552-5C7076BA4DBE}" dt="2024-06-14T00:11:42.092" v="1178" actId="700"/>
          <ac:spMkLst>
            <pc:docMk/>
            <pc:sldMk cId="2865971215" sldId="415"/>
            <ac:spMk id="3" creationId="{00000000-0000-0000-0000-000000000000}"/>
          </ac:spMkLst>
        </pc:spChg>
        <pc:spChg chg="del mod">
          <ac:chgData name="Ogburn, Sarah E" userId="c40d2df0-46c9-4be9-b5a6-5c158e399904" providerId="ADAL" clId="{32CAC46E-6015-4B4E-B552-5C7076BA4DBE}" dt="2024-06-14T00:11:42.092" v="1178" actId="700"/>
          <ac:spMkLst>
            <pc:docMk/>
            <pc:sldMk cId="2865971215" sldId="415"/>
            <ac:spMk id="4" creationId="{00000000-0000-0000-0000-000000000000}"/>
          </ac:spMkLst>
        </pc:spChg>
        <pc:spChg chg="mod ord">
          <ac:chgData name="Ogburn, Sarah E" userId="c40d2df0-46c9-4be9-b5a6-5c158e399904" providerId="ADAL" clId="{32CAC46E-6015-4B4E-B552-5C7076BA4DBE}" dt="2024-06-14T00:11:42.092" v="1178" actId="700"/>
          <ac:spMkLst>
            <pc:docMk/>
            <pc:sldMk cId="2865971215" sldId="415"/>
            <ac:spMk id="6" creationId="{00000000-0000-0000-0000-000000000000}"/>
          </ac:spMkLst>
        </pc:spChg>
        <pc:spChg chg="mod">
          <ac:chgData name="Ogburn, Sarah E" userId="c40d2df0-46c9-4be9-b5a6-5c158e399904" providerId="ADAL" clId="{32CAC46E-6015-4B4E-B552-5C7076BA4DBE}" dt="2024-06-14T00:11:36.513" v="1177"/>
          <ac:spMkLst>
            <pc:docMk/>
            <pc:sldMk cId="2865971215" sldId="415"/>
            <ac:spMk id="9" creationId="{ED8B4648-EACC-BE7C-D9DC-64D2AE4C638D}"/>
          </ac:spMkLst>
        </pc:spChg>
        <pc:spChg chg="add mod ord">
          <ac:chgData name="Ogburn, Sarah E" userId="c40d2df0-46c9-4be9-b5a6-5c158e399904" providerId="ADAL" clId="{32CAC46E-6015-4B4E-B552-5C7076BA4DBE}" dt="2024-06-14T00:11:42.092" v="1178" actId="700"/>
          <ac:spMkLst>
            <pc:docMk/>
            <pc:sldMk cId="2865971215" sldId="415"/>
            <ac:spMk id="14" creationId="{79156971-0951-EC1F-EC0D-6F46AF14185D}"/>
          </ac:spMkLst>
        </pc:spChg>
        <pc:grpChg chg="add mod">
          <ac:chgData name="Ogburn, Sarah E" userId="c40d2df0-46c9-4be9-b5a6-5c158e399904" providerId="ADAL" clId="{32CAC46E-6015-4B4E-B552-5C7076BA4DBE}" dt="2024-06-14T00:11:36.513" v="1177"/>
          <ac:grpSpMkLst>
            <pc:docMk/>
            <pc:sldMk cId="2865971215" sldId="415"/>
            <ac:grpSpMk id="5" creationId="{A89D07EB-8C08-2A3B-FC91-C7413882B6CB}"/>
          </ac:grpSpMkLst>
        </pc:grpChg>
        <pc:grpChg chg="mod">
          <ac:chgData name="Ogburn, Sarah E" userId="c40d2df0-46c9-4be9-b5a6-5c158e399904" providerId="ADAL" clId="{32CAC46E-6015-4B4E-B552-5C7076BA4DBE}" dt="2024-06-14T00:11:36.513" v="1177"/>
          <ac:grpSpMkLst>
            <pc:docMk/>
            <pc:sldMk cId="2865971215" sldId="415"/>
            <ac:grpSpMk id="10" creationId="{02A90B44-887C-5DA5-3421-46A5AE1AD047}"/>
          </ac:grpSpMkLst>
        </pc:grpChg>
        <pc:picChg chg="mod ord">
          <ac:chgData name="Ogburn, Sarah E" userId="c40d2df0-46c9-4be9-b5a6-5c158e399904" providerId="ADAL" clId="{32CAC46E-6015-4B4E-B552-5C7076BA4DBE}" dt="2024-06-14T00:11:42.092" v="1178" actId="700"/>
          <ac:picMkLst>
            <pc:docMk/>
            <pc:sldMk cId="2865971215" sldId="415"/>
            <ac:picMk id="7" creationId="{00000000-0000-0000-0000-000000000000}"/>
          </ac:picMkLst>
        </pc:picChg>
        <pc:picChg chg="mod">
          <ac:chgData name="Ogburn, Sarah E" userId="c40d2df0-46c9-4be9-b5a6-5c158e399904" providerId="ADAL" clId="{32CAC46E-6015-4B4E-B552-5C7076BA4DBE}" dt="2024-06-14T00:06:49.784" v="1073"/>
          <ac:picMkLst>
            <pc:docMk/>
            <pc:sldMk cId="2865971215" sldId="415"/>
            <ac:picMk id="8" creationId="{00000000-0000-0000-0000-000000000000}"/>
          </ac:picMkLst>
        </pc:picChg>
        <pc:picChg chg="mod">
          <ac:chgData name="Ogburn, Sarah E" userId="c40d2df0-46c9-4be9-b5a6-5c158e399904" providerId="ADAL" clId="{32CAC46E-6015-4B4E-B552-5C7076BA4DBE}" dt="2024-06-14T00:11:36.513" v="1177"/>
          <ac:picMkLst>
            <pc:docMk/>
            <pc:sldMk cId="2865971215" sldId="415"/>
            <ac:picMk id="11" creationId="{BB3732FA-BCA9-8E03-1DE9-62E4D99B7A63}"/>
          </ac:picMkLst>
        </pc:picChg>
        <pc:picChg chg="mod">
          <ac:chgData name="Ogburn, Sarah E" userId="c40d2df0-46c9-4be9-b5a6-5c158e399904" providerId="ADAL" clId="{32CAC46E-6015-4B4E-B552-5C7076BA4DBE}" dt="2024-06-14T00:11:36.513" v="1177"/>
          <ac:picMkLst>
            <pc:docMk/>
            <pc:sldMk cId="2865971215" sldId="415"/>
            <ac:picMk id="12" creationId="{CA77DA55-9790-E20B-77E5-357F12E86511}"/>
          </ac:picMkLst>
        </pc:picChg>
        <pc:picChg chg="mod">
          <ac:chgData name="Ogburn, Sarah E" userId="c40d2df0-46c9-4be9-b5a6-5c158e399904" providerId="ADAL" clId="{32CAC46E-6015-4B4E-B552-5C7076BA4DBE}" dt="2024-06-14T00:11:36.513" v="1177"/>
          <ac:picMkLst>
            <pc:docMk/>
            <pc:sldMk cId="2865971215" sldId="415"/>
            <ac:picMk id="13" creationId="{48170362-651B-1855-26DA-ADB3BC317234}"/>
          </ac:picMkLst>
        </pc:picChg>
      </pc:sldChg>
      <pc:sldChg chg="addSp modSp add mod">
        <pc:chgData name="Ogburn, Sarah E" userId="c40d2df0-46c9-4be9-b5a6-5c158e399904" providerId="ADAL" clId="{32CAC46E-6015-4B4E-B552-5C7076BA4DBE}" dt="2024-06-14T20:10:38.215" v="2163" actId="404"/>
        <pc:sldMkLst>
          <pc:docMk/>
          <pc:sldMk cId="1641011540" sldId="416"/>
        </pc:sldMkLst>
        <pc:spChg chg="mod">
          <ac:chgData name="Ogburn, Sarah E" userId="c40d2df0-46c9-4be9-b5a6-5c158e399904" providerId="ADAL" clId="{32CAC46E-6015-4B4E-B552-5C7076BA4DBE}" dt="2024-06-14T20:10:38.215" v="2163" actId="404"/>
          <ac:spMkLst>
            <pc:docMk/>
            <pc:sldMk cId="1641011540" sldId="416"/>
            <ac:spMk id="2" creationId="{00000000-0000-0000-0000-000000000000}"/>
          </ac:spMkLst>
        </pc:spChg>
        <pc:spChg chg="mod">
          <ac:chgData name="Ogburn, Sarah E" userId="c40d2df0-46c9-4be9-b5a6-5c158e399904" providerId="ADAL" clId="{32CAC46E-6015-4B4E-B552-5C7076BA4DBE}" dt="2024-06-14T00:22:38.229" v="1341" actId="403"/>
          <ac:spMkLst>
            <pc:docMk/>
            <pc:sldMk cId="1641011540" sldId="416"/>
            <ac:spMk id="4" creationId="{00000000-0000-0000-0000-000000000000}"/>
          </ac:spMkLst>
        </pc:spChg>
        <pc:spChg chg="mod">
          <ac:chgData name="Ogburn, Sarah E" userId="c40d2df0-46c9-4be9-b5a6-5c158e399904" providerId="ADAL" clId="{32CAC46E-6015-4B4E-B552-5C7076BA4DBE}" dt="2024-06-14T00:12:37.368" v="1206"/>
          <ac:spMkLst>
            <pc:docMk/>
            <pc:sldMk cId="1641011540" sldId="416"/>
            <ac:spMk id="5" creationId="{F340D52F-1EDE-002B-D833-EDF8CE98FFB6}"/>
          </ac:spMkLst>
        </pc:spChg>
        <pc:grpChg chg="add mod">
          <ac:chgData name="Ogburn, Sarah E" userId="c40d2df0-46c9-4be9-b5a6-5c158e399904" providerId="ADAL" clId="{32CAC46E-6015-4B4E-B552-5C7076BA4DBE}" dt="2024-06-14T00:12:37.368" v="1206"/>
          <ac:grpSpMkLst>
            <pc:docMk/>
            <pc:sldMk cId="1641011540" sldId="416"/>
            <ac:grpSpMk id="3" creationId="{380A9659-A2C2-1F18-FE4B-0AB301B8D7B7}"/>
          </ac:grpSpMkLst>
        </pc:grpChg>
        <pc:grpChg chg="mod">
          <ac:chgData name="Ogburn, Sarah E" userId="c40d2df0-46c9-4be9-b5a6-5c158e399904" providerId="ADAL" clId="{32CAC46E-6015-4B4E-B552-5C7076BA4DBE}" dt="2024-06-14T00:12:37.368" v="1206"/>
          <ac:grpSpMkLst>
            <pc:docMk/>
            <pc:sldMk cId="1641011540" sldId="416"/>
            <ac:grpSpMk id="6" creationId="{8CC4D2DD-5FB2-D8CD-66C3-643150E4CDEC}"/>
          </ac:grpSpMkLst>
        </pc:grpChg>
        <pc:picChg chg="mod">
          <ac:chgData name="Ogburn, Sarah E" userId="c40d2df0-46c9-4be9-b5a6-5c158e399904" providerId="ADAL" clId="{32CAC46E-6015-4B4E-B552-5C7076BA4DBE}" dt="2024-06-14T00:12:37.368" v="1206"/>
          <ac:picMkLst>
            <pc:docMk/>
            <pc:sldMk cId="1641011540" sldId="416"/>
            <ac:picMk id="7" creationId="{52E1291C-B769-DDBE-5034-28B9957004BD}"/>
          </ac:picMkLst>
        </pc:picChg>
        <pc:picChg chg="mod">
          <ac:chgData name="Ogburn, Sarah E" userId="c40d2df0-46c9-4be9-b5a6-5c158e399904" providerId="ADAL" clId="{32CAC46E-6015-4B4E-B552-5C7076BA4DBE}" dt="2024-06-14T00:12:37.368" v="1206"/>
          <ac:picMkLst>
            <pc:docMk/>
            <pc:sldMk cId="1641011540" sldId="416"/>
            <ac:picMk id="8" creationId="{7D8A7253-C33B-42DC-B8F0-0E1BD0793D43}"/>
          </ac:picMkLst>
        </pc:picChg>
        <pc:picChg chg="mod">
          <ac:chgData name="Ogburn, Sarah E" userId="c40d2df0-46c9-4be9-b5a6-5c158e399904" providerId="ADAL" clId="{32CAC46E-6015-4B4E-B552-5C7076BA4DBE}" dt="2024-06-14T00:12:37.368" v="1206"/>
          <ac:picMkLst>
            <pc:docMk/>
            <pc:sldMk cId="1641011540" sldId="416"/>
            <ac:picMk id="9" creationId="{E0F90B90-6E88-6388-6A9C-5015FEF9A1AD}"/>
          </ac:picMkLst>
        </pc:picChg>
      </pc:sldChg>
      <pc:sldChg chg="addSp modSp add mod">
        <pc:chgData name="Ogburn, Sarah E" userId="c40d2df0-46c9-4be9-b5a6-5c158e399904" providerId="ADAL" clId="{32CAC46E-6015-4B4E-B552-5C7076BA4DBE}" dt="2024-06-14T20:10:52.528" v="2180" actId="20577"/>
        <pc:sldMkLst>
          <pc:docMk/>
          <pc:sldMk cId="1477056591" sldId="417"/>
        </pc:sldMkLst>
        <pc:spChg chg="mod">
          <ac:chgData name="Ogburn, Sarah E" userId="c40d2df0-46c9-4be9-b5a6-5c158e399904" providerId="ADAL" clId="{32CAC46E-6015-4B4E-B552-5C7076BA4DBE}" dt="2024-06-14T20:10:52.528" v="2180" actId="20577"/>
          <ac:spMkLst>
            <pc:docMk/>
            <pc:sldMk cId="1477056591" sldId="417"/>
            <ac:spMk id="2" creationId="{00000000-0000-0000-0000-000000000000}"/>
          </ac:spMkLst>
        </pc:spChg>
        <pc:spChg chg="mod">
          <ac:chgData name="Ogburn, Sarah E" userId="c40d2df0-46c9-4be9-b5a6-5c158e399904" providerId="ADAL" clId="{32CAC46E-6015-4B4E-B552-5C7076BA4DBE}" dt="2024-06-14T00:23:02.050" v="1351" actId="14100"/>
          <ac:spMkLst>
            <pc:docMk/>
            <pc:sldMk cId="1477056591" sldId="417"/>
            <ac:spMk id="3" creationId="{00000000-0000-0000-0000-000000000000}"/>
          </ac:spMkLst>
        </pc:spChg>
        <pc:spChg chg="mod">
          <ac:chgData name="Ogburn, Sarah E" userId="c40d2df0-46c9-4be9-b5a6-5c158e399904" providerId="ADAL" clId="{32CAC46E-6015-4B4E-B552-5C7076BA4DBE}" dt="2024-06-14T00:12:39.326" v="1207"/>
          <ac:spMkLst>
            <pc:docMk/>
            <pc:sldMk cId="1477056591" sldId="417"/>
            <ac:spMk id="5" creationId="{0800B57B-D2BA-CB15-9603-D1DF3DC7DE60}"/>
          </ac:spMkLst>
        </pc:spChg>
        <pc:grpChg chg="add mod">
          <ac:chgData name="Ogburn, Sarah E" userId="c40d2df0-46c9-4be9-b5a6-5c158e399904" providerId="ADAL" clId="{32CAC46E-6015-4B4E-B552-5C7076BA4DBE}" dt="2024-06-14T00:12:39.326" v="1207"/>
          <ac:grpSpMkLst>
            <pc:docMk/>
            <pc:sldMk cId="1477056591" sldId="417"/>
            <ac:grpSpMk id="4" creationId="{FB4F8F3E-BB9A-85F0-9F32-178B38367706}"/>
          </ac:grpSpMkLst>
        </pc:grpChg>
        <pc:grpChg chg="mod">
          <ac:chgData name="Ogburn, Sarah E" userId="c40d2df0-46c9-4be9-b5a6-5c158e399904" providerId="ADAL" clId="{32CAC46E-6015-4B4E-B552-5C7076BA4DBE}" dt="2024-06-14T00:12:39.326" v="1207"/>
          <ac:grpSpMkLst>
            <pc:docMk/>
            <pc:sldMk cId="1477056591" sldId="417"/>
            <ac:grpSpMk id="6" creationId="{8B4024EC-1DC3-46DB-3FAB-81D52A3DC1B5}"/>
          </ac:grpSpMkLst>
        </pc:grpChg>
        <pc:picChg chg="mod">
          <ac:chgData name="Ogburn, Sarah E" userId="c40d2df0-46c9-4be9-b5a6-5c158e399904" providerId="ADAL" clId="{32CAC46E-6015-4B4E-B552-5C7076BA4DBE}" dt="2024-06-14T00:12:39.326" v="1207"/>
          <ac:picMkLst>
            <pc:docMk/>
            <pc:sldMk cId="1477056591" sldId="417"/>
            <ac:picMk id="7" creationId="{50298E15-B586-DCF5-7727-3DE475185125}"/>
          </ac:picMkLst>
        </pc:picChg>
        <pc:picChg chg="mod">
          <ac:chgData name="Ogburn, Sarah E" userId="c40d2df0-46c9-4be9-b5a6-5c158e399904" providerId="ADAL" clId="{32CAC46E-6015-4B4E-B552-5C7076BA4DBE}" dt="2024-06-14T00:12:39.326" v="1207"/>
          <ac:picMkLst>
            <pc:docMk/>
            <pc:sldMk cId="1477056591" sldId="417"/>
            <ac:picMk id="8" creationId="{03000D4D-E56B-EA8E-96EF-CA93041D0C5C}"/>
          </ac:picMkLst>
        </pc:picChg>
        <pc:picChg chg="mod">
          <ac:chgData name="Ogburn, Sarah E" userId="c40d2df0-46c9-4be9-b5a6-5c158e399904" providerId="ADAL" clId="{32CAC46E-6015-4B4E-B552-5C7076BA4DBE}" dt="2024-06-14T00:12:39.326" v="1207"/>
          <ac:picMkLst>
            <pc:docMk/>
            <pc:sldMk cId="1477056591" sldId="417"/>
            <ac:picMk id="9" creationId="{AEF685E0-6A25-A6D0-AE12-00AD6A355EA3}"/>
          </ac:picMkLst>
        </pc:picChg>
      </pc:sldChg>
      <pc:sldChg chg="addSp delSp modSp add del mod setBg">
        <pc:chgData name="Ogburn, Sarah E" userId="c40d2df0-46c9-4be9-b5a6-5c158e399904" providerId="ADAL" clId="{32CAC46E-6015-4B4E-B552-5C7076BA4DBE}" dt="2024-06-14T20:20:00.807" v="2295" actId="20577"/>
        <pc:sldMkLst>
          <pc:docMk/>
          <pc:sldMk cId="2576988453" sldId="471"/>
        </pc:sldMkLst>
        <pc:spChg chg="add mod">
          <ac:chgData name="Ogburn, Sarah E" userId="c40d2df0-46c9-4be9-b5a6-5c158e399904" providerId="ADAL" clId="{32CAC46E-6015-4B4E-B552-5C7076BA4DBE}" dt="2024-06-14T20:20:00.807" v="2295" actId="20577"/>
          <ac:spMkLst>
            <pc:docMk/>
            <pc:sldMk cId="2576988453" sldId="471"/>
            <ac:spMk id="2" creationId="{F38DC3D4-C17E-5DD4-0CB8-FFE920BE60FC}"/>
          </ac:spMkLst>
        </pc:spChg>
        <pc:spChg chg="del">
          <ac:chgData name="Ogburn, Sarah E" userId="c40d2df0-46c9-4be9-b5a6-5c158e399904" providerId="ADAL" clId="{32CAC46E-6015-4B4E-B552-5C7076BA4DBE}" dt="2024-06-14T00:08:09.970" v="1082" actId="478"/>
          <ac:spMkLst>
            <pc:docMk/>
            <pc:sldMk cId="2576988453" sldId="471"/>
            <ac:spMk id="4" creationId="{445D515E-3ABF-4B0C-8B86-C78C122FF1AC}"/>
          </ac:spMkLst>
        </pc:spChg>
        <pc:grpChg chg="add del">
          <ac:chgData name="Ogburn, Sarah E" userId="c40d2df0-46c9-4be9-b5a6-5c158e399904" providerId="ADAL" clId="{32CAC46E-6015-4B4E-B552-5C7076BA4DBE}" dt="2024-06-14T00:08:00.242" v="1081" actId="478"/>
          <ac:grpSpMkLst>
            <pc:docMk/>
            <pc:sldMk cId="2576988453" sldId="471"/>
            <ac:grpSpMk id="19" creationId="{406147F2-2A1A-465F-859B-BFE9F0A26AFF}"/>
          </ac:grpSpMkLst>
        </pc:grpChg>
      </pc:sldChg>
      <pc:sldChg chg="addSp delSp modSp add mod modAnim">
        <pc:chgData name="Ogburn, Sarah E" userId="c40d2df0-46c9-4be9-b5a6-5c158e399904" providerId="ADAL" clId="{32CAC46E-6015-4B4E-B552-5C7076BA4DBE}" dt="2024-06-14T00:12:22.818" v="1204" actId="1035"/>
        <pc:sldMkLst>
          <pc:docMk/>
          <pc:sldMk cId="1522627793" sldId="472"/>
        </pc:sldMkLst>
        <pc:spChg chg="mod">
          <ac:chgData name="Ogburn, Sarah E" userId="c40d2df0-46c9-4be9-b5a6-5c158e399904" providerId="ADAL" clId="{32CAC46E-6015-4B4E-B552-5C7076BA4DBE}" dt="2024-06-14T00:12:22.818" v="1204" actId="1035"/>
          <ac:spMkLst>
            <pc:docMk/>
            <pc:sldMk cId="1522627793" sldId="472"/>
            <ac:spMk id="8" creationId="{00000000-0000-0000-0000-000000000000}"/>
          </ac:spMkLst>
        </pc:spChg>
        <pc:spChg chg="del">
          <ac:chgData name="Ogburn, Sarah E" userId="c40d2df0-46c9-4be9-b5a6-5c158e399904" providerId="ADAL" clId="{32CAC46E-6015-4B4E-B552-5C7076BA4DBE}" dt="2024-06-14T00:11:58.486" v="1180" actId="478"/>
          <ac:spMkLst>
            <pc:docMk/>
            <pc:sldMk cId="1522627793" sldId="472"/>
            <ac:spMk id="9" creationId="{00000000-0000-0000-0000-000000000000}"/>
          </ac:spMkLst>
        </pc:spChg>
        <pc:spChg chg="mod">
          <ac:chgData name="Ogburn, Sarah E" userId="c40d2df0-46c9-4be9-b5a6-5c158e399904" providerId="ADAL" clId="{32CAC46E-6015-4B4E-B552-5C7076BA4DBE}" dt="2024-06-14T00:12:22.818" v="1204" actId="1035"/>
          <ac:spMkLst>
            <pc:docMk/>
            <pc:sldMk cId="1522627793" sldId="472"/>
            <ac:spMk id="10" creationId="{00000000-0000-0000-0000-000000000000}"/>
          </ac:spMkLst>
        </pc:spChg>
        <pc:spChg chg="del">
          <ac:chgData name="Ogburn, Sarah E" userId="c40d2df0-46c9-4be9-b5a6-5c158e399904" providerId="ADAL" clId="{32CAC46E-6015-4B4E-B552-5C7076BA4DBE}" dt="2024-06-14T00:12:01.960" v="1182" actId="478"/>
          <ac:spMkLst>
            <pc:docMk/>
            <pc:sldMk cId="1522627793" sldId="472"/>
            <ac:spMk id="11" creationId="{00000000-0000-0000-0000-000000000000}"/>
          </ac:spMkLst>
        </pc:spChg>
        <pc:spChg chg="add del mod">
          <ac:chgData name="Ogburn, Sarah E" userId="c40d2df0-46c9-4be9-b5a6-5c158e399904" providerId="ADAL" clId="{32CAC46E-6015-4B4E-B552-5C7076BA4DBE}" dt="2024-06-14T00:12:00.724" v="1181" actId="478"/>
          <ac:spMkLst>
            <pc:docMk/>
            <pc:sldMk cId="1522627793" sldId="472"/>
            <ac:spMk id="14" creationId="{3EF2E21F-BEEE-E5E3-F690-D68C385BA1D3}"/>
          </ac:spMkLst>
        </pc:spChg>
        <pc:spChg chg="add del mod">
          <ac:chgData name="Ogburn, Sarah E" userId="c40d2df0-46c9-4be9-b5a6-5c158e399904" providerId="ADAL" clId="{32CAC46E-6015-4B4E-B552-5C7076BA4DBE}" dt="2024-06-14T00:12:03.507" v="1183" actId="478"/>
          <ac:spMkLst>
            <pc:docMk/>
            <pc:sldMk cId="1522627793" sldId="472"/>
            <ac:spMk id="16" creationId="{F01B824B-D305-FE83-A19D-A45CDC56D27F}"/>
          </ac:spMkLst>
        </pc:spChg>
        <pc:picChg chg="add mod">
          <ac:chgData name="Ogburn, Sarah E" userId="c40d2df0-46c9-4be9-b5a6-5c158e399904" providerId="ADAL" clId="{32CAC46E-6015-4B4E-B552-5C7076BA4DBE}" dt="2024-06-14T00:12:22.818" v="1204" actId="1035"/>
          <ac:picMkLst>
            <pc:docMk/>
            <pc:sldMk cId="1522627793" sldId="472"/>
            <ac:picMk id="17" creationId="{134E710B-E6DC-0DDE-4673-DE5D8C0B2058}"/>
          </ac:picMkLst>
        </pc:picChg>
        <pc:picChg chg="add mod">
          <ac:chgData name="Ogburn, Sarah E" userId="c40d2df0-46c9-4be9-b5a6-5c158e399904" providerId="ADAL" clId="{32CAC46E-6015-4B4E-B552-5C7076BA4DBE}" dt="2024-06-14T00:12:22.818" v="1204" actId="1035"/>
          <ac:picMkLst>
            <pc:docMk/>
            <pc:sldMk cId="1522627793" sldId="472"/>
            <ac:picMk id="18" creationId="{F2DD4B7B-1989-09AA-E71D-DAC05360FBB5}"/>
          </ac:picMkLst>
        </pc:picChg>
      </pc:sldChg>
      <pc:sldChg chg="addSp delSp modSp new add del mod">
        <pc:chgData name="Ogburn, Sarah E" userId="c40d2df0-46c9-4be9-b5a6-5c158e399904" providerId="ADAL" clId="{32CAC46E-6015-4B4E-B552-5C7076BA4DBE}" dt="2024-06-14T20:49:05.666" v="2300" actId="2696"/>
        <pc:sldMkLst>
          <pc:docMk/>
          <pc:sldMk cId="63259664" sldId="473"/>
        </pc:sldMkLst>
        <pc:spChg chg="del">
          <ac:chgData name="Ogburn, Sarah E" userId="c40d2df0-46c9-4be9-b5a6-5c158e399904" providerId="ADAL" clId="{32CAC46E-6015-4B4E-B552-5C7076BA4DBE}" dt="2024-06-14T00:18:07.683" v="1289"/>
          <ac:spMkLst>
            <pc:docMk/>
            <pc:sldMk cId="63259664" sldId="473"/>
            <ac:spMk id="3" creationId="{81E742B9-0AD6-CBB1-B19D-9E3FDBEB7420}"/>
          </ac:spMkLst>
        </pc:spChg>
        <pc:spChg chg="add del mod">
          <ac:chgData name="Ogburn, Sarah E" userId="c40d2df0-46c9-4be9-b5a6-5c158e399904" providerId="ADAL" clId="{32CAC46E-6015-4B4E-B552-5C7076BA4DBE}" dt="2024-06-14T00:18:17.243" v="1292" actId="478"/>
          <ac:spMkLst>
            <pc:docMk/>
            <pc:sldMk cId="63259664" sldId="473"/>
            <ac:spMk id="5" creationId="{7FE702E0-8838-EC4D-1CD9-6546640D8985}"/>
          </ac:spMkLst>
        </pc:spChg>
        <pc:graphicFrameChg chg="add mod modGraphic">
          <ac:chgData name="Ogburn, Sarah E" userId="c40d2df0-46c9-4be9-b5a6-5c158e399904" providerId="ADAL" clId="{32CAC46E-6015-4B4E-B552-5C7076BA4DBE}" dt="2024-06-14T00:21:45.892" v="1332" actId="14100"/>
          <ac:graphicFrameMkLst>
            <pc:docMk/>
            <pc:sldMk cId="63259664" sldId="473"/>
            <ac:graphicFrameMk id="4" creationId="{E6FF4624-A856-9B00-7BB2-0AC1D345DC36}"/>
          </ac:graphicFrameMkLst>
        </pc:graphicFrameChg>
      </pc:sldChg>
      <pc:sldChg chg="addSp delSp modSp add del mod">
        <pc:chgData name="Ogburn, Sarah E" userId="c40d2df0-46c9-4be9-b5a6-5c158e399904" providerId="ADAL" clId="{32CAC46E-6015-4B4E-B552-5C7076BA4DBE}" dt="2024-06-14T20:11:28.128" v="2182" actId="2696"/>
        <pc:sldMkLst>
          <pc:docMk/>
          <pc:sldMk cId="313046934" sldId="474"/>
        </pc:sldMkLst>
        <pc:picChg chg="del">
          <ac:chgData name="Ogburn, Sarah E" userId="c40d2df0-46c9-4be9-b5a6-5c158e399904" providerId="ADAL" clId="{32CAC46E-6015-4B4E-B552-5C7076BA4DBE}" dt="2024-06-14T00:24:39.773" v="1377" actId="478"/>
          <ac:picMkLst>
            <pc:docMk/>
            <pc:sldMk cId="313046934" sldId="474"/>
            <ac:picMk id="5" creationId="{00000000-0000-0000-0000-000000000000}"/>
          </ac:picMkLst>
        </pc:picChg>
        <pc:picChg chg="add mod">
          <ac:chgData name="Ogburn, Sarah E" userId="c40d2df0-46c9-4be9-b5a6-5c158e399904" providerId="ADAL" clId="{32CAC46E-6015-4B4E-B552-5C7076BA4DBE}" dt="2024-06-14T20:11:07.770" v="2181" actId="1076"/>
          <ac:picMkLst>
            <pc:docMk/>
            <pc:sldMk cId="313046934" sldId="474"/>
            <ac:picMk id="11" creationId="{72477213-0F28-9D01-6544-CF0C4DAA57E4}"/>
          </ac:picMkLst>
        </pc:picChg>
      </pc:sldChg>
      <pc:sldChg chg="addSp delSp modSp add del mod">
        <pc:chgData name="Ogburn, Sarah E" userId="c40d2df0-46c9-4be9-b5a6-5c158e399904" providerId="ADAL" clId="{32CAC46E-6015-4B4E-B552-5C7076BA4DBE}" dt="2024-06-14T20:18:43.567" v="2284" actId="2696"/>
        <pc:sldMkLst>
          <pc:docMk/>
          <pc:sldMk cId="1227585627" sldId="475"/>
        </pc:sldMkLst>
        <pc:spChg chg="add del mod">
          <ac:chgData name="Ogburn, Sarah E" userId="c40d2df0-46c9-4be9-b5a6-5c158e399904" providerId="ADAL" clId="{32CAC46E-6015-4B4E-B552-5C7076BA4DBE}" dt="2024-06-14T00:52:49.204" v="2086" actId="478"/>
          <ac:spMkLst>
            <pc:docMk/>
            <pc:sldMk cId="1227585627" sldId="475"/>
            <ac:spMk id="3" creationId="{23FD428C-C6EF-66D1-075A-0AEF612EC964}"/>
          </ac:spMkLst>
        </pc:spChg>
        <pc:spChg chg="add mod">
          <ac:chgData name="Ogburn, Sarah E" userId="c40d2df0-46c9-4be9-b5a6-5c158e399904" providerId="ADAL" clId="{32CAC46E-6015-4B4E-B552-5C7076BA4DBE}" dt="2024-06-14T00:52:06.288" v="2075" actId="208"/>
          <ac:spMkLst>
            <pc:docMk/>
            <pc:sldMk cId="1227585627" sldId="475"/>
            <ac:spMk id="11" creationId="{8FE85F2A-E572-F245-0CCC-2C9049447C3A}"/>
          </ac:spMkLst>
        </pc:spChg>
      </pc:sldChg>
      <pc:sldChg chg="add">
        <pc:chgData name="Ogburn, Sarah E" userId="c40d2df0-46c9-4be9-b5a6-5c158e399904" providerId="ADAL" clId="{32CAC46E-6015-4B4E-B552-5C7076BA4DBE}" dt="2024-06-14T20:18:58.806" v="2285"/>
        <pc:sldMkLst>
          <pc:docMk/>
          <pc:sldMk cId="1928594208" sldId="475"/>
        </pc:sldMkLst>
      </pc:sldChg>
      <pc:sldChg chg="addSp modSp add del">
        <pc:chgData name="Ogburn, Sarah E" userId="c40d2df0-46c9-4be9-b5a6-5c158e399904" providerId="ADAL" clId="{32CAC46E-6015-4B4E-B552-5C7076BA4DBE}" dt="2024-06-14T20:49:11.142" v="2301"/>
        <pc:sldMkLst>
          <pc:docMk/>
          <pc:sldMk cId="122447345" sldId="480"/>
        </pc:sldMkLst>
        <pc:spChg chg="mod">
          <ac:chgData name="Ogburn, Sarah E" userId="c40d2df0-46c9-4be9-b5a6-5c158e399904" providerId="ADAL" clId="{32CAC46E-6015-4B4E-B552-5C7076BA4DBE}" dt="2024-06-14T20:49:11.142" v="2301"/>
          <ac:spMkLst>
            <pc:docMk/>
            <pc:sldMk cId="122447345" sldId="480"/>
            <ac:spMk id="3" creationId="{1B3617BB-D853-1D27-E2AE-DE7ED8F29865}"/>
          </ac:spMkLst>
        </pc:spChg>
        <pc:grpChg chg="add mod">
          <ac:chgData name="Ogburn, Sarah E" userId="c40d2df0-46c9-4be9-b5a6-5c158e399904" providerId="ADAL" clId="{32CAC46E-6015-4B4E-B552-5C7076BA4DBE}" dt="2024-06-14T20:49:11.142" v="2301"/>
          <ac:grpSpMkLst>
            <pc:docMk/>
            <pc:sldMk cId="122447345" sldId="480"/>
            <ac:grpSpMk id="2" creationId="{6D57E0B7-3B61-AC48-E811-EC26E8F97732}"/>
          </ac:grpSpMkLst>
        </pc:grpChg>
        <pc:grpChg chg="mod">
          <ac:chgData name="Ogburn, Sarah E" userId="c40d2df0-46c9-4be9-b5a6-5c158e399904" providerId="ADAL" clId="{32CAC46E-6015-4B4E-B552-5C7076BA4DBE}" dt="2024-06-14T20:49:11.142" v="2301"/>
          <ac:grpSpMkLst>
            <pc:docMk/>
            <pc:sldMk cId="122447345" sldId="480"/>
            <ac:grpSpMk id="4" creationId="{9FA56474-17F4-85EC-D4BA-151503F83EBB}"/>
          </ac:grpSpMkLst>
        </pc:grpChg>
        <pc:picChg chg="mod">
          <ac:chgData name="Ogburn, Sarah E" userId="c40d2df0-46c9-4be9-b5a6-5c158e399904" providerId="ADAL" clId="{32CAC46E-6015-4B4E-B552-5C7076BA4DBE}" dt="2024-06-14T20:49:11.142" v="2301"/>
          <ac:picMkLst>
            <pc:docMk/>
            <pc:sldMk cId="122447345" sldId="480"/>
            <ac:picMk id="5" creationId="{CB71E137-A47F-D0AD-ABBF-3201D8634D3D}"/>
          </ac:picMkLst>
        </pc:picChg>
        <pc:picChg chg="mod">
          <ac:chgData name="Ogburn, Sarah E" userId="c40d2df0-46c9-4be9-b5a6-5c158e399904" providerId="ADAL" clId="{32CAC46E-6015-4B4E-B552-5C7076BA4DBE}" dt="2024-06-14T20:49:11.142" v="2301"/>
          <ac:picMkLst>
            <pc:docMk/>
            <pc:sldMk cId="122447345" sldId="480"/>
            <ac:picMk id="6" creationId="{A4F7F962-E332-22C0-6A5D-3FB91E61CBA3}"/>
          </ac:picMkLst>
        </pc:picChg>
        <pc:picChg chg="mod">
          <ac:chgData name="Ogburn, Sarah E" userId="c40d2df0-46c9-4be9-b5a6-5c158e399904" providerId="ADAL" clId="{32CAC46E-6015-4B4E-B552-5C7076BA4DBE}" dt="2024-06-14T20:49:11.142" v="2301"/>
          <ac:picMkLst>
            <pc:docMk/>
            <pc:sldMk cId="122447345" sldId="480"/>
            <ac:picMk id="7" creationId="{AC4F511A-D74F-1892-FB7C-D1FAF1FE042E}"/>
          </ac:picMkLst>
        </pc:picChg>
      </pc:sldChg>
      <pc:sldChg chg="addSp modSp add del">
        <pc:chgData name="Ogburn, Sarah E" userId="c40d2df0-46c9-4be9-b5a6-5c158e399904" providerId="ADAL" clId="{32CAC46E-6015-4B4E-B552-5C7076BA4DBE}" dt="2024-06-14T20:49:13.330" v="2302"/>
        <pc:sldMkLst>
          <pc:docMk/>
          <pc:sldMk cId="520570862" sldId="483"/>
        </pc:sldMkLst>
        <pc:spChg chg="mod">
          <ac:chgData name="Ogburn, Sarah E" userId="c40d2df0-46c9-4be9-b5a6-5c158e399904" providerId="ADAL" clId="{32CAC46E-6015-4B4E-B552-5C7076BA4DBE}" dt="2024-06-14T20:49:13.330" v="2302"/>
          <ac:spMkLst>
            <pc:docMk/>
            <pc:sldMk cId="520570862" sldId="483"/>
            <ac:spMk id="3" creationId="{E7DC6D3D-5105-E3D0-D517-927E8A471178}"/>
          </ac:spMkLst>
        </pc:spChg>
        <pc:grpChg chg="add mod">
          <ac:chgData name="Ogburn, Sarah E" userId="c40d2df0-46c9-4be9-b5a6-5c158e399904" providerId="ADAL" clId="{32CAC46E-6015-4B4E-B552-5C7076BA4DBE}" dt="2024-06-14T20:49:13.330" v="2302"/>
          <ac:grpSpMkLst>
            <pc:docMk/>
            <pc:sldMk cId="520570862" sldId="483"/>
            <ac:grpSpMk id="2" creationId="{BD4F965A-7438-80CE-2FD5-EBF28270876B}"/>
          </ac:grpSpMkLst>
        </pc:grpChg>
        <pc:grpChg chg="mod">
          <ac:chgData name="Ogburn, Sarah E" userId="c40d2df0-46c9-4be9-b5a6-5c158e399904" providerId="ADAL" clId="{32CAC46E-6015-4B4E-B552-5C7076BA4DBE}" dt="2024-06-14T20:49:13.330" v="2302"/>
          <ac:grpSpMkLst>
            <pc:docMk/>
            <pc:sldMk cId="520570862" sldId="483"/>
            <ac:grpSpMk id="4" creationId="{577BD5F8-672A-03E6-8BBE-31B4C6CA8F23}"/>
          </ac:grpSpMkLst>
        </pc:grpChg>
        <pc:picChg chg="mod">
          <ac:chgData name="Ogburn, Sarah E" userId="c40d2df0-46c9-4be9-b5a6-5c158e399904" providerId="ADAL" clId="{32CAC46E-6015-4B4E-B552-5C7076BA4DBE}" dt="2024-06-14T20:49:13.330" v="2302"/>
          <ac:picMkLst>
            <pc:docMk/>
            <pc:sldMk cId="520570862" sldId="483"/>
            <ac:picMk id="5" creationId="{24818743-2482-1E1B-5CAA-A1A8951B05E8}"/>
          </ac:picMkLst>
        </pc:picChg>
        <pc:picChg chg="mod">
          <ac:chgData name="Ogburn, Sarah E" userId="c40d2df0-46c9-4be9-b5a6-5c158e399904" providerId="ADAL" clId="{32CAC46E-6015-4B4E-B552-5C7076BA4DBE}" dt="2024-06-14T20:49:13.330" v="2302"/>
          <ac:picMkLst>
            <pc:docMk/>
            <pc:sldMk cId="520570862" sldId="483"/>
            <ac:picMk id="6" creationId="{FADECAA7-03EB-19DE-5737-2C7448D01A2B}"/>
          </ac:picMkLst>
        </pc:picChg>
        <pc:picChg chg="mod">
          <ac:chgData name="Ogburn, Sarah E" userId="c40d2df0-46c9-4be9-b5a6-5c158e399904" providerId="ADAL" clId="{32CAC46E-6015-4B4E-B552-5C7076BA4DBE}" dt="2024-06-14T20:49:13.330" v="2302"/>
          <ac:picMkLst>
            <pc:docMk/>
            <pc:sldMk cId="520570862" sldId="483"/>
            <ac:picMk id="7" creationId="{C9FB06A8-95FA-EE04-287C-DE9793582748}"/>
          </ac:picMkLst>
        </pc:picChg>
      </pc:sldChg>
      <pc:sldMasterChg chg="modSp modSldLayout">
        <pc:chgData name="Ogburn, Sarah E" userId="c40d2df0-46c9-4be9-b5a6-5c158e399904" providerId="ADAL" clId="{32CAC46E-6015-4B4E-B552-5C7076BA4DBE}" dt="2024-06-14T00:06:49.784" v="1073"/>
        <pc:sldMasterMkLst>
          <pc:docMk/>
          <pc:sldMasterMk cId="0" sldId="2147483660"/>
        </pc:sldMasterMkLst>
        <pc:spChg chg="mod">
          <ac:chgData name="Ogburn, Sarah E" userId="c40d2df0-46c9-4be9-b5a6-5c158e399904" providerId="ADAL" clId="{32CAC46E-6015-4B4E-B552-5C7076BA4DBE}" dt="2024-06-14T00:06:49.784" v="1073"/>
          <ac:spMkLst>
            <pc:docMk/>
            <pc:sldMasterMk cId="0" sldId="2147483660"/>
            <ac:spMk id="8" creationId="{00000000-0000-0000-0000-000000000000}"/>
          </ac:spMkLst>
        </pc:spChg>
        <pc:spChg chg="mod">
          <ac:chgData name="Ogburn, Sarah E" userId="c40d2df0-46c9-4be9-b5a6-5c158e399904" providerId="ADAL" clId="{32CAC46E-6015-4B4E-B552-5C7076BA4DBE}" dt="2024-06-14T00:06:49.784" v="1073"/>
          <ac:spMkLst>
            <pc:docMk/>
            <pc:sldMasterMk cId="0" sldId="2147483660"/>
            <ac:spMk id="10" creationId="{00000000-0000-0000-0000-000000000000}"/>
          </ac:spMkLst>
        </pc:spChg>
        <pc:spChg chg="mod">
          <ac:chgData name="Ogburn, Sarah E" userId="c40d2df0-46c9-4be9-b5a6-5c158e399904" providerId="ADAL" clId="{32CAC46E-6015-4B4E-B552-5C7076BA4DBE}" dt="2024-06-14T00:06:49.784" v="1073"/>
          <ac:spMkLst>
            <pc:docMk/>
            <pc:sldMasterMk cId="0" sldId="2147483660"/>
            <ac:spMk id="12" creationId="{00000000-0000-0000-0000-000000000000}"/>
          </ac:spMkLst>
        </pc:spChg>
        <pc:spChg chg="mod">
          <ac:chgData name="Ogburn, Sarah E" userId="c40d2df0-46c9-4be9-b5a6-5c158e399904" providerId="ADAL" clId="{32CAC46E-6015-4B4E-B552-5C7076BA4DBE}" dt="2024-06-14T00:06:49.784" v="1073"/>
          <ac:spMkLst>
            <pc:docMk/>
            <pc:sldMasterMk cId="0" sldId="2147483660"/>
            <ac:spMk id="15" creationId="{00000000-0000-0000-0000-000000000000}"/>
          </ac:spMkLst>
        </pc:spChg>
        <pc:spChg chg="mod">
          <ac:chgData name="Ogburn, Sarah E" userId="c40d2df0-46c9-4be9-b5a6-5c158e399904" providerId="ADAL" clId="{32CAC46E-6015-4B4E-B552-5C7076BA4DBE}" dt="2024-06-14T00:06:49.784" v="1073"/>
          <ac:spMkLst>
            <pc:docMk/>
            <pc:sldMasterMk cId="0" sldId="2147483660"/>
            <ac:spMk id="23" creationId="{00000000-0000-0000-0000-000000000000}"/>
          </ac:spMkLst>
        </pc:spChg>
        <pc:spChg chg="mod">
          <ac:chgData name="Ogburn, Sarah E" userId="c40d2df0-46c9-4be9-b5a6-5c158e399904" providerId="ADAL" clId="{32CAC46E-6015-4B4E-B552-5C7076BA4DBE}" dt="2024-06-14T00:06:49.784" v="1073"/>
          <ac:spMkLst>
            <pc:docMk/>
            <pc:sldMasterMk cId="0" sldId="2147483660"/>
            <ac:spMk id="1026" creationId="{00000000-0000-0000-0000-000000000000}"/>
          </ac:spMkLst>
        </pc:spChg>
        <pc:spChg chg="mod">
          <ac:chgData name="Ogburn, Sarah E" userId="c40d2df0-46c9-4be9-b5a6-5c158e399904" providerId="ADAL" clId="{32CAC46E-6015-4B4E-B552-5C7076BA4DBE}" dt="2024-06-14T00:06:49.784" v="1073"/>
          <ac:spMkLst>
            <pc:docMk/>
            <pc:sldMasterMk cId="0" sldId="2147483660"/>
            <ac:spMk id="1027" creationId="{00000000-0000-0000-0000-000000000000}"/>
          </ac:spMkLst>
        </pc:spChg>
        <pc:spChg chg="mod">
          <ac:chgData name="Ogburn, Sarah E" userId="c40d2df0-46c9-4be9-b5a6-5c158e399904" providerId="ADAL" clId="{32CAC46E-6015-4B4E-B552-5C7076BA4DBE}" dt="2024-06-14T00:06:49.784" v="1073"/>
          <ac:spMkLst>
            <pc:docMk/>
            <pc:sldMasterMk cId="0" sldId="2147483660"/>
            <ac:spMk id="1028" creationId="{00000000-0000-0000-0000-000000000000}"/>
          </ac:spMkLst>
        </pc:spChg>
        <pc:spChg chg="mod">
          <ac:chgData name="Ogburn, Sarah E" userId="c40d2df0-46c9-4be9-b5a6-5c158e399904" providerId="ADAL" clId="{32CAC46E-6015-4B4E-B552-5C7076BA4DBE}" dt="2024-06-14T00:06:49.784" v="1073"/>
          <ac:spMkLst>
            <pc:docMk/>
            <pc:sldMasterMk cId="0" sldId="2147483660"/>
            <ac:spMk id="1034" creationId="{00000000-0000-0000-0000-000000000000}"/>
          </ac:spMkLst>
        </pc:spChg>
        <pc:spChg chg="mod">
          <ac:chgData name="Ogburn, Sarah E" userId="c40d2df0-46c9-4be9-b5a6-5c158e399904" providerId="ADAL" clId="{32CAC46E-6015-4B4E-B552-5C7076BA4DBE}" dt="2024-06-14T00:06:49.784" v="1073"/>
          <ac:spMkLst>
            <pc:docMk/>
            <pc:sldMasterMk cId="0" sldId="2147483660"/>
            <ac:spMk id="1035" creationId="{00000000-0000-0000-0000-000000000000}"/>
          </ac:spMkLst>
        </pc:spChg>
        <pc:spChg chg="mod">
          <ac:chgData name="Ogburn, Sarah E" userId="c40d2df0-46c9-4be9-b5a6-5c158e399904" providerId="ADAL" clId="{32CAC46E-6015-4B4E-B552-5C7076BA4DBE}" dt="2024-06-14T00:06:49.784" v="1073"/>
          <ac:spMkLst>
            <pc:docMk/>
            <pc:sldMasterMk cId="0" sldId="2147483660"/>
            <ac:spMk id="1037" creationId="{00000000-0000-0000-0000-000000000000}"/>
          </ac:spMkLst>
        </pc:spChg>
        <pc:grpChg chg="mod">
          <ac:chgData name="Ogburn, Sarah E" userId="c40d2df0-46c9-4be9-b5a6-5c158e399904" providerId="ADAL" clId="{32CAC46E-6015-4B4E-B552-5C7076BA4DBE}" dt="2024-06-14T00:06:49.784" v="1073"/>
          <ac:grpSpMkLst>
            <pc:docMk/>
            <pc:sldMasterMk cId="0" sldId="2147483660"/>
            <ac:grpSpMk id="1036" creationId="{00000000-0000-0000-0000-000000000000}"/>
          </ac:grpSpMkLst>
        </pc:grpChg>
        <pc:picChg chg="mod">
          <ac:chgData name="Ogburn, Sarah E" userId="c40d2df0-46c9-4be9-b5a6-5c158e399904" providerId="ADAL" clId="{32CAC46E-6015-4B4E-B552-5C7076BA4DBE}" dt="2024-06-14T00:06:49.784" v="1073"/>
          <ac:picMkLst>
            <pc:docMk/>
            <pc:sldMasterMk cId="0" sldId="2147483660"/>
            <ac:picMk id="1038" creationId="{00000000-0000-0000-0000-000000000000}"/>
          </ac:picMkLst>
        </pc:picChg>
        <pc:picChg chg="mod">
          <ac:chgData name="Ogburn, Sarah E" userId="c40d2df0-46c9-4be9-b5a6-5c158e399904" providerId="ADAL" clId="{32CAC46E-6015-4B4E-B552-5C7076BA4DBE}" dt="2024-06-14T00:06:49.784" v="1073"/>
          <ac:picMkLst>
            <pc:docMk/>
            <pc:sldMasterMk cId="0" sldId="2147483660"/>
            <ac:picMk id="1039" creationId="{00000000-0000-0000-0000-000000000000}"/>
          </ac:picMkLst>
        </pc:picChg>
        <pc:sldLayoutChg chg="modSp">
          <pc:chgData name="Ogburn, Sarah E" userId="c40d2df0-46c9-4be9-b5a6-5c158e399904" providerId="ADAL" clId="{32CAC46E-6015-4B4E-B552-5C7076BA4DBE}" dt="2024-06-14T00:06:49.784" v="1073"/>
          <pc:sldLayoutMkLst>
            <pc:docMk/>
            <pc:sldMasterMk cId="0" sldId="2147483660"/>
            <pc:sldLayoutMk cId="645904783" sldId="2147483683"/>
          </pc:sldLayoutMkLst>
          <pc:spChg chg="mod">
            <ac:chgData name="Ogburn, Sarah E" userId="c40d2df0-46c9-4be9-b5a6-5c158e399904" providerId="ADAL" clId="{32CAC46E-6015-4B4E-B552-5C7076BA4DBE}" dt="2024-06-14T00:06:49.784" v="1073"/>
            <ac:spMkLst>
              <pc:docMk/>
              <pc:sldMasterMk cId="0" sldId="2147483660"/>
              <pc:sldLayoutMk cId="645904783" sldId="2147483683"/>
              <ac:spMk id="4"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645904783" sldId="2147483683"/>
              <ac:spMk id="5"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645904783" sldId="2147483683"/>
              <ac:spMk id="6"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645904783" sldId="2147483683"/>
              <ac:spMk id="7"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645904783" sldId="2147483683"/>
              <ac:spMk id="8"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645904783" sldId="2147483683"/>
              <ac:spMk id="9"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645904783" sldId="2147483683"/>
              <ac:spMk id="10"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645904783" sldId="2147483683"/>
              <ac:spMk id="11"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645904783" sldId="2147483683"/>
              <ac:spMk id="12"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645904783" sldId="2147483683"/>
              <ac:spMk id="13"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645904783" sldId="2147483683"/>
              <ac:spMk id="14" creationId="{00000000-0000-0000-0000-000000000000}"/>
            </ac:spMkLst>
          </pc:spChg>
        </pc:sldLayoutChg>
        <pc:sldLayoutChg chg="modSp">
          <pc:chgData name="Ogburn, Sarah E" userId="c40d2df0-46c9-4be9-b5a6-5c158e399904" providerId="ADAL" clId="{32CAC46E-6015-4B4E-B552-5C7076BA4DBE}" dt="2024-06-14T00:06:49.784" v="1073"/>
          <pc:sldLayoutMkLst>
            <pc:docMk/>
            <pc:sldMasterMk cId="0" sldId="2147483660"/>
            <pc:sldLayoutMk cId="2753033175" sldId="2147483684"/>
          </pc:sldLayoutMkLst>
          <pc:spChg chg="mod">
            <ac:chgData name="Ogburn, Sarah E" userId="c40d2df0-46c9-4be9-b5a6-5c158e399904" providerId="ADAL" clId="{32CAC46E-6015-4B4E-B552-5C7076BA4DBE}" dt="2024-06-14T00:06:49.784" v="1073"/>
            <ac:spMkLst>
              <pc:docMk/>
              <pc:sldMasterMk cId="0" sldId="2147483660"/>
              <pc:sldLayoutMk cId="2753033175" sldId="2147483684"/>
              <ac:spMk id="2"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753033175" sldId="2147483684"/>
              <ac:spMk id="3"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753033175" sldId="2147483684"/>
              <ac:spMk id="4"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753033175" sldId="2147483684"/>
              <ac:spMk id="5"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753033175" sldId="2147483684"/>
              <ac:spMk id="6"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753033175" sldId="2147483684"/>
              <ac:spMk id="7"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753033175" sldId="2147483684"/>
              <ac:spMk id="8"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753033175" sldId="2147483684"/>
              <ac:spMk id="9"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753033175" sldId="2147483684"/>
              <ac:spMk id="10"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753033175" sldId="2147483684"/>
              <ac:spMk id="11"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753033175" sldId="2147483684"/>
              <ac:spMk id="12"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753033175" sldId="2147483684"/>
              <ac:spMk id="13"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753033175" sldId="2147483684"/>
              <ac:spMk id="14" creationId="{00000000-0000-0000-0000-000000000000}"/>
            </ac:spMkLst>
          </pc:spChg>
        </pc:sldLayoutChg>
        <pc:sldLayoutChg chg="modSp">
          <pc:chgData name="Ogburn, Sarah E" userId="c40d2df0-46c9-4be9-b5a6-5c158e399904" providerId="ADAL" clId="{32CAC46E-6015-4B4E-B552-5C7076BA4DBE}" dt="2024-06-14T00:06:49.784" v="1073"/>
          <pc:sldLayoutMkLst>
            <pc:docMk/>
            <pc:sldMasterMk cId="0" sldId="2147483660"/>
            <pc:sldLayoutMk cId="1405870648" sldId="2147483685"/>
          </pc:sldLayoutMkLst>
          <pc:spChg chg="mod">
            <ac:chgData name="Ogburn, Sarah E" userId="c40d2df0-46c9-4be9-b5a6-5c158e399904" providerId="ADAL" clId="{32CAC46E-6015-4B4E-B552-5C7076BA4DBE}" dt="2024-06-14T00:06:49.784" v="1073"/>
            <ac:spMkLst>
              <pc:docMk/>
              <pc:sldMasterMk cId="0" sldId="2147483660"/>
              <pc:sldLayoutMk cId="1405870648" sldId="2147483685"/>
              <ac:spMk id="4"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1405870648" sldId="2147483685"/>
              <ac:spMk id="8" creationId="{00000000-0000-0000-0000-000000000000}"/>
            </ac:spMkLst>
          </pc:spChg>
        </pc:sldLayoutChg>
        <pc:sldLayoutChg chg="modSp">
          <pc:chgData name="Ogburn, Sarah E" userId="c40d2df0-46c9-4be9-b5a6-5c158e399904" providerId="ADAL" clId="{32CAC46E-6015-4B4E-B552-5C7076BA4DBE}" dt="2024-06-14T00:06:49.784" v="1073"/>
          <pc:sldLayoutMkLst>
            <pc:docMk/>
            <pc:sldMasterMk cId="0" sldId="2147483660"/>
            <pc:sldLayoutMk cId="48377381" sldId="2147483686"/>
          </pc:sldLayoutMkLst>
          <pc:spChg chg="mod">
            <ac:chgData name="Ogburn, Sarah E" userId="c40d2df0-46c9-4be9-b5a6-5c158e399904" providerId="ADAL" clId="{32CAC46E-6015-4B4E-B552-5C7076BA4DBE}" dt="2024-06-14T00:06:49.784" v="1073"/>
            <ac:spMkLst>
              <pc:docMk/>
              <pc:sldMasterMk cId="0" sldId="2147483660"/>
              <pc:sldLayoutMk cId="48377381" sldId="2147483686"/>
              <ac:spMk id="2"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48377381" sldId="2147483686"/>
              <ac:spMk id="5"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48377381" sldId="2147483686"/>
              <ac:spMk id="10"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48377381" sldId="2147483686"/>
              <ac:spMk id="12" creationId="{00000000-0000-0000-0000-000000000000}"/>
            </ac:spMkLst>
          </pc:spChg>
        </pc:sldLayoutChg>
        <pc:sldLayoutChg chg="modSp">
          <pc:chgData name="Ogburn, Sarah E" userId="c40d2df0-46c9-4be9-b5a6-5c158e399904" providerId="ADAL" clId="{32CAC46E-6015-4B4E-B552-5C7076BA4DBE}" dt="2024-06-14T00:06:49.784" v="1073"/>
          <pc:sldLayoutMkLst>
            <pc:docMk/>
            <pc:sldMasterMk cId="0" sldId="2147483660"/>
            <pc:sldLayoutMk cId="2280490143" sldId="2147483687"/>
          </pc:sldLayoutMkLst>
          <pc:spChg chg="mod">
            <ac:chgData name="Ogburn, Sarah E" userId="c40d2df0-46c9-4be9-b5a6-5c158e399904" providerId="ADAL" clId="{32CAC46E-6015-4B4E-B552-5C7076BA4DBE}" dt="2024-06-14T00:06:49.784" v="1073"/>
            <ac:spMkLst>
              <pc:docMk/>
              <pc:sldMasterMk cId="0" sldId="2147483660"/>
              <pc:sldLayoutMk cId="2280490143" sldId="2147483687"/>
              <ac:spMk id="3"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280490143" sldId="2147483687"/>
              <ac:spMk id="4"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280490143" sldId="2147483687"/>
              <ac:spMk id="7"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280490143" sldId="2147483687"/>
              <ac:spMk id="8"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280490143" sldId="2147483687"/>
              <ac:spMk id="9"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280490143" sldId="2147483687"/>
              <ac:spMk id="10"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280490143" sldId="2147483687"/>
              <ac:spMk id="11"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280490143" sldId="2147483687"/>
              <ac:spMk id="12"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280490143" sldId="2147483687"/>
              <ac:spMk id="13"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280490143" sldId="2147483687"/>
              <ac:spMk id="14"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280490143" sldId="2147483687"/>
              <ac:spMk id="15"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280490143" sldId="2147483687"/>
              <ac:spMk id="16"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280490143" sldId="2147483687"/>
              <ac:spMk id="18"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280490143" sldId="2147483687"/>
              <ac:spMk id="21"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280490143" sldId="2147483687"/>
              <ac:spMk id="24"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280490143" sldId="2147483687"/>
              <ac:spMk id="26" creationId="{00000000-0000-0000-0000-000000000000}"/>
            </ac:spMkLst>
          </pc:spChg>
          <pc:grpChg chg="mod">
            <ac:chgData name="Ogburn, Sarah E" userId="c40d2df0-46c9-4be9-b5a6-5c158e399904" providerId="ADAL" clId="{32CAC46E-6015-4B4E-B552-5C7076BA4DBE}" dt="2024-06-14T00:06:49.784" v="1073"/>
            <ac:grpSpMkLst>
              <pc:docMk/>
              <pc:sldMasterMk cId="0" sldId="2147483660"/>
              <pc:sldLayoutMk cId="2280490143" sldId="2147483687"/>
              <ac:grpSpMk id="17" creationId="{00000000-0000-0000-0000-000000000000}"/>
            </ac:grpSpMkLst>
          </pc:grpChg>
          <pc:picChg chg="mod">
            <ac:chgData name="Ogburn, Sarah E" userId="c40d2df0-46c9-4be9-b5a6-5c158e399904" providerId="ADAL" clId="{32CAC46E-6015-4B4E-B552-5C7076BA4DBE}" dt="2024-06-14T00:06:49.784" v="1073"/>
            <ac:picMkLst>
              <pc:docMk/>
              <pc:sldMasterMk cId="0" sldId="2147483660"/>
              <pc:sldLayoutMk cId="2280490143" sldId="2147483687"/>
              <ac:picMk id="19" creationId="{00000000-0000-0000-0000-000000000000}"/>
            </ac:picMkLst>
          </pc:picChg>
          <pc:picChg chg="mod">
            <ac:chgData name="Ogburn, Sarah E" userId="c40d2df0-46c9-4be9-b5a6-5c158e399904" providerId="ADAL" clId="{32CAC46E-6015-4B4E-B552-5C7076BA4DBE}" dt="2024-06-14T00:06:49.784" v="1073"/>
            <ac:picMkLst>
              <pc:docMk/>
              <pc:sldMasterMk cId="0" sldId="2147483660"/>
              <pc:sldLayoutMk cId="2280490143" sldId="2147483687"/>
              <ac:picMk id="20" creationId="{00000000-0000-0000-0000-000000000000}"/>
            </ac:picMkLst>
          </pc:picChg>
        </pc:sldLayoutChg>
        <pc:sldLayoutChg chg="modSp">
          <pc:chgData name="Ogburn, Sarah E" userId="c40d2df0-46c9-4be9-b5a6-5c158e399904" providerId="ADAL" clId="{32CAC46E-6015-4B4E-B552-5C7076BA4DBE}" dt="2024-06-14T00:06:49.784" v="1073"/>
          <pc:sldLayoutMkLst>
            <pc:docMk/>
            <pc:sldMasterMk cId="0" sldId="2147483660"/>
            <pc:sldLayoutMk cId="1171743028" sldId="2147483688"/>
          </pc:sldLayoutMkLst>
          <pc:spChg chg="mod">
            <ac:chgData name="Ogburn, Sarah E" userId="c40d2df0-46c9-4be9-b5a6-5c158e399904" providerId="ADAL" clId="{32CAC46E-6015-4B4E-B552-5C7076BA4DBE}" dt="2024-06-14T00:06:49.784" v="1073"/>
            <ac:spMkLst>
              <pc:docMk/>
              <pc:sldMasterMk cId="0" sldId="2147483660"/>
              <pc:sldLayoutMk cId="1171743028" sldId="2147483688"/>
              <ac:spMk id="3" creationId="{00000000-0000-0000-0000-000000000000}"/>
            </ac:spMkLst>
          </pc:spChg>
        </pc:sldLayoutChg>
        <pc:sldLayoutChg chg="modSp">
          <pc:chgData name="Ogburn, Sarah E" userId="c40d2df0-46c9-4be9-b5a6-5c158e399904" providerId="ADAL" clId="{32CAC46E-6015-4B4E-B552-5C7076BA4DBE}" dt="2024-06-14T00:06:49.784" v="1073"/>
          <pc:sldLayoutMkLst>
            <pc:docMk/>
            <pc:sldMasterMk cId="0" sldId="2147483660"/>
            <pc:sldLayoutMk cId="1432715446" sldId="2147483689"/>
          </pc:sldLayoutMkLst>
          <pc:spChg chg="mod">
            <ac:chgData name="Ogburn, Sarah E" userId="c40d2df0-46c9-4be9-b5a6-5c158e399904" providerId="ADAL" clId="{32CAC46E-6015-4B4E-B552-5C7076BA4DBE}" dt="2024-06-14T00:06:49.784" v="1073"/>
            <ac:spMkLst>
              <pc:docMk/>
              <pc:sldMasterMk cId="0" sldId="2147483660"/>
              <pc:sldLayoutMk cId="1432715446" sldId="2147483689"/>
              <ac:spMk id="2"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1432715446" sldId="2147483689"/>
              <ac:spMk id="3"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1432715446" sldId="2147483689"/>
              <ac:spMk id="4"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1432715446" sldId="2147483689"/>
              <ac:spMk id="5"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1432715446" sldId="2147483689"/>
              <ac:spMk id="6"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1432715446" sldId="2147483689"/>
              <ac:spMk id="8" creationId="{00000000-0000-0000-0000-000000000000}"/>
            </ac:spMkLst>
          </pc:spChg>
          <pc:grpChg chg="mod">
            <ac:chgData name="Ogburn, Sarah E" userId="c40d2df0-46c9-4be9-b5a6-5c158e399904" providerId="ADAL" clId="{32CAC46E-6015-4B4E-B552-5C7076BA4DBE}" dt="2024-06-14T00:06:49.784" v="1073"/>
            <ac:grpSpMkLst>
              <pc:docMk/>
              <pc:sldMasterMk cId="0" sldId="2147483660"/>
              <pc:sldLayoutMk cId="1432715446" sldId="2147483689"/>
              <ac:grpSpMk id="7" creationId="{00000000-0000-0000-0000-000000000000}"/>
            </ac:grpSpMkLst>
          </pc:grpChg>
          <pc:picChg chg="mod">
            <ac:chgData name="Ogburn, Sarah E" userId="c40d2df0-46c9-4be9-b5a6-5c158e399904" providerId="ADAL" clId="{32CAC46E-6015-4B4E-B552-5C7076BA4DBE}" dt="2024-06-14T00:06:49.784" v="1073"/>
            <ac:picMkLst>
              <pc:docMk/>
              <pc:sldMasterMk cId="0" sldId="2147483660"/>
              <pc:sldLayoutMk cId="1432715446" sldId="2147483689"/>
              <ac:picMk id="9" creationId="{00000000-0000-0000-0000-000000000000}"/>
            </ac:picMkLst>
          </pc:picChg>
          <pc:picChg chg="mod">
            <ac:chgData name="Ogburn, Sarah E" userId="c40d2df0-46c9-4be9-b5a6-5c158e399904" providerId="ADAL" clId="{32CAC46E-6015-4B4E-B552-5C7076BA4DBE}" dt="2024-06-14T00:06:49.784" v="1073"/>
            <ac:picMkLst>
              <pc:docMk/>
              <pc:sldMasterMk cId="0" sldId="2147483660"/>
              <pc:sldLayoutMk cId="1432715446" sldId="2147483689"/>
              <ac:picMk id="10" creationId="{00000000-0000-0000-0000-000000000000}"/>
            </ac:picMkLst>
          </pc:picChg>
        </pc:sldLayoutChg>
        <pc:sldLayoutChg chg="modSp">
          <pc:chgData name="Ogburn, Sarah E" userId="c40d2df0-46c9-4be9-b5a6-5c158e399904" providerId="ADAL" clId="{32CAC46E-6015-4B4E-B552-5C7076BA4DBE}" dt="2024-06-14T00:06:49.784" v="1073"/>
          <pc:sldLayoutMkLst>
            <pc:docMk/>
            <pc:sldMasterMk cId="0" sldId="2147483660"/>
            <pc:sldLayoutMk cId="2083390823" sldId="2147483690"/>
          </pc:sldLayoutMkLst>
          <pc:spChg chg="mod">
            <ac:chgData name="Ogburn, Sarah E" userId="c40d2df0-46c9-4be9-b5a6-5c158e399904" providerId="ADAL" clId="{32CAC46E-6015-4B4E-B552-5C7076BA4DBE}" dt="2024-06-14T00:06:49.784" v="1073"/>
            <ac:spMkLst>
              <pc:docMk/>
              <pc:sldMasterMk cId="0" sldId="2147483660"/>
              <pc:sldLayoutMk cId="2083390823" sldId="2147483690"/>
              <ac:spMk id="2"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083390823" sldId="2147483690"/>
              <ac:spMk id="3"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083390823" sldId="2147483690"/>
              <ac:spMk id="5"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083390823" sldId="2147483690"/>
              <ac:spMk id="6"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083390823" sldId="2147483690"/>
              <ac:spMk id="7"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083390823" sldId="2147483690"/>
              <ac:spMk id="8"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083390823" sldId="2147483690"/>
              <ac:spMk id="9"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083390823" sldId="2147483690"/>
              <ac:spMk id="10"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083390823" sldId="2147483690"/>
              <ac:spMk id="11"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083390823" sldId="2147483690"/>
              <ac:spMk id="12"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083390823" sldId="2147483690"/>
              <ac:spMk id="13"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083390823" sldId="2147483690"/>
              <ac:spMk id="14"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083390823" sldId="2147483690"/>
              <ac:spMk id="16"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083390823" sldId="2147483690"/>
              <ac:spMk id="19"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083390823" sldId="2147483690"/>
              <ac:spMk id="20" creationId="{00000000-0000-0000-0000-000000000000}"/>
            </ac:spMkLst>
          </pc:spChg>
          <pc:grpChg chg="mod">
            <ac:chgData name="Ogburn, Sarah E" userId="c40d2df0-46c9-4be9-b5a6-5c158e399904" providerId="ADAL" clId="{32CAC46E-6015-4B4E-B552-5C7076BA4DBE}" dt="2024-06-14T00:06:49.784" v="1073"/>
            <ac:grpSpMkLst>
              <pc:docMk/>
              <pc:sldMasterMk cId="0" sldId="2147483660"/>
              <pc:sldLayoutMk cId="2083390823" sldId="2147483690"/>
              <ac:grpSpMk id="15" creationId="{00000000-0000-0000-0000-000000000000}"/>
            </ac:grpSpMkLst>
          </pc:grpChg>
          <pc:picChg chg="mod">
            <ac:chgData name="Ogburn, Sarah E" userId="c40d2df0-46c9-4be9-b5a6-5c158e399904" providerId="ADAL" clId="{32CAC46E-6015-4B4E-B552-5C7076BA4DBE}" dt="2024-06-14T00:06:49.784" v="1073"/>
            <ac:picMkLst>
              <pc:docMk/>
              <pc:sldMasterMk cId="0" sldId="2147483660"/>
              <pc:sldLayoutMk cId="2083390823" sldId="2147483690"/>
              <ac:picMk id="17" creationId="{00000000-0000-0000-0000-000000000000}"/>
            </ac:picMkLst>
          </pc:picChg>
          <pc:picChg chg="mod">
            <ac:chgData name="Ogburn, Sarah E" userId="c40d2df0-46c9-4be9-b5a6-5c158e399904" providerId="ADAL" clId="{32CAC46E-6015-4B4E-B552-5C7076BA4DBE}" dt="2024-06-14T00:06:49.784" v="1073"/>
            <ac:picMkLst>
              <pc:docMk/>
              <pc:sldMasterMk cId="0" sldId="2147483660"/>
              <pc:sldLayoutMk cId="2083390823" sldId="2147483690"/>
              <ac:picMk id="18" creationId="{00000000-0000-0000-0000-000000000000}"/>
            </ac:picMkLst>
          </pc:picChg>
        </pc:sldLayoutChg>
        <pc:sldLayoutChg chg="modSp">
          <pc:chgData name="Ogburn, Sarah E" userId="c40d2df0-46c9-4be9-b5a6-5c158e399904" providerId="ADAL" clId="{32CAC46E-6015-4B4E-B552-5C7076BA4DBE}" dt="2024-06-14T00:06:49.784" v="1073"/>
          <pc:sldLayoutMkLst>
            <pc:docMk/>
            <pc:sldMasterMk cId="0" sldId="2147483660"/>
            <pc:sldLayoutMk cId="3233434007" sldId="2147483691"/>
          </pc:sldLayoutMkLst>
          <pc:spChg chg="mod">
            <ac:chgData name="Ogburn, Sarah E" userId="c40d2df0-46c9-4be9-b5a6-5c158e399904" providerId="ADAL" clId="{32CAC46E-6015-4B4E-B552-5C7076BA4DBE}" dt="2024-06-14T00:06:49.784" v="1073"/>
            <ac:spMkLst>
              <pc:docMk/>
              <pc:sldMasterMk cId="0" sldId="2147483660"/>
              <pc:sldLayoutMk cId="3233434007" sldId="2147483691"/>
              <ac:spMk id="2"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3233434007" sldId="2147483691"/>
              <ac:spMk id="3"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3233434007" sldId="2147483691"/>
              <ac:spMk id="4"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3233434007" sldId="2147483691"/>
              <ac:spMk id="5"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3233434007" sldId="2147483691"/>
              <ac:spMk id="6"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3233434007" sldId="2147483691"/>
              <ac:spMk id="7"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3233434007" sldId="2147483691"/>
              <ac:spMk id="8"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3233434007" sldId="2147483691"/>
              <ac:spMk id="9"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3233434007" sldId="2147483691"/>
              <ac:spMk id="10"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3233434007" sldId="2147483691"/>
              <ac:spMk id="11"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3233434007" sldId="2147483691"/>
              <ac:spMk id="12"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3233434007" sldId="2147483691"/>
              <ac:spMk id="13"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3233434007" sldId="2147483691"/>
              <ac:spMk id="14"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3233434007" sldId="2147483691"/>
              <ac:spMk id="16"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3233434007" sldId="2147483691"/>
              <ac:spMk id="19" creationId="{00000000-0000-0000-0000-000000000000}"/>
            </ac:spMkLst>
          </pc:spChg>
          <pc:grpChg chg="mod">
            <ac:chgData name="Ogburn, Sarah E" userId="c40d2df0-46c9-4be9-b5a6-5c158e399904" providerId="ADAL" clId="{32CAC46E-6015-4B4E-B552-5C7076BA4DBE}" dt="2024-06-14T00:06:49.784" v="1073"/>
            <ac:grpSpMkLst>
              <pc:docMk/>
              <pc:sldMasterMk cId="0" sldId="2147483660"/>
              <pc:sldLayoutMk cId="3233434007" sldId="2147483691"/>
              <ac:grpSpMk id="15" creationId="{00000000-0000-0000-0000-000000000000}"/>
            </ac:grpSpMkLst>
          </pc:grpChg>
          <pc:picChg chg="mod">
            <ac:chgData name="Ogburn, Sarah E" userId="c40d2df0-46c9-4be9-b5a6-5c158e399904" providerId="ADAL" clId="{32CAC46E-6015-4B4E-B552-5C7076BA4DBE}" dt="2024-06-14T00:06:49.784" v="1073"/>
            <ac:picMkLst>
              <pc:docMk/>
              <pc:sldMasterMk cId="0" sldId="2147483660"/>
              <pc:sldLayoutMk cId="3233434007" sldId="2147483691"/>
              <ac:picMk id="17" creationId="{00000000-0000-0000-0000-000000000000}"/>
            </ac:picMkLst>
          </pc:picChg>
          <pc:picChg chg="mod">
            <ac:chgData name="Ogburn, Sarah E" userId="c40d2df0-46c9-4be9-b5a6-5c158e399904" providerId="ADAL" clId="{32CAC46E-6015-4B4E-B552-5C7076BA4DBE}" dt="2024-06-14T00:06:49.784" v="1073"/>
            <ac:picMkLst>
              <pc:docMk/>
              <pc:sldMasterMk cId="0" sldId="2147483660"/>
              <pc:sldLayoutMk cId="3233434007" sldId="2147483691"/>
              <ac:picMk id="18" creationId="{00000000-0000-0000-0000-000000000000}"/>
            </ac:picMkLst>
          </pc:picChg>
        </pc:sldLayoutChg>
        <pc:sldLayoutChg chg="modSp">
          <pc:chgData name="Ogburn, Sarah E" userId="c40d2df0-46c9-4be9-b5a6-5c158e399904" providerId="ADAL" clId="{32CAC46E-6015-4B4E-B552-5C7076BA4DBE}" dt="2024-06-14T00:06:49.784" v="1073"/>
          <pc:sldLayoutMkLst>
            <pc:docMk/>
            <pc:sldMasterMk cId="0" sldId="2147483660"/>
            <pc:sldLayoutMk cId="3220944506" sldId="2147483692"/>
          </pc:sldLayoutMkLst>
          <pc:spChg chg="mod">
            <ac:chgData name="Ogburn, Sarah E" userId="c40d2df0-46c9-4be9-b5a6-5c158e399904" providerId="ADAL" clId="{32CAC46E-6015-4B4E-B552-5C7076BA4DBE}" dt="2024-06-14T00:06:49.784" v="1073"/>
            <ac:spMkLst>
              <pc:docMk/>
              <pc:sldMasterMk cId="0" sldId="2147483660"/>
              <pc:sldLayoutMk cId="3220944506" sldId="2147483692"/>
              <ac:spMk id="4"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3220944506" sldId="2147483692"/>
              <ac:spMk id="5" creationId="{00000000-0000-0000-0000-000000000000}"/>
            </ac:spMkLst>
          </pc:spChg>
        </pc:sldLayoutChg>
        <pc:sldLayoutChg chg="modSp">
          <pc:chgData name="Ogburn, Sarah E" userId="c40d2df0-46c9-4be9-b5a6-5c158e399904" providerId="ADAL" clId="{32CAC46E-6015-4B4E-B552-5C7076BA4DBE}" dt="2024-06-14T00:06:49.784" v="1073"/>
          <pc:sldLayoutMkLst>
            <pc:docMk/>
            <pc:sldMasterMk cId="0" sldId="2147483660"/>
            <pc:sldLayoutMk cId="2604401678" sldId="2147483693"/>
          </pc:sldLayoutMkLst>
          <pc:spChg chg="mod">
            <ac:chgData name="Ogburn, Sarah E" userId="c40d2df0-46c9-4be9-b5a6-5c158e399904" providerId="ADAL" clId="{32CAC46E-6015-4B4E-B552-5C7076BA4DBE}" dt="2024-06-14T00:06:49.784" v="1073"/>
            <ac:spMkLst>
              <pc:docMk/>
              <pc:sldMasterMk cId="0" sldId="2147483660"/>
              <pc:sldLayoutMk cId="2604401678" sldId="2147483693"/>
              <ac:spMk id="2"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604401678" sldId="2147483693"/>
              <ac:spMk id="3"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604401678" sldId="2147483693"/>
              <ac:spMk id="4"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604401678" sldId="2147483693"/>
              <ac:spMk id="5"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604401678" sldId="2147483693"/>
              <ac:spMk id="6"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604401678" sldId="2147483693"/>
              <ac:spMk id="7"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604401678" sldId="2147483693"/>
              <ac:spMk id="8"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604401678" sldId="2147483693"/>
              <ac:spMk id="9"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604401678" sldId="2147483693"/>
              <ac:spMk id="10"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604401678" sldId="2147483693"/>
              <ac:spMk id="11"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604401678" sldId="2147483693"/>
              <ac:spMk id="12"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604401678" sldId="2147483693"/>
              <ac:spMk id="13"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604401678" sldId="2147483693"/>
              <ac:spMk id="14" creationId="{00000000-0000-0000-0000-000000000000}"/>
            </ac:spMkLst>
          </pc:spChg>
          <pc:spChg chg="mod">
            <ac:chgData name="Ogburn, Sarah E" userId="c40d2df0-46c9-4be9-b5a6-5c158e399904" providerId="ADAL" clId="{32CAC46E-6015-4B4E-B552-5C7076BA4DBE}" dt="2024-06-14T00:06:49.784" v="1073"/>
            <ac:spMkLst>
              <pc:docMk/>
              <pc:sldMasterMk cId="0" sldId="2147483660"/>
              <pc:sldLayoutMk cId="2604401678" sldId="2147483693"/>
              <ac:spMk id="15" creationId="{00000000-0000-0000-0000-000000000000}"/>
            </ac:spMkLst>
          </pc:spChg>
        </pc:sldLayoutChg>
      </pc:sldMasterChg>
      <pc:sldMasterChg chg="modSp modSldLayout">
        <pc:chgData name="Ogburn, Sarah E" userId="c40d2df0-46c9-4be9-b5a6-5c158e399904" providerId="ADAL" clId="{32CAC46E-6015-4B4E-B552-5C7076BA4DBE}" dt="2024-06-14T00:06:49.784" v="1073"/>
        <pc:sldMasterMkLst>
          <pc:docMk/>
          <pc:sldMasterMk cId="2560104493" sldId="2147483694"/>
        </pc:sldMasterMkLst>
        <pc:spChg chg="mod">
          <ac:chgData name="Ogburn, Sarah E" userId="c40d2df0-46c9-4be9-b5a6-5c158e399904" providerId="ADAL" clId="{32CAC46E-6015-4B4E-B552-5C7076BA4DBE}" dt="2024-06-14T00:06:49.784" v="1073"/>
          <ac:spMkLst>
            <pc:docMk/>
            <pc:sldMasterMk cId="2560104493" sldId="2147483694"/>
            <ac:spMk id="2" creationId="{00000000-0000-0000-0000-000000000000}"/>
          </ac:spMkLst>
        </pc:spChg>
        <pc:spChg chg="mod">
          <ac:chgData name="Ogburn, Sarah E" userId="c40d2df0-46c9-4be9-b5a6-5c158e399904" providerId="ADAL" clId="{32CAC46E-6015-4B4E-B552-5C7076BA4DBE}" dt="2024-06-14T00:06:49.784" v="1073"/>
          <ac:spMkLst>
            <pc:docMk/>
            <pc:sldMasterMk cId="2560104493" sldId="2147483694"/>
            <ac:spMk id="3" creationId="{00000000-0000-0000-0000-000000000000}"/>
          </ac:spMkLst>
        </pc:spChg>
        <pc:spChg chg="mod">
          <ac:chgData name="Ogburn, Sarah E" userId="c40d2df0-46c9-4be9-b5a6-5c158e399904" providerId="ADAL" clId="{32CAC46E-6015-4B4E-B552-5C7076BA4DBE}" dt="2024-06-14T00:06:49.784" v="1073"/>
          <ac:spMkLst>
            <pc:docMk/>
            <pc:sldMasterMk cId="2560104493" sldId="2147483694"/>
            <ac:spMk id="4" creationId="{00000000-0000-0000-0000-000000000000}"/>
          </ac:spMkLst>
        </pc:spChg>
        <pc:spChg chg="mod">
          <ac:chgData name="Ogburn, Sarah E" userId="c40d2df0-46c9-4be9-b5a6-5c158e399904" providerId="ADAL" clId="{32CAC46E-6015-4B4E-B552-5C7076BA4DBE}" dt="2024-06-14T00:06:49.784" v="1073"/>
          <ac:spMkLst>
            <pc:docMk/>
            <pc:sldMasterMk cId="2560104493" sldId="2147483694"/>
            <ac:spMk id="5" creationId="{00000000-0000-0000-0000-000000000000}"/>
          </ac:spMkLst>
        </pc:spChg>
        <pc:spChg chg="mod">
          <ac:chgData name="Ogburn, Sarah E" userId="c40d2df0-46c9-4be9-b5a6-5c158e399904" providerId="ADAL" clId="{32CAC46E-6015-4B4E-B552-5C7076BA4DBE}" dt="2024-06-14T00:06:49.784" v="1073"/>
          <ac:spMkLst>
            <pc:docMk/>
            <pc:sldMasterMk cId="2560104493" sldId="2147483694"/>
            <ac:spMk id="6" creationId="{00000000-0000-0000-0000-000000000000}"/>
          </ac:spMkLst>
        </pc:spChg>
        <pc:sldLayoutChg chg="modSp">
          <pc:chgData name="Ogburn, Sarah E" userId="c40d2df0-46c9-4be9-b5a6-5c158e399904" providerId="ADAL" clId="{32CAC46E-6015-4B4E-B552-5C7076BA4DBE}" dt="2024-06-14T00:06:49.784" v="1073"/>
          <pc:sldLayoutMkLst>
            <pc:docMk/>
            <pc:sldMasterMk cId="2560104493" sldId="2147483694"/>
            <pc:sldLayoutMk cId="2331004122" sldId="2147483695"/>
          </pc:sldLayoutMkLst>
          <pc:spChg chg="mod">
            <ac:chgData name="Ogburn, Sarah E" userId="c40d2df0-46c9-4be9-b5a6-5c158e399904" providerId="ADAL" clId="{32CAC46E-6015-4B4E-B552-5C7076BA4DBE}" dt="2024-06-14T00:06:49.784" v="1073"/>
            <ac:spMkLst>
              <pc:docMk/>
              <pc:sldMasterMk cId="2560104493" sldId="2147483694"/>
              <pc:sldLayoutMk cId="2331004122" sldId="2147483695"/>
              <ac:spMk id="2" creationId="{00000000-0000-0000-0000-000000000000}"/>
            </ac:spMkLst>
          </pc:spChg>
          <pc:spChg chg="mod">
            <ac:chgData name="Ogburn, Sarah E" userId="c40d2df0-46c9-4be9-b5a6-5c158e399904" providerId="ADAL" clId="{32CAC46E-6015-4B4E-B552-5C7076BA4DBE}" dt="2024-06-14T00:06:49.784" v="1073"/>
            <ac:spMkLst>
              <pc:docMk/>
              <pc:sldMasterMk cId="2560104493" sldId="2147483694"/>
              <pc:sldLayoutMk cId="2331004122" sldId="2147483695"/>
              <ac:spMk id="3" creationId="{00000000-0000-0000-0000-000000000000}"/>
            </ac:spMkLst>
          </pc:spChg>
        </pc:sldLayoutChg>
        <pc:sldLayoutChg chg="modSp">
          <pc:chgData name="Ogburn, Sarah E" userId="c40d2df0-46c9-4be9-b5a6-5c158e399904" providerId="ADAL" clId="{32CAC46E-6015-4B4E-B552-5C7076BA4DBE}" dt="2024-06-14T00:06:49.784" v="1073"/>
          <pc:sldLayoutMkLst>
            <pc:docMk/>
            <pc:sldMasterMk cId="2560104493" sldId="2147483694"/>
            <pc:sldLayoutMk cId="3292661735" sldId="2147483697"/>
          </pc:sldLayoutMkLst>
          <pc:spChg chg="mod">
            <ac:chgData name="Ogburn, Sarah E" userId="c40d2df0-46c9-4be9-b5a6-5c158e399904" providerId="ADAL" clId="{32CAC46E-6015-4B4E-B552-5C7076BA4DBE}" dt="2024-06-14T00:06:49.784" v="1073"/>
            <ac:spMkLst>
              <pc:docMk/>
              <pc:sldMasterMk cId="2560104493" sldId="2147483694"/>
              <pc:sldLayoutMk cId="3292661735" sldId="2147483697"/>
              <ac:spMk id="2" creationId="{00000000-0000-0000-0000-000000000000}"/>
            </ac:spMkLst>
          </pc:spChg>
          <pc:spChg chg="mod">
            <ac:chgData name="Ogburn, Sarah E" userId="c40d2df0-46c9-4be9-b5a6-5c158e399904" providerId="ADAL" clId="{32CAC46E-6015-4B4E-B552-5C7076BA4DBE}" dt="2024-06-14T00:06:49.784" v="1073"/>
            <ac:spMkLst>
              <pc:docMk/>
              <pc:sldMasterMk cId="2560104493" sldId="2147483694"/>
              <pc:sldLayoutMk cId="3292661735" sldId="2147483697"/>
              <ac:spMk id="3" creationId="{00000000-0000-0000-0000-000000000000}"/>
            </ac:spMkLst>
          </pc:spChg>
        </pc:sldLayoutChg>
        <pc:sldLayoutChg chg="modSp">
          <pc:chgData name="Ogburn, Sarah E" userId="c40d2df0-46c9-4be9-b5a6-5c158e399904" providerId="ADAL" clId="{32CAC46E-6015-4B4E-B552-5C7076BA4DBE}" dt="2024-06-14T00:06:49.784" v="1073"/>
          <pc:sldLayoutMkLst>
            <pc:docMk/>
            <pc:sldMasterMk cId="2560104493" sldId="2147483694"/>
            <pc:sldLayoutMk cId="1291786080" sldId="2147483698"/>
          </pc:sldLayoutMkLst>
          <pc:spChg chg="mod">
            <ac:chgData name="Ogburn, Sarah E" userId="c40d2df0-46c9-4be9-b5a6-5c158e399904" providerId="ADAL" clId="{32CAC46E-6015-4B4E-B552-5C7076BA4DBE}" dt="2024-06-14T00:06:49.784" v="1073"/>
            <ac:spMkLst>
              <pc:docMk/>
              <pc:sldMasterMk cId="2560104493" sldId="2147483694"/>
              <pc:sldLayoutMk cId="1291786080" sldId="2147483698"/>
              <ac:spMk id="3" creationId="{00000000-0000-0000-0000-000000000000}"/>
            </ac:spMkLst>
          </pc:spChg>
          <pc:spChg chg="mod">
            <ac:chgData name="Ogburn, Sarah E" userId="c40d2df0-46c9-4be9-b5a6-5c158e399904" providerId="ADAL" clId="{32CAC46E-6015-4B4E-B552-5C7076BA4DBE}" dt="2024-06-14T00:06:49.784" v="1073"/>
            <ac:spMkLst>
              <pc:docMk/>
              <pc:sldMasterMk cId="2560104493" sldId="2147483694"/>
              <pc:sldLayoutMk cId="1291786080" sldId="2147483698"/>
              <ac:spMk id="4" creationId="{00000000-0000-0000-0000-000000000000}"/>
            </ac:spMkLst>
          </pc:spChg>
        </pc:sldLayoutChg>
        <pc:sldLayoutChg chg="modSp">
          <pc:chgData name="Ogburn, Sarah E" userId="c40d2df0-46c9-4be9-b5a6-5c158e399904" providerId="ADAL" clId="{32CAC46E-6015-4B4E-B552-5C7076BA4DBE}" dt="2024-06-14T00:06:49.784" v="1073"/>
          <pc:sldLayoutMkLst>
            <pc:docMk/>
            <pc:sldMasterMk cId="2560104493" sldId="2147483694"/>
            <pc:sldLayoutMk cId="1580044327" sldId="2147483699"/>
          </pc:sldLayoutMkLst>
          <pc:spChg chg="mod">
            <ac:chgData name="Ogburn, Sarah E" userId="c40d2df0-46c9-4be9-b5a6-5c158e399904" providerId="ADAL" clId="{32CAC46E-6015-4B4E-B552-5C7076BA4DBE}" dt="2024-06-14T00:06:49.784" v="1073"/>
            <ac:spMkLst>
              <pc:docMk/>
              <pc:sldMasterMk cId="2560104493" sldId="2147483694"/>
              <pc:sldLayoutMk cId="1580044327" sldId="2147483699"/>
              <ac:spMk id="2" creationId="{00000000-0000-0000-0000-000000000000}"/>
            </ac:spMkLst>
          </pc:spChg>
          <pc:spChg chg="mod">
            <ac:chgData name="Ogburn, Sarah E" userId="c40d2df0-46c9-4be9-b5a6-5c158e399904" providerId="ADAL" clId="{32CAC46E-6015-4B4E-B552-5C7076BA4DBE}" dt="2024-06-14T00:06:49.784" v="1073"/>
            <ac:spMkLst>
              <pc:docMk/>
              <pc:sldMasterMk cId="2560104493" sldId="2147483694"/>
              <pc:sldLayoutMk cId="1580044327" sldId="2147483699"/>
              <ac:spMk id="3" creationId="{00000000-0000-0000-0000-000000000000}"/>
            </ac:spMkLst>
          </pc:spChg>
          <pc:spChg chg="mod">
            <ac:chgData name="Ogburn, Sarah E" userId="c40d2df0-46c9-4be9-b5a6-5c158e399904" providerId="ADAL" clId="{32CAC46E-6015-4B4E-B552-5C7076BA4DBE}" dt="2024-06-14T00:06:49.784" v="1073"/>
            <ac:spMkLst>
              <pc:docMk/>
              <pc:sldMasterMk cId="2560104493" sldId="2147483694"/>
              <pc:sldLayoutMk cId="1580044327" sldId="2147483699"/>
              <ac:spMk id="4" creationId="{00000000-0000-0000-0000-000000000000}"/>
            </ac:spMkLst>
          </pc:spChg>
          <pc:spChg chg="mod">
            <ac:chgData name="Ogburn, Sarah E" userId="c40d2df0-46c9-4be9-b5a6-5c158e399904" providerId="ADAL" clId="{32CAC46E-6015-4B4E-B552-5C7076BA4DBE}" dt="2024-06-14T00:06:49.784" v="1073"/>
            <ac:spMkLst>
              <pc:docMk/>
              <pc:sldMasterMk cId="2560104493" sldId="2147483694"/>
              <pc:sldLayoutMk cId="1580044327" sldId="2147483699"/>
              <ac:spMk id="5" creationId="{00000000-0000-0000-0000-000000000000}"/>
            </ac:spMkLst>
          </pc:spChg>
          <pc:spChg chg="mod">
            <ac:chgData name="Ogburn, Sarah E" userId="c40d2df0-46c9-4be9-b5a6-5c158e399904" providerId="ADAL" clId="{32CAC46E-6015-4B4E-B552-5C7076BA4DBE}" dt="2024-06-14T00:06:49.784" v="1073"/>
            <ac:spMkLst>
              <pc:docMk/>
              <pc:sldMasterMk cId="2560104493" sldId="2147483694"/>
              <pc:sldLayoutMk cId="1580044327" sldId="2147483699"/>
              <ac:spMk id="6" creationId="{00000000-0000-0000-0000-000000000000}"/>
            </ac:spMkLst>
          </pc:spChg>
        </pc:sldLayoutChg>
        <pc:sldLayoutChg chg="modSp">
          <pc:chgData name="Ogburn, Sarah E" userId="c40d2df0-46c9-4be9-b5a6-5c158e399904" providerId="ADAL" clId="{32CAC46E-6015-4B4E-B552-5C7076BA4DBE}" dt="2024-06-14T00:06:49.784" v="1073"/>
          <pc:sldLayoutMkLst>
            <pc:docMk/>
            <pc:sldMasterMk cId="2560104493" sldId="2147483694"/>
            <pc:sldLayoutMk cId="646006649" sldId="2147483702"/>
          </pc:sldLayoutMkLst>
          <pc:spChg chg="mod">
            <ac:chgData name="Ogburn, Sarah E" userId="c40d2df0-46c9-4be9-b5a6-5c158e399904" providerId="ADAL" clId="{32CAC46E-6015-4B4E-B552-5C7076BA4DBE}" dt="2024-06-14T00:06:49.784" v="1073"/>
            <ac:spMkLst>
              <pc:docMk/>
              <pc:sldMasterMk cId="2560104493" sldId="2147483694"/>
              <pc:sldLayoutMk cId="646006649" sldId="2147483702"/>
              <ac:spMk id="2" creationId="{00000000-0000-0000-0000-000000000000}"/>
            </ac:spMkLst>
          </pc:spChg>
          <pc:spChg chg="mod">
            <ac:chgData name="Ogburn, Sarah E" userId="c40d2df0-46c9-4be9-b5a6-5c158e399904" providerId="ADAL" clId="{32CAC46E-6015-4B4E-B552-5C7076BA4DBE}" dt="2024-06-14T00:06:49.784" v="1073"/>
            <ac:spMkLst>
              <pc:docMk/>
              <pc:sldMasterMk cId="2560104493" sldId="2147483694"/>
              <pc:sldLayoutMk cId="646006649" sldId="2147483702"/>
              <ac:spMk id="3" creationId="{00000000-0000-0000-0000-000000000000}"/>
            </ac:spMkLst>
          </pc:spChg>
          <pc:spChg chg="mod">
            <ac:chgData name="Ogburn, Sarah E" userId="c40d2df0-46c9-4be9-b5a6-5c158e399904" providerId="ADAL" clId="{32CAC46E-6015-4B4E-B552-5C7076BA4DBE}" dt="2024-06-14T00:06:49.784" v="1073"/>
            <ac:spMkLst>
              <pc:docMk/>
              <pc:sldMasterMk cId="2560104493" sldId="2147483694"/>
              <pc:sldLayoutMk cId="646006649" sldId="2147483702"/>
              <ac:spMk id="4" creationId="{00000000-0000-0000-0000-000000000000}"/>
            </ac:spMkLst>
          </pc:spChg>
        </pc:sldLayoutChg>
        <pc:sldLayoutChg chg="modSp">
          <pc:chgData name="Ogburn, Sarah E" userId="c40d2df0-46c9-4be9-b5a6-5c158e399904" providerId="ADAL" clId="{32CAC46E-6015-4B4E-B552-5C7076BA4DBE}" dt="2024-06-14T00:06:49.784" v="1073"/>
          <pc:sldLayoutMkLst>
            <pc:docMk/>
            <pc:sldMasterMk cId="2560104493" sldId="2147483694"/>
            <pc:sldLayoutMk cId="1238325456" sldId="2147483703"/>
          </pc:sldLayoutMkLst>
          <pc:spChg chg="mod">
            <ac:chgData name="Ogburn, Sarah E" userId="c40d2df0-46c9-4be9-b5a6-5c158e399904" providerId="ADAL" clId="{32CAC46E-6015-4B4E-B552-5C7076BA4DBE}" dt="2024-06-14T00:06:49.784" v="1073"/>
            <ac:spMkLst>
              <pc:docMk/>
              <pc:sldMasterMk cId="2560104493" sldId="2147483694"/>
              <pc:sldLayoutMk cId="1238325456" sldId="2147483703"/>
              <ac:spMk id="2" creationId="{00000000-0000-0000-0000-000000000000}"/>
            </ac:spMkLst>
          </pc:spChg>
          <pc:spChg chg="mod">
            <ac:chgData name="Ogburn, Sarah E" userId="c40d2df0-46c9-4be9-b5a6-5c158e399904" providerId="ADAL" clId="{32CAC46E-6015-4B4E-B552-5C7076BA4DBE}" dt="2024-06-14T00:06:49.784" v="1073"/>
            <ac:spMkLst>
              <pc:docMk/>
              <pc:sldMasterMk cId="2560104493" sldId="2147483694"/>
              <pc:sldLayoutMk cId="1238325456" sldId="2147483703"/>
              <ac:spMk id="3" creationId="{00000000-0000-0000-0000-000000000000}"/>
            </ac:spMkLst>
          </pc:spChg>
          <pc:spChg chg="mod">
            <ac:chgData name="Ogburn, Sarah E" userId="c40d2df0-46c9-4be9-b5a6-5c158e399904" providerId="ADAL" clId="{32CAC46E-6015-4B4E-B552-5C7076BA4DBE}" dt="2024-06-14T00:06:49.784" v="1073"/>
            <ac:spMkLst>
              <pc:docMk/>
              <pc:sldMasterMk cId="2560104493" sldId="2147483694"/>
              <pc:sldLayoutMk cId="1238325456" sldId="2147483703"/>
              <ac:spMk id="4" creationId="{00000000-0000-0000-0000-000000000000}"/>
            </ac:spMkLst>
          </pc:spChg>
        </pc:sldLayoutChg>
        <pc:sldLayoutChg chg="modSp">
          <pc:chgData name="Ogburn, Sarah E" userId="c40d2df0-46c9-4be9-b5a6-5c158e399904" providerId="ADAL" clId="{32CAC46E-6015-4B4E-B552-5C7076BA4DBE}" dt="2024-06-14T00:06:49.784" v="1073"/>
          <pc:sldLayoutMkLst>
            <pc:docMk/>
            <pc:sldMasterMk cId="2560104493" sldId="2147483694"/>
            <pc:sldLayoutMk cId="1958176308" sldId="2147483705"/>
          </pc:sldLayoutMkLst>
          <pc:spChg chg="mod">
            <ac:chgData name="Ogburn, Sarah E" userId="c40d2df0-46c9-4be9-b5a6-5c158e399904" providerId="ADAL" clId="{32CAC46E-6015-4B4E-B552-5C7076BA4DBE}" dt="2024-06-14T00:06:49.784" v="1073"/>
            <ac:spMkLst>
              <pc:docMk/>
              <pc:sldMasterMk cId="2560104493" sldId="2147483694"/>
              <pc:sldLayoutMk cId="1958176308" sldId="2147483705"/>
              <ac:spMk id="2" creationId="{00000000-0000-0000-0000-000000000000}"/>
            </ac:spMkLst>
          </pc:spChg>
          <pc:spChg chg="mod">
            <ac:chgData name="Ogburn, Sarah E" userId="c40d2df0-46c9-4be9-b5a6-5c158e399904" providerId="ADAL" clId="{32CAC46E-6015-4B4E-B552-5C7076BA4DBE}" dt="2024-06-14T00:06:49.784" v="1073"/>
            <ac:spMkLst>
              <pc:docMk/>
              <pc:sldMasterMk cId="2560104493" sldId="2147483694"/>
              <pc:sldLayoutMk cId="1958176308" sldId="2147483705"/>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hangingPunct="1">
              <a:defRPr sz="1200" smtClean="0"/>
            </a:lvl1pPr>
          </a:lstStyle>
          <a:p>
            <a:pPr>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hangingPunct="1">
              <a:defRPr sz="1200" smtClean="0"/>
            </a:lvl1pPr>
          </a:lstStyle>
          <a:p>
            <a:pPr>
              <a:defRPr/>
            </a:pPr>
            <a:fld id="{0FEACBF5-D797-4AAF-8347-036DC9683053}" type="datetimeFigureOut">
              <a:rPr lang="en-US"/>
              <a:pPr>
                <a:defRPr/>
              </a:pPr>
              <a:t>6/13/2024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hangingPunct="1">
              <a:defRPr sz="1200" smtClean="0"/>
            </a:lvl1pPr>
          </a:lstStyle>
          <a:p>
            <a:pPr>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hangingPunct="1">
              <a:defRPr sz="1200" smtClean="0"/>
            </a:lvl1pPr>
          </a:lstStyle>
          <a:p>
            <a:pPr>
              <a:defRPr/>
            </a:pPr>
            <a:fld id="{2D7B4A5B-41D3-4CFA-914E-A80FF18B4BFD}" type="slidenum">
              <a:rPr lang="en-US"/>
              <a:pPr>
                <a:defRPr/>
              </a:pPr>
              <a:t>‹#›</a:t>
            </a:fld>
            <a:endParaRPr lang="en-US"/>
          </a:p>
        </p:txBody>
      </p:sp>
    </p:spTree>
    <p:extLst>
      <p:ext uri="{BB962C8B-B14F-4D97-AF65-F5344CB8AC3E}">
        <p14:creationId xmlns:p14="http://schemas.microsoft.com/office/powerpoint/2010/main" val="400286263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finally I’d like to float some ideas to you all regarding potential community efforts for best practices for PDC data. For example, the Tephra community has developed best practices for data collection as well as community resources such as the eruption source parameter database. There also seems to be room for leveraging global databases for some of the model benchmarking exercises that we’ll hear about later in this session. We’re hoping to develop </a:t>
            </a:r>
            <a:r>
              <a:rPr lang="en-US" dirty="0" err="1"/>
              <a:t>FlowDat</a:t>
            </a:r>
            <a:r>
              <a:rPr lang="en-US" dirty="0"/>
              <a:t> into more of a community resource for use in modeling in the coming years and to organize community meetings for input on such efforts.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92C096E-FE7B-44AE-B295-4C36F6F76B8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903588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5" Type="http://schemas.openxmlformats.org/officeDocument/2006/relationships/image" Target="../media/image8.tiff"/><Relationship Id="rId4"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8.tiff"/><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5" Type="http://schemas.openxmlformats.org/officeDocument/2006/relationships/image" Target="../media/image8.tiff"/><Relationship Id="rId4" Type="http://schemas.openxmlformats.org/officeDocument/2006/relationships/image" Target="../media/image7.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8.tiff"/><Relationship Id="rId5" Type="http://schemas.openxmlformats.org/officeDocument/2006/relationships/image" Target="../media/image7.png"/><Relationship Id="rId4"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8.tiff"/><Relationship Id="rId5" Type="http://schemas.openxmlformats.org/officeDocument/2006/relationships/image" Target="../media/image7.png"/><Relationship Id="rId4"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E60C0BB-0480-4BF6-A5EE-13E803866EA4}" type="datetimeFigureOut">
              <a:rPr lang="en-US" smtClean="0"/>
              <a:t>6/13/2024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defRPr/>
            </a:pPr>
            <a:fld id="{9C519D66-611B-4BD5-8771-92847423F788}" type="slidenum">
              <a:rPr lang="en-US" altLang="en-US" smtClean="0"/>
              <a:pPr>
                <a:defRPr/>
              </a:pPr>
              <a:t>‹#›</a:t>
            </a:fld>
            <a:endParaRPr lang="en-US" altLang="en-US"/>
          </a:p>
        </p:txBody>
      </p:sp>
    </p:spTree>
    <p:extLst>
      <p:ext uri="{BB962C8B-B14F-4D97-AF65-F5344CB8AC3E}">
        <p14:creationId xmlns:p14="http://schemas.microsoft.com/office/powerpoint/2010/main" val="3249495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60C0BB-0480-4BF6-A5EE-13E803866EA4}" type="datetimeFigureOut">
              <a:rPr lang="en-US" smtClean="0"/>
              <a:t>6/13/2024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defRPr/>
            </a:pPr>
            <a:fld id="{133F8E61-A990-4F72-99B8-C0E50ED8BA20}" type="slidenum">
              <a:rPr lang="en-US" altLang="en-US" smtClean="0"/>
              <a:pPr>
                <a:defRPr/>
              </a:pPr>
              <a:t>‹#›</a:t>
            </a:fld>
            <a:endParaRPr lang="en-US" altLang="en-US"/>
          </a:p>
        </p:txBody>
      </p:sp>
    </p:spTree>
    <p:extLst>
      <p:ext uri="{BB962C8B-B14F-4D97-AF65-F5344CB8AC3E}">
        <p14:creationId xmlns:p14="http://schemas.microsoft.com/office/powerpoint/2010/main" val="8145791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60C0BB-0480-4BF6-A5EE-13E803866EA4}" type="datetimeFigureOut">
              <a:rPr lang="en-US" smtClean="0"/>
              <a:t>6/13/2024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defRPr/>
            </a:pPr>
            <a:fld id="{B7570C5D-185D-4C71-AF3C-DE6C8EBB76DC}" type="slidenum">
              <a:rPr lang="en-US" altLang="en-US" smtClean="0"/>
              <a:pPr>
                <a:defRPr/>
              </a:pPr>
              <a:t>‹#›</a:t>
            </a:fld>
            <a:endParaRPr lang="en-US" altLang="en-US"/>
          </a:p>
        </p:txBody>
      </p:sp>
    </p:spTree>
    <p:extLst>
      <p:ext uri="{BB962C8B-B14F-4D97-AF65-F5344CB8AC3E}">
        <p14:creationId xmlns:p14="http://schemas.microsoft.com/office/powerpoint/2010/main" val="1353491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E60C0BB-0480-4BF6-A5EE-13E803866EA4}" type="datetimeFigureOut">
              <a:rPr lang="en-US" smtClean="0"/>
              <a:t>6/13/2024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a:defRPr/>
            </a:pPr>
            <a:fld id="{797B8963-2B21-4D9D-A5B1-9EA8203BADD3}" type="slidenum">
              <a:rPr lang="en-US" altLang="en-US" smtClean="0"/>
              <a:pPr>
                <a:defRPr/>
              </a:pPr>
              <a:t>‹#›</a:t>
            </a:fld>
            <a:endParaRPr lang="en-US" altLang="en-US"/>
          </a:p>
        </p:txBody>
      </p:sp>
    </p:spTree>
    <p:extLst>
      <p:ext uri="{BB962C8B-B14F-4D97-AF65-F5344CB8AC3E}">
        <p14:creationId xmlns:p14="http://schemas.microsoft.com/office/powerpoint/2010/main" val="3220382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E60C0BB-0480-4BF6-A5EE-13E803866EA4}" type="datetimeFigureOut">
              <a:rPr lang="en-US" smtClean="0"/>
              <a:t>6/13/2024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a:defRPr/>
            </a:pPr>
            <a:fld id="{14EFEA0D-2045-4A18-8537-20F57DB6FD44}" type="slidenum">
              <a:rPr lang="en-US" altLang="en-US" smtClean="0"/>
              <a:pPr>
                <a:defRPr/>
              </a:pPr>
              <a:t>‹#›</a:t>
            </a:fld>
            <a:endParaRPr lang="en-US" altLang="en-US"/>
          </a:p>
        </p:txBody>
      </p:sp>
    </p:spTree>
    <p:extLst>
      <p:ext uri="{BB962C8B-B14F-4D97-AF65-F5344CB8AC3E}">
        <p14:creationId xmlns:p14="http://schemas.microsoft.com/office/powerpoint/2010/main" val="28556113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E60C0BB-0480-4BF6-A5EE-13E803866EA4}" type="datetimeFigureOut">
              <a:rPr lang="en-US" smtClean="0"/>
              <a:t>6/13/2024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a:defRPr/>
            </a:pPr>
            <a:fld id="{6E6E5D27-1349-4C18-BA21-0AD77E9A4390}" type="slidenum">
              <a:rPr lang="en-US" altLang="en-US" smtClean="0"/>
              <a:pPr>
                <a:defRPr/>
              </a:pPr>
              <a:t>‹#›</a:t>
            </a:fld>
            <a:endParaRPr lang="en-US" altLang="en-US"/>
          </a:p>
        </p:txBody>
      </p:sp>
    </p:spTree>
    <p:extLst>
      <p:ext uri="{BB962C8B-B14F-4D97-AF65-F5344CB8AC3E}">
        <p14:creationId xmlns:p14="http://schemas.microsoft.com/office/powerpoint/2010/main" val="1687107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60C0BB-0480-4BF6-A5EE-13E803866EA4}" type="datetimeFigureOut">
              <a:rPr lang="en-US" smtClean="0"/>
              <a:t>6/13/2024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B6F18B5-406F-44FC-A620-79B382B2D36D}" type="slidenum">
              <a:rPr lang="en-US" smtClean="0"/>
              <a:t>‹#›</a:t>
            </a:fld>
            <a:endParaRPr lang="en-US"/>
          </a:p>
        </p:txBody>
      </p:sp>
    </p:spTree>
    <p:extLst>
      <p:ext uri="{BB962C8B-B14F-4D97-AF65-F5344CB8AC3E}">
        <p14:creationId xmlns:p14="http://schemas.microsoft.com/office/powerpoint/2010/main" val="26152018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E60C0BB-0480-4BF6-A5EE-13E803866EA4}" type="datetimeFigureOut">
              <a:rPr lang="en-US" smtClean="0"/>
              <a:t>6/13/2024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a:defRPr/>
            </a:pPr>
            <a:fld id="{2A8148B9-1C55-4CD0-8F5A-B0303C85D8D9}" type="slidenum">
              <a:rPr lang="en-US" altLang="en-US" smtClean="0"/>
              <a:pPr>
                <a:defRPr/>
              </a:pPr>
              <a:t>‹#›</a:t>
            </a:fld>
            <a:endParaRPr lang="en-US" altLang="en-US"/>
          </a:p>
        </p:txBody>
      </p:sp>
    </p:spTree>
    <p:extLst>
      <p:ext uri="{BB962C8B-B14F-4D97-AF65-F5344CB8AC3E}">
        <p14:creationId xmlns:p14="http://schemas.microsoft.com/office/powerpoint/2010/main" val="2166139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E60C0BB-0480-4BF6-A5EE-13E803866EA4}" type="datetimeFigureOut">
              <a:rPr lang="en-US" smtClean="0"/>
              <a:t>6/13/2024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a:defRPr/>
            </a:pPr>
            <a:fld id="{7CAEE7F0-E30A-446E-A900-ED5974260050}" type="slidenum">
              <a:rPr lang="en-US" altLang="en-US" smtClean="0"/>
              <a:pPr>
                <a:defRPr/>
              </a:pPr>
              <a:t>‹#›</a:t>
            </a:fld>
            <a:endParaRPr lang="en-US" altLang="en-US"/>
          </a:p>
        </p:txBody>
      </p:sp>
    </p:spTree>
    <p:extLst>
      <p:ext uri="{BB962C8B-B14F-4D97-AF65-F5344CB8AC3E}">
        <p14:creationId xmlns:p14="http://schemas.microsoft.com/office/powerpoint/2010/main" val="10606077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62D9A105-618A-42D3-9DF3-586172F7358D}" type="slidenum">
              <a:rPr lang="en-US" altLang="en-US" smtClean="0"/>
              <a:pPr>
                <a:defRPr/>
              </a:pPr>
              <a:t>‹#›</a:t>
            </a:fld>
            <a:endParaRPr lang="en-US" altLang="en-US"/>
          </a:p>
        </p:txBody>
      </p:sp>
    </p:spTree>
    <p:extLst>
      <p:ext uri="{BB962C8B-B14F-4D97-AF65-F5344CB8AC3E}">
        <p14:creationId xmlns:p14="http://schemas.microsoft.com/office/powerpoint/2010/main" val="24275800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ltLang="en-US"/>
          </a:p>
        </p:txBody>
      </p:sp>
      <p:sp>
        <p:nvSpPr>
          <p:cNvPr id="5" name="Footer Placeholder 4"/>
          <p:cNvSpPr>
            <a:spLocks noGrp="1"/>
          </p:cNvSpPr>
          <p:nvPr>
            <p:ph type="ftr" sz="quarter" idx="11"/>
          </p:nvPr>
        </p:nvSpPr>
        <p:spPr/>
        <p:txBody>
          <a:bodyPr/>
          <a:lstStyle/>
          <a:p>
            <a:pPr>
              <a:defRPr/>
            </a:pPr>
            <a:endParaRPr lang="en-US" altLang="en-US"/>
          </a:p>
        </p:txBody>
      </p:sp>
      <p:sp>
        <p:nvSpPr>
          <p:cNvPr id="6" name="Slide Number Placeholder 5"/>
          <p:cNvSpPr>
            <a:spLocks noGrp="1"/>
          </p:cNvSpPr>
          <p:nvPr>
            <p:ph type="sldNum" sz="quarter" idx="12"/>
          </p:nvPr>
        </p:nvSpPr>
        <p:spPr/>
        <p:txBody>
          <a:bodyPr/>
          <a:lstStyle/>
          <a:p>
            <a:pPr>
              <a:defRPr/>
            </a:pPr>
            <a:fld id="{2CFD582C-C72C-45E7-9963-78FF26B39DA4}" type="slidenum">
              <a:rPr lang="en-US" altLang="en-US" smtClean="0"/>
              <a:pPr>
                <a:defRPr/>
              </a:pPr>
              <a:t>‹#›</a:t>
            </a:fld>
            <a:endParaRPr lang="en-US" altLang="en-US"/>
          </a:p>
        </p:txBody>
      </p:sp>
    </p:spTree>
    <p:extLst>
      <p:ext uri="{BB962C8B-B14F-4D97-AF65-F5344CB8AC3E}">
        <p14:creationId xmlns:p14="http://schemas.microsoft.com/office/powerpoint/2010/main" val="32579620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9" name="Rectangle 18"/>
          <p:cNvSpPr>
            <a:spLocks noChangeArrowheads="1"/>
          </p:cNvSpPr>
          <p:nvPr/>
        </p:nvSpPr>
        <p:spPr bwMode="white">
          <a:xfrm>
            <a:off x="11988800" y="3048"/>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6" name="Rectangle 15"/>
          <p:cNvSpPr>
            <a:spLocks noChangeArrowheads="1"/>
          </p:cNvSpPr>
          <p:nvPr/>
        </p:nvSpPr>
        <p:spPr bwMode="white">
          <a:xfrm>
            <a:off x="0" y="0"/>
            <a:ext cx="12192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9" name="Subtitle 8"/>
          <p:cNvSpPr>
            <a:spLocks noGrp="1"/>
          </p:cNvSpPr>
          <p:nvPr>
            <p:ph type="subTitle" idx="1"/>
          </p:nvPr>
        </p:nvSpPr>
        <p:spPr>
          <a:xfrm>
            <a:off x="1828800" y="2819400"/>
            <a:ext cx="8534400" cy="1752600"/>
          </a:xfrm>
        </p:spPr>
        <p:txBody>
          <a:bodyPr/>
          <a:lstStyle>
            <a:lvl1pPr marL="0" indent="0" algn="ctr">
              <a:buNone/>
              <a:defRPr sz="1600" b="1" cap="all" spc="250" baseline="0">
                <a:solidFill>
                  <a:schemeClr val="bg1"/>
                </a:solidFill>
                <a:effectLst>
                  <a:glow rad="228600">
                    <a:schemeClr val="tx2">
                      <a:lumMod val="75000"/>
                      <a:lumOff val="25000"/>
                      <a:alpha val="40000"/>
                    </a:schemeClr>
                  </a:glow>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7" name="Straight Connector 6"/>
          <p:cNvSpPr>
            <a:spLocks noChangeShapeType="1"/>
          </p:cNvSpPr>
          <p:nvPr/>
        </p:nvSpPr>
        <p:spPr bwMode="auto">
          <a:xfrm>
            <a:off x="207264" y="2420112"/>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sz="1800"/>
          </a:p>
        </p:txBody>
      </p:sp>
      <p:sp>
        <p:nvSpPr>
          <p:cNvPr id="10" name="Rectangle 9"/>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sz="1800" dirty="0"/>
          </a:p>
        </p:txBody>
      </p:sp>
      <p:sp>
        <p:nvSpPr>
          <p:cNvPr id="13" name="Oval 12"/>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4" name="Oval 13"/>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9" name="Slide Number Placeholder 28"/>
          <p:cNvSpPr>
            <a:spLocks noGrp="1"/>
          </p:cNvSpPr>
          <p:nvPr>
            <p:ph type="sldNum" sz="quarter" idx="12"/>
          </p:nvPr>
        </p:nvSpPr>
        <p:spPr>
          <a:xfrm>
            <a:off x="5791200" y="2199451"/>
            <a:ext cx="609600" cy="441325"/>
          </a:xfrm>
        </p:spPr>
        <p:txBody>
          <a:bodyPr/>
          <a:lstStyle>
            <a:lvl1pPr>
              <a:defRPr>
                <a:solidFill>
                  <a:schemeClr val="accent3">
                    <a:shade val="75000"/>
                  </a:schemeClr>
                </a:solidFill>
              </a:defRPr>
            </a:lvl1pPr>
          </a:lstStyle>
          <a:p>
            <a:fld id="{E67D59BB-D5EC-C64F-99F9-10B6782B0DD6}" type="slidenum">
              <a:rPr lang="en-US" smtClean="0">
                <a:solidFill>
                  <a:srgbClr val="969696">
                    <a:shade val="75000"/>
                  </a:srgbClr>
                </a:solidFill>
              </a:rPr>
              <a:pPr/>
              <a:t>‹#›</a:t>
            </a:fld>
            <a:endParaRPr lang="en-US">
              <a:solidFill>
                <a:srgbClr val="969696">
                  <a:shade val="75000"/>
                </a:srgbClr>
              </a:solidFill>
            </a:endParaRPr>
          </a:p>
        </p:txBody>
      </p:sp>
      <p:sp>
        <p:nvSpPr>
          <p:cNvPr id="8" name="Title 7"/>
          <p:cNvSpPr>
            <a:spLocks noGrp="1"/>
          </p:cNvSpPr>
          <p:nvPr>
            <p:ph type="ctrTitle"/>
          </p:nvPr>
        </p:nvSpPr>
        <p:spPr>
          <a:xfrm>
            <a:off x="914400" y="381000"/>
            <a:ext cx="10363200" cy="1752600"/>
          </a:xfrm>
        </p:spPr>
        <p:txBody>
          <a:bodyPr anchor="b"/>
          <a:lstStyle>
            <a:lvl1pPr>
              <a:defRPr sz="4200">
                <a:solidFill>
                  <a:schemeClr val="accent1">
                    <a:lumMod val="50000"/>
                  </a:schemeClr>
                </a:solidFill>
              </a:defRPr>
            </a:lvl1pPr>
          </a:lstStyle>
          <a:p>
            <a:r>
              <a:rPr kumimoji="0" lang="en-US"/>
              <a:t>Click to edit Master title style</a:t>
            </a:r>
            <a:endParaRPr kumimoji="0" lang="en-US" dirty="0"/>
          </a:p>
        </p:txBody>
      </p:sp>
    </p:spTree>
    <p:extLst>
      <p:ext uri="{BB962C8B-B14F-4D97-AF65-F5344CB8AC3E}">
        <p14:creationId xmlns:p14="http://schemas.microsoft.com/office/powerpoint/2010/main" val="2987393754"/>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5845"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6" name="Rectangle 15"/>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8" name="Rectangle 17"/>
          <p:cNvSpPr>
            <a:spLocks noChangeArrowheads="1"/>
          </p:cNvSpPr>
          <p:nvPr/>
        </p:nvSpPr>
        <p:spPr bwMode="white">
          <a:xfrm>
            <a:off x="11988800" y="1905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9" name="Rectangle 18"/>
          <p:cNvSpPr>
            <a:spLocks noChangeArrowheads="1"/>
          </p:cNvSpPr>
          <p:nvPr/>
        </p:nvSpPr>
        <p:spPr bwMode="white">
          <a:xfrm>
            <a:off x="203200" y="2286000"/>
            <a:ext cx="11777472"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2" name="Rectangle 11"/>
          <p:cNvSpPr>
            <a:spLocks noChangeArrowheads="1"/>
          </p:cNvSpPr>
          <p:nvPr/>
        </p:nvSpPr>
        <p:spPr bwMode="auto">
          <a:xfrm>
            <a:off x="207264" y="142352"/>
            <a:ext cx="11777472" cy="2139696"/>
          </a:xfrm>
          <a:prstGeom prst="rect">
            <a:avLst/>
          </a:prstGeom>
          <a:blipFill dpi="0" rotWithShape="1">
            <a:blip r:embed="rId2">
              <a:extLst>
                <a:ext uri="{28A0092B-C50C-407E-A947-70E740481C1C}">
                  <a14:useLocalDpi xmlns:a14="http://schemas.microsoft.com/office/drawing/2010/main" val="0"/>
                </a:ext>
              </a:extLst>
            </a:blip>
            <a:srcRect/>
            <a:stretch>
              <a:fillRect/>
            </a:stretch>
          </a:blip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3" name="Text Placeholder 2"/>
          <p:cNvSpPr>
            <a:spLocks noGrp="1"/>
          </p:cNvSpPr>
          <p:nvPr>
            <p:ph type="body" idx="1"/>
          </p:nvPr>
        </p:nvSpPr>
        <p:spPr>
          <a:xfrm>
            <a:off x="1824568" y="2743200"/>
            <a:ext cx="8640232"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14" name="Rectangle 13"/>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sz="1800" dirty="0"/>
          </a:p>
        </p:txBody>
      </p:sp>
      <p:sp>
        <p:nvSpPr>
          <p:cNvPr id="8" name="Straight Connector 7"/>
          <p:cNvSpPr>
            <a:spLocks noChangeShapeType="1"/>
          </p:cNvSpPr>
          <p:nvPr/>
        </p:nvSpPr>
        <p:spPr bwMode="auto">
          <a:xfrm>
            <a:off x="203200" y="2438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sz="1800"/>
          </a:p>
        </p:txBody>
      </p:sp>
      <p:sp>
        <p:nvSpPr>
          <p:cNvPr id="10" name="Oval 9"/>
          <p:cNvSpPr/>
          <p:nvPr/>
        </p:nvSpPr>
        <p:spPr>
          <a:xfrm>
            <a:off x="5689600" y="2115312"/>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1" name="Oval 10"/>
          <p:cNvSpPr/>
          <p:nvPr/>
        </p:nvSpPr>
        <p:spPr>
          <a:xfrm>
            <a:off x="5815584" y="2209800"/>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6" name="Slide Number Placeholder 5"/>
          <p:cNvSpPr>
            <a:spLocks noGrp="1"/>
          </p:cNvSpPr>
          <p:nvPr>
            <p:ph type="sldNum" sz="quarter" idx="12"/>
          </p:nvPr>
        </p:nvSpPr>
        <p:spPr>
          <a:xfrm>
            <a:off x="5791200" y="2199451"/>
            <a:ext cx="609600" cy="441325"/>
          </a:xfrm>
        </p:spPr>
        <p:txBody>
          <a:bodyPr/>
          <a:lstStyle>
            <a:lvl1pPr>
              <a:defRPr>
                <a:solidFill>
                  <a:schemeClr val="accent3">
                    <a:shade val="75000"/>
                  </a:schemeClr>
                </a:solidFill>
              </a:defRPr>
            </a:lvl1pPr>
          </a:lstStyle>
          <a:p>
            <a:fld id="{E67D59BB-D5EC-C64F-99F9-10B6782B0DD6}" type="slidenum">
              <a:rPr lang="en-US" smtClean="0">
                <a:solidFill>
                  <a:srgbClr val="969696">
                    <a:shade val="75000"/>
                  </a:srgbClr>
                </a:solidFill>
              </a:rPr>
              <a:pPr/>
              <a:t>‹#›</a:t>
            </a:fld>
            <a:endParaRPr lang="en-US">
              <a:solidFill>
                <a:srgbClr val="969696">
                  <a:shade val="75000"/>
                </a:srgbClr>
              </a:solidFill>
            </a:endParaRPr>
          </a:p>
        </p:txBody>
      </p:sp>
      <p:sp>
        <p:nvSpPr>
          <p:cNvPr id="2" name="Title 1"/>
          <p:cNvSpPr>
            <a:spLocks noGrp="1"/>
          </p:cNvSpPr>
          <p:nvPr>
            <p:ph type="title"/>
          </p:nvPr>
        </p:nvSpPr>
        <p:spPr>
          <a:xfrm>
            <a:off x="963084" y="533400"/>
            <a:ext cx="10363200" cy="1524000"/>
          </a:xfrm>
        </p:spPr>
        <p:txBody>
          <a:bodyPr anchor="b"/>
          <a:lstStyle>
            <a:lvl1pPr algn="ctr">
              <a:buNone/>
              <a:defRPr sz="4200" b="0" cap="none" baseline="0">
                <a:solidFill>
                  <a:srgbClr val="FFFFFF"/>
                </a:solidFill>
              </a:defRPr>
            </a:lvl1pPr>
          </a:lstStyle>
          <a:p>
            <a:r>
              <a:rPr kumimoji="0" lang="en-US"/>
              <a:t>Click to edit Master title style</a:t>
            </a:r>
            <a:endParaRPr kumimoji="0" lang="en-US" dirty="0"/>
          </a:p>
        </p:txBody>
      </p:sp>
    </p:spTree>
    <p:extLst>
      <p:ext uri="{BB962C8B-B14F-4D97-AF65-F5344CB8AC3E}">
        <p14:creationId xmlns:p14="http://schemas.microsoft.com/office/powerpoint/2010/main" val="2144229697"/>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a:t>Click to edit Master title style</a:t>
            </a:r>
          </a:p>
        </p:txBody>
      </p:sp>
      <p:sp>
        <p:nvSpPr>
          <p:cNvPr id="6" name="Slide Number Placeholder 5"/>
          <p:cNvSpPr>
            <a:spLocks noGrp="1"/>
          </p:cNvSpPr>
          <p:nvPr>
            <p:ph type="sldNum" sz="quarter" idx="12"/>
          </p:nvPr>
        </p:nvSpPr>
        <p:spPr>
          <a:xfrm>
            <a:off x="5815584" y="1026373"/>
            <a:ext cx="609600" cy="441325"/>
          </a:xfrm>
        </p:spPr>
        <p:txBody>
          <a:bodyPr/>
          <a:lstStyle/>
          <a:p>
            <a:fld id="{E67D59BB-D5EC-C64F-99F9-10B6782B0DD6}" type="slidenum">
              <a:rPr lang="en-US" smtClean="0">
                <a:solidFill>
                  <a:srgbClr val="969696">
                    <a:shade val="75000"/>
                  </a:srgbClr>
                </a:solidFill>
              </a:rPr>
              <a:pPr/>
              <a:t>‹#›</a:t>
            </a:fld>
            <a:endParaRPr lang="en-US">
              <a:solidFill>
                <a:srgbClr val="969696">
                  <a:shade val="75000"/>
                </a:srgbClr>
              </a:solidFill>
            </a:endParaRPr>
          </a:p>
        </p:txBody>
      </p:sp>
      <p:sp>
        <p:nvSpPr>
          <p:cNvPr id="8" name="Content Placeholder 7"/>
          <p:cNvSpPr>
            <a:spLocks noGrp="1"/>
          </p:cNvSpPr>
          <p:nvPr>
            <p:ph sz="quarter" idx="1"/>
          </p:nvPr>
        </p:nvSpPr>
        <p:spPr>
          <a:xfrm>
            <a:off x="402336" y="1527048"/>
            <a:ext cx="1133856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pic>
        <p:nvPicPr>
          <p:cNvPr id="3" name="Picture 2"/>
          <p:cNvPicPr>
            <a:picLocks noChangeAspect="1"/>
          </p:cNvPicPr>
          <p:nvPr/>
        </p:nvPicPr>
        <p:blipFill rotWithShape="1">
          <a:blip r:embed="rId2" cstate="print">
            <a:extLst>
              <a:ext uri="{28A0092B-C50C-407E-A947-70E740481C1C}">
                <a14:useLocalDpi xmlns:a14="http://schemas.microsoft.com/office/drawing/2010/main" val="0"/>
              </a:ext>
            </a:extLst>
          </a:blip>
          <a:srcRect l="31291" b="33283"/>
          <a:stretch/>
        </p:blipFill>
        <p:spPr>
          <a:xfrm>
            <a:off x="9970755" y="6217920"/>
            <a:ext cx="1934203" cy="420624"/>
          </a:xfrm>
          <a:prstGeom prst="rect">
            <a:avLst/>
          </a:prstGeom>
        </p:spPr>
      </p:pic>
      <p:pic>
        <p:nvPicPr>
          <p:cNvPr id="4" name="Picture 3"/>
          <p:cNvPicPr>
            <a:picLocks noChangeAspect="1"/>
          </p:cNvPicPr>
          <p:nvPr/>
        </p:nvPicPr>
        <p:blipFill rotWithShape="1">
          <a:blip r:embed="rId3" cstate="print">
            <a:extLst>
              <a:ext uri="{28A0092B-C50C-407E-A947-70E740481C1C}">
                <a14:useLocalDpi xmlns:a14="http://schemas.microsoft.com/office/drawing/2010/main" val="0"/>
              </a:ext>
            </a:extLst>
          </a:blip>
          <a:srcRect b="17959"/>
          <a:stretch/>
        </p:blipFill>
        <p:spPr>
          <a:xfrm>
            <a:off x="5253887" y="6298436"/>
            <a:ext cx="1684227" cy="365760"/>
          </a:xfrm>
          <a:prstGeom prst="rect">
            <a:avLst/>
          </a:prstGeom>
        </p:spPr>
      </p:pic>
    </p:spTree>
    <p:extLst>
      <p:ext uri="{BB962C8B-B14F-4D97-AF65-F5344CB8AC3E}">
        <p14:creationId xmlns:p14="http://schemas.microsoft.com/office/powerpoint/2010/main" val="526747506"/>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8" name="Straight Connector 7"/>
          <p:cNvSpPr>
            <a:spLocks noChangeShapeType="1"/>
          </p:cNvSpPr>
          <p:nvPr/>
        </p:nvSpPr>
        <p:spPr bwMode="auto">
          <a:xfrm flipV="1">
            <a:off x="6096001" y="1575652"/>
            <a:ext cx="1" cy="4672748"/>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sz="1800"/>
          </a:p>
        </p:txBody>
      </p:sp>
      <p:sp>
        <p:nvSpPr>
          <p:cNvPr id="2" name="Title 1"/>
          <p:cNvSpPr>
            <a:spLocks noGrp="1"/>
          </p:cNvSpPr>
          <p:nvPr>
            <p:ph type="title"/>
          </p:nvPr>
        </p:nvSpPr>
        <p:spPr>
          <a:xfrm>
            <a:off x="402336" y="228600"/>
            <a:ext cx="11379200" cy="758952"/>
          </a:xfrm>
        </p:spPr>
        <p:txBody>
          <a:bodyPr/>
          <a:lstStyle/>
          <a:p>
            <a:r>
              <a:rPr kumimoji="0" lang="en-US"/>
              <a:t>Click to edit Master title style</a:t>
            </a:r>
          </a:p>
        </p:txBody>
      </p:sp>
      <p:sp>
        <p:nvSpPr>
          <p:cNvPr id="7" name="Slide Number Placeholder 6"/>
          <p:cNvSpPr>
            <a:spLocks noGrp="1"/>
          </p:cNvSpPr>
          <p:nvPr>
            <p:ph type="sldNum" sz="quarter" idx="12"/>
          </p:nvPr>
        </p:nvSpPr>
        <p:spPr/>
        <p:txBody>
          <a:bodyPr/>
          <a:lstStyle/>
          <a:p>
            <a:fld id="{E67D59BB-D5EC-C64F-99F9-10B6782B0DD6}" type="slidenum">
              <a:rPr lang="en-US" smtClean="0">
                <a:solidFill>
                  <a:srgbClr val="969696">
                    <a:shade val="75000"/>
                  </a:srgbClr>
                </a:solidFill>
              </a:rPr>
              <a:pPr/>
              <a:t>‹#›</a:t>
            </a:fld>
            <a:endParaRPr lang="en-US">
              <a:solidFill>
                <a:srgbClr val="969696">
                  <a:shade val="75000"/>
                </a:srgbClr>
              </a:solidFill>
            </a:endParaRPr>
          </a:p>
        </p:txBody>
      </p:sp>
      <p:sp>
        <p:nvSpPr>
          <p:cNvPr id="10" name="Content Placeholder 9"/>
          <p:cNvSpPr>
            <a:spLocks noGrp="1"/>
          </p:cNvSpPr>
          <p:nvPr>
            <p:ph sz="half" idx="1"/>
          </p:nvPr>
        </p:nvSpPr>
        <p:spPr>
          <a:xfrm>
            <a:off x="402336" y="1371600"/>
            <a:ext cx="53848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Content Placeholder 11"/>
          <p:cNvSpPr>
            <a:spLocks noGrp="1"/>
          </p:cNvSpPr>
          <p:nvPr>
            <p:ph sz="half" idx="2"/>
          </p:nvPr>
        </p:nvSpPr>
        <p:spPr>
          <a:xfrm>
            <a:off x="6400800" y="1371600"/>
            <a:ext cx="5384800" cy="4681728"/>
          </a:xfrm>
        </p:spPr>
        <p:txBody>
          <a:bodyPr/>
          <a:lstStyle>
            <a:lvl1pPr>
              <a:defRPr sz="2500"/>
            </a:lvl1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pic>
        <p:nvPicPr>
          <p:cNvPr id="9" name="Picture 8"/>
          <p:cNvPicPr>
            <a:picLocks noChangeAspect="1"/>
          </p:cNvPicPr>
          <p:nvPr/>
        </p:nvPicPr>
        <p:blipFill rotWithShape="1">
          <a:blip r:embed="rId2" cstate="print">
            <a:extLst>
              <a:ext uri="{28A0092B-C50C-407E-A947-70E740481C1C}">
                <a14:useLocalDpi xmlns:a14="http://schemas.microsoft.com/office/drawing/2010/main" val="0"/>
              </a:ext>
            </a:extLst>
          </a:blip>
          <a:srcRect l="31291" b="33283"/>
          <a:stretch/>
        </p:blipFill>
        <p:spPr>
          <a:xfrm>
            <a:off x="9970755" y="6217920"/>
            <a:ext cx="1934203" cy="420624"/>
          </a:xfrm>
          <a:prstGeom prst="rect">
            <a:avLst/>
          </a:prstGeom>
        </p:spPr>
      </p:pic>
      <p:pic>
        <p:nvPicPr>
          <p:cNvPr id="11" name="Picture 10"/>
          <p:cNvPicPr>
            <a:picLocks noChangeAspect="1"/>
          </p:cNvPicPr>
          <p:nvPr/>
        </p:nvPicPr>
        <p:blipFill rotWithShape="1">
          <a:blip r:embed="rId3" cstate="print">
            <a:extLst>
              <a:ext uri="{28A0092B-C50C-407E-A947-70E740481C1C}">
                <a14:useLocalDpi xmlns:a14="http://schemas.microsoft.com/office/drawing/2010/main" val="0"/>
              </a:ext>
            </a:extLst>
          </a:blip>
          <a:srcRect b="17959"/>
          <a:stretch/>
        </p:blipFill>
        <p:spPr>
          <a:xfrm>
            <a:off x="5253887" y="6298436"/>
            <a:ext cx="1684227" cy="365760"/>
          </a:xfrm>
          <a:prstGeom prst="rect">
            <a:avLst/>
          </a:prstGeom>
        </p:spPr>
      </p:pic>
    </p:spTree>
    <p:extLst>
      <p:ext uri="{BB962C8B-B14F-4D97-AF65-F5344CB8AC3E}">
        <p14:creationId xmlns:p14="http://schemas.microsoft.com/office/powerpoint/2010/main" val="3993948997"/>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6096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sz="1800"/>
          </a:p>
        </p:txBody>
      </p:sp>
      <p:sp>
        <p:nvSpPr>
          <p:cNvPr id="20" name="Rectangle 19"/>
          <p:cNvSpPr>
            <a:spLocks noChangeArrowheads="1"/>
          </p:cNvSpPr>
          <p:nvPr/>
        </p:nvSpPr>
        <p:spPr bwMode="white">
          <a:xfrm>
            <a:off x="0" y="0"/>
            <a:ext cx="12192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21" name="Rectangle 20"/>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22" name="Rectangle 21"/>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1" name="Rectangle 10"/>
          <p:cNvSpPr/>
          <p:nvPr/>
        </p:nvSpPr>
        <p:spPr>
          <a:xfrm>
            <a:off x="203200" y="1371600"/>
            <a:ext cx="11777472"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3" name="Text Placeholder 2"/>
          <p:cNvSpPr>
            <a:spLocks noGrp="1"/>
          </p:cNvSpPr>
          <p:nvPr>
            <p:ph type="body" idx="1"/>
          </p:nvPr>
        </p:nvSpPr>
        <p:spPr>
          <a:xfrm>
            <a:off x="402336" y="1524000"/>
            <a:ext cx="5386917"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388441" y="1524000"/>
            <a:ext cx="5389033"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15" name="Straight Connector 14"/>
          <p:cNvSpPr>
            <a:spLocks noChangeShapeType="1"/>
          </p:cNvSpPr>
          <p:nvPr/>
        </p:nvSpPr>
        <p:spPr bwMode="auto">
          <a:xfrm>
            <a:off x="203200" y="128016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sz="1800"/>
          </a:p>
        </p:txBody>
      </p:sp>
      <p:sp>
        <p:nvSpPr>
          <p:cNvPr id="18" name="Rectangle 1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sz="1800" dirty="0"/>
          </a:p>
        </p:txBody>
      </p:sp>
      <p:sp>
        <p:nvSpPr>
          <p:cNvPr id="24" name="Content Placeholder 23"/>
          <p:cNvSpPr>
            <a:spLocks noGrp="1"/>
          </p:cNvSpPr>
          <p:nvPr>
            <p:ph sz="quarter" idx="2"/>
          </p:nvPr>
        </p:nvSpPr>
        <p:spPr>
          <a:xfrm>
            <a:off x="402336" y="2471383"/>
            <a:ext cx="5388864" cy="3818404"/>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6" name="Content Placeholder 25"/>
          <p:cNvSpPr>
            <a:spLocks noGrp="1"/>
          </p:cNvSpPr>
          <p:nvPr>
            <p:ph sz="quarter" idx="4"/>
          </p:nvPr>
        </p:nvSpPr>
        <p:spPr>
          <a:xfrm>
            <a:off x="6400800" y="2471383"/>
            <a:ext cx="5384800" cy="382219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5" name="Oval 24"/>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7" name="Oval 26"/>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9" name="Slide Number Placeholder 8"/>
          <p:cNvSpPr>
            <a:spLocks noGrp="1"/>
          </p:cNvSpPr>
          <p:nvPr>
            <p:ph type="sldNum" sz="quarter" idx="12"/>
          </p:nvPr>
        </p:nvSpPr>
        <p:spPr>
          <a:xfrm>
            <a:off x="5791200" y="1042417"/>
            <a:ext cx="609600" cy="441325"/>
          </a:xfrm>
        </p:spPr>
        <p:txBody>
          <a:bodyPr/>
          <a:lstStyle>
            <a:lvl1pPr algn="ctr">
              <a:defRPr/>
            </a:lvl1pPr>
          </a:lstStyle>
          <a:p>
            <a:fld id="{E67D59BB-D5EC-C64F-99F9-10B6782B0DD6}" type="slidenum">
              <a:rPr lang="en-US" smtClean="0">
                <a:solidFill>
                  <a:srgbClr val="969696">
                    <a:shade val="75000"/>
                  </a:srgbClr>
                </a:solidFill>
              </a:rPr>
              <a:pPr/>
              <a:t>‹#›</a:t>
            </a:fld>
            <a:endParaRPr lang="en-US">
              <a:solidFill>
                <a:srgbClr val="969696">
                  <a:shade val="75000"/>
                </a:srgbClr>
              </a:solidFill>
            </a:endParaRPr>
          </a:p>
        </p:txBody>
      </p:sp>
      <p:sp>
        <p:nvSpPr>
          <p:cNvPr id="23" name="Title 22"/>
          <p:cNvSpPr>
            <a:spLocks noGrp="1"/>
          </p:cNvSpPr>
          <p:nvPr>
            <p:ph type="title"/>
          </p:nvPr>
        </p:nvSpPr>
        <p:spPr/>
        <p:txBody>
          <a:bodyPr rtlCol="0" anchor="b" anchorCtr="0"/>
          <a:lstStyle/>
          <a:p>
            <a:r>
              <a:rPr kumimoji="0" lang="en-US"/>
              <a:t>Click to edit Master title style</a:t>
            </a:r>
          </a:p>
        </p:txBody>
      </p:sp>
      <p:grpSp>
        <p:nvGrpSpPr>
          <p:cNvPr id="28" name="Group 27"/>
          <p:cNvGrpSpPr/>
          <p:nvPr/>
        </p:nvGrpSpPr>
        <p:grpSpPr>
          <a:xfrm>
            <a:off x="0" y="6254496"/>
            <a:ext cx="12192000" cy="603504"/>
            <a:chOff x="0" y="6254496"/>
            <a:chExt cx="9144000" cy="603504"/>
          </a:xfrm>
        </p:grpSpPr>
        <p:sp>
          <p:nvSpPr>
            <p:cNvPr id="29" name="Rectangle 2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pic>
          <p:nvPicPr>
            <p:cNvPr id="30" name="Picture 29"/>
            <p:cNvPicPr>
              <a:picLocks noChangeAspect="1"/>
            </p:cNvPicPr>
            <p:nvPr userDrawn="1"/>
          </p:nvPicPr>
          <p:blipFill rotWithShape="1">
            <a:blip r:embed="rId2">
              <a:extLst>
                <a:ext uri="{28A0092B-C50C-407E-A947-70E740481C1C}">
                  <a14:useLocalDpi xmlns:a14="http://schemas.microsoft.com/office/drawing/2010/main" val="0"/>
                </a:ext>
              </a:extLst>
            </a:blip>
            <a:srcRect t="82385"/>
            <a:stretch/>
          </p:blipFill>
          <p:spPr>
            <a:xfrm rot="10800000">
              <a:off x="152400" y="6254496"/>
              <a:ext cx="8837676" cy="444539"/>
            </a:xfrm>
            <a:prstGeom prst="rect">
              <a:avLst/>
            </a:prstGeom>
          </p:spPr>
        </p:pic>
        <p:pic>
          <p:nvPicPr>
            <p:cNvPr id="31" name="Picture 30"/>
            <p:cNvPicPr>
              <a:picLocks noChangeAspect="1"/>
            </p:cNvPicPr>
            <p:nvPr userDrawn="1"/>
          </p:nvPicPr>
          <p:blipFill rotWithShape="1">
            <a:blip r:embed="rId3" cstate="print">
              <a:extLst>
                <a:ext uri="{28A0092B-C50C-407E-A947-70E740481C1C}">
                  <a14:useLocalDpi xmlns:a14="http://schemas.microsoft.com/office/drawing/2010/main" val="0"/>
                </a:ext>
              </a:extLst>
            </a:blip>
            <a:srcRect t="-1" b="26001"/>
            <a:stretch/>
          </p:blipFill>
          <p:spPr>
            <a:xfrm>
              <a:off x="152400" y="6257245"/>
              <a:ext cx="1461185" cy="432511"/>
            </a:xfrm>
            <a:prstGeom prst="rect">
              <a:avLst/>
            </a:prstGeom>
          </p:spPr>
        </p:pic>
      </p:grpSp>
      <p:pic>
        <p:nvPicPr>
          <p:cNvPr id="32" name="Picture 31"/>
          <p:cNvPicPr>
            <a:picLocks noChangeAspect="1"/>
          </p:cNvPicPr>
          <p:nvPr/>
        </p:nvPicPr>
        <p:blipFill rotWithShape="1">
          <a:blip r:embed="rId4" cstate="print">
            <a:extLst>
              <a:ext uri="{28A0092B-C50C-407E-A947-70E740481C1C}">
                <a14:useLocalDpi xmlns:a14="http://schemas.microsoft.com/office/drawing/2010/main" val="0"/>
              </a:ext>
            </a:extLst>
          </a:blip>
          <a:srcRect l="31291" b="33283"/>
          <a:stretch/>
        </p:blipFill>
        <p:spPr>
          <a:xfrm>
            <a:off x="9970755" y="6217920"/>
            <a:ext cx="1934203" cy="420624"/>
          </a:xfrm>
          <a:prstGeom prst="rect">
            <a:avLst/>
          </a:prstGeom>
        </p:spPr>
      </p:pic>
      <p:pic>
        <p:nvPicPr>
          <p:cNvPr id="33" name="Picture 32"/>
          <p:cNvPicPr>
            <a:picLocks noChangeAspect="1"/>
          </p:cNvPicPr>
          <p:nvPr/>
        </p:nvPicPr>
        <p:blipFill rotWithShape="1">
          <a:blip r:embed="rId5" cstate="print">
            <a:extLst>
              <a:ext uri="{28A0092B-C50C-407E-A947-70E740481C1C}">
                <a14:useLocalDpi xmlns:a14="http://schemas.microsoft.com/office/drawing/2010/main" val="0"/>
              </a:ext>
            </a:extLst>
          </a:blip>
          <a:srcRect b="17959"/>
          <a:stretch/>
        </p:blipFill>
        <p:spPr>
          <a:xfrm>
            <a:off x="5253887" y="6298436"/>
            <a:ext cx="1684227" cy="365760"/>
          </a:xfrm>
          <a:prstGeom prst="rect">
            <a:avLst/>
          </a:prstGeom>
        </p:spPr>
      </p:pic>
    </p:spTree>
    <p:extLst>
      <p:ext uri="{BB962C8B-B14F-4D97-AF65-F5344CB8AC3E}">
        <p14:creationId xmlns:p14="http://schemas.microsoft.com/office/powerpoint/2010/main" val="3235226260"/>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Slide Number Placeholder 4"/>
          <p:cNvSpPr>
            <a:spLocks noGrp="1"/>
          </p:cNvSpPr>
          <p:nvPr>
            <p:ph type="sldNum" sz="quarter" idx="12"/>
          </p:nvPr>
        </p:nvSpPr>
        <p:spPr>
          <a:xfrm>
            <a:off x="5791200" y="1036021"/>
            <a:ext cx="609600" cy="441325"/>
          </a:xfrm>
        </p:spPr>
        <p:txBody>
          <a:bodyPr/>
          <a:lstStyle/>
          <a:p>
            <a:fld id="{E67D59BB-D5EC-C64F-99F9-10B6782B0DD6}" type="slidenum">
              <a:rPr lang="en-US" smtClean="0">
                <a:solidFill>
                  <a:srgbClr val="969696">
                    <a:shade val="75000"/>
                  </a:srgbClr>
                </a:solidFill>
              </a:rPr>
              <a:pPr/>
              <a:t>‹#›</a:t>
            </a:fld>
            <a:endParaRPr lang="en-US">
              <a:solidFill>
                <a:srgbClr val="969696">
                  <a:shade val="75000"/>
                </a:srgbClr>
              </a:solidFill>
            </a:endParaRPr>
          </a:p>
        </p:txBody>
      </p:sp>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l="31291" b="33283"/>
          <a:stretch/>
        </p:blipFill>
        <p:spPr>
          <a:xfrm>
            <a:off x="9970755" y="6217920"/>
            <a:ext cx="1934203" cy="420624"/>
          </a:xfrm>
          <a:prstGeom prst="rect">
            <a:avLst/>
          </a:prstGeom>
        </p:spPr>
      </p:pic>
      <p:pic>
        <p:nvPicPr>
          <p:cNvPr id="6" name="Picture 5"/>
          <p:cNvPicPr>
            <a:picLocks noChangeAspect="1"/>
          </p:cNvPicPr>
          <p:nvPr/>
        </p:nvPicPr>
        <p:blipFill rotWithShape="1">
          <a:blip r:embed="rId3" cstate="print">
            <a:extLst>
              <a:ext uri="{28A0092B-C50C-407E-A947-70E740481C1C}">
                <a14:useLocalDpi xmlns:a14="http://schemas.microsoft.com/office/drawing/2010/main" val="0"/>
              </a:ext>
            </a:extLst>
          </a:blip>
          <a:srcRect b="17959"/>
          <a:stretch/>
        </p:blipFill>
        <p:spPr>
          <a:xfrm>
            <a:off x="5253887" y="6298436"/>
            <a:ext cx="1684227" cy="365760"/>
          </a:xfrm>
          <a:prstGeom prst="rect">
            <a:avLst/>
          </a:prstGeom>
        </p:spPr>
      </p:pic>
    </p:spTree>
    <p:extLst>
      <p:ext uri="{BB962C8B-B14F-4D97-AF65-F5344CB8AC3E}">
        <p14:creationId xmlns:p14="http://schemas.microsoft.com/office/powerpoint/2010/main" val="9228671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8" name="Rectangle 7"/>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0" name="Rectangle 9"/>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9" name="Rectangle 8"/>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6" name="Rectangle 5"/>
          <p:cNvSpPr>
            <a:spLocks noChangeArrowheads="1"/>
          </p:cNvSpPr>
          <p:nvPr/>
        </p:nvSpPr>
        <p:spPr bwMode="auto">
          <a:xfrm>
            <a:off x="203200" y="158496"/>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sz="1800" dirty="0"/>
          </a:p>
        </p:txBody>
      </p:sp>
      <p:grpSp>
        <p:nvGrpSpPr>
          <p:cNvPr id="11" name="Group 10"/>
          <p:cNvGrpSpPr/>
          <p:nvPr/>
        </p:nvGrpSpPr>
        <p:grpSpPr>
          <a:xfrm>
            <a:off x="0" y="6254496"/>
            <a:ext cx="12192000" cy="603504"/>
            <a:chOff x="0" y="6254496"/>
            <a:chExt cx="9144000" cy="603504"/>
          </a:xfrm>
        </p:grpSpPr>
        <p:sp>
          <p:nvSpPr>
            <p:cNvPr id="12" name="Rectangle 11"/>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pic>
          <p:nvPicPr>
            <p:cNvPr id="13" name="Picture 12"/>
            <p:cNvPicPr>
              <a:picLocks noChangeAspect="1"/>
            </p:cNvPicPr>
            <p:nvPr userDrawn="1"/>
          </p:nvPicPr>
          <p:blipFill rotWithShape="1">
            <a:blip r:embed="rId2">
              <a:extLst>
                <a:ext uri="{28A0092B-C50C-407E-A947-70E740481C1C}">
                  <a14:useLocalDpi xmlns:a14="http://schemas.microsoft.com/office/drawing/2010/main" val="0"/>
                </a:ext>
              </a:extLst>
            </a:blip>
            <a:srcRect t="82385"/>
            <a:stretch/>
          </p:blipFill>
          <p:spPr>
            <a:xfrm rot="10800000">
              <a:off x="152400" y="6254496"/>
              <a:ext cx="8837676" cy="444539"/>
            </a:xfrm>
            <a:prstGeom prst="rect">
              <a:avLst/>
            </a:prstGeom>
          </p:spPr>
        </p:pic>
        <p:pic>
          <p:nvPicPr>
            <p:cNvPr id="14" name="Picture 13"/>
            <p:cNvPicPr>
              <a:picLocks noChangeAspect="1"/>
            </p:cNvPicPr>
            <p:nvPr userDrawn="1"/>
          </p:nvPicPr>
          <p:blipFill rotWithShape="1">
            <a:blip r:embed="rId3" cstate="print">
              <a:extLst>
                <a:ext uri="{28A0092B-C50C-407E-A947-70E740481C1C}">
                  <a14:useLocalDpi xmlns:a14="http://schemas.microsoft.com/office/drawing/2010/main" val="0"/>
                </a:ext>
              </a:extLst>
            </a:blip>
            <a:srcRect t="-1" b="26001"/>
            <a:stretch/>
          </p:blipFill>
          <p:spPr>
            <a:xfrm>
              <a:off x="155448" y="6257245"/>
              <a:ext cx="1461185" cy="432511"/>
            </a:xfrm>
            <a:prstGeom prst="rect">
              <a:avLst/>
            </a:prstGeom>
          </p:spPr>
        </p:pic>
      </p:grpSp>
      <p:pic>
        <p:nvPicPr>
          <p:cNvPr id="15" name="Picture 14"/>
          <p:cNvPicPr>
            <a:picLocks noChangeAspect="1"/>
          </p:cNvPicPr>
          <p:nvPr/>
        </p:nvPicPr>
        <p:blipFill rotWithShape="1">
          <a:blip r:embed="rId4" cstate="print">
            <a:extLst>
              <a:ext uri="{28A0092B-C50C-407E-A947-70E740481C1C}">
                <a14:useLocalDpi xmlns:a14="http://schemas.microsoft.com/office/drawing/2010/main" val="0"/>
              </a:ext>
            </a:extLst>
          </a:blip>
          <a:srcRect l="31291" b="33283"/>
          <a:stretch/>
        </p:blipFill>
        <p:spPr>
          <a:xfrm>
            <a:off x="9970755" y="6217920"/>
            <a:ext cx="1934203" cy="420624"/>
          </a:xfrm>
          <a:prstGeom prst="rect">
            <a:avLst/>
          </a:prstGeom>
        </p:spPr>
      </p:pic>
      <p:pic>
        <p:nvPicPr>
          <p:cNvPr id="16" name="Picture 15"/>
          <p:cNvPicPr>
            <a:picLocks noChangeAspect="1"/>
          </p:cNvPicPr>
          <p:nvPr/>
        </p:nvPicPr>
        <p:blipFill rotWithShape="1">
          <a:blip r:embed="rId5" cstate="print">
            <a:extLst>
              <a:ext uri="{28A0092B-C50C-407E-A947-70E740481C1C}">
                <a14:useLocalDpi xmlns:a14="http://schemas.microsoft.com/office/drawing/2010/main" val="0"/>
              </a:ext>
            </a:extLst>
          </a:blip>
          <a:srcRect b="17959"/>
          <a:stretch/>
        </p:blipFill>
        <p:spPr>
          <a:xfrm>
            <a:off x="5253887" y="6298436"/>
            <a:ext cx="1684227" cy="365760"/>
          </a:xfrm>
          <a:prstGeom prst="rect">
            <a:avLst/>
          </a:prstGeom>
        </p:spPr>
      </p:pic>
    </p:spTree>
    <p:extLst>
      <p:ext uri="{BB962C8B-B14F-4D97-AF65-F5344CB8AC3E}">
        <p14:creationId xmlns:p14="http://schemas.microsoft.com/office/powerpoint/2010/main" val="33220553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203200" y="152400"/>
            <a:ext cx="11777472" cy="304800"/>
          </a:xfrm>
          <a:prstGeom prst="rect">
            <a:avLst/>
          </a:prstGeom>
          <a:blipFill>
            <a:blip r:embed="rId2"/>
            <a:stretch>
              <a:fillRect/>
            </a:stretch>
          </a:blip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5" name="Rectangle 14"/>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8" name="Rectangle 17"/>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6" name="Rectangle 15"/>
          <p:cNvSpPr>
            <a:spLocks noChangeArrowheads="1"/>
          </p:cNvSpPr>
          <p:nvPr/>
        </p:nvSpPr>
        <p:spPr bwMode="white">
          <a:xfrm>
            <a:off x="0" y="0"/>
            <a:ext cx="12192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7" name="Rectangle 16"/>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3" name="Rectangle 12"/>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 name="Title 1"/>
          <p:cNvSpPr>
            <a:spLocks noGrp="1"/>
          </p:cNvSpPr>
          <p:nvPr>
            <p:ph type="title"/>
          </p:nvPr>
        </p:nvSpPr>
        <p:spPr>
          <a:xfrm>
            <a:off x="508000" y="914400"/>
            <a:ext cx="3149600" cy="990600"/>
          </a:xfrm>
        </p:spPr>
        <p:txBody>
          <a:bodyPr anchor="b">
            <a:noAutofit/>
          </a:bodyPr>
          <a:lstStyle>
            <a:lvl1pPr algn="l">
              <a:buNone/>
              <a:defRPr sz="2200" b="1">
                <a:solidFill>
                  <a:schemeClr val="accent2">
                    <a:lumMod val="50000"/>
                  </a:schemeClr>
                </a:solidFill>
              </a:defRPr>
            </a:lvl1pPr>
          </a:lstStyle>
          <a:p>
            <a:r>
              <a:rPr kumimoji="0" lang="en-US"/>
              <a:t>Click to edit Master title style</a:t>
            </a:r>
            <a:endParaRPr kumimoji="0" lang="en-US" dirty="0"/>
          </a:p>
        </p:txBody>
      </p:sp>
      <p:sp>
        <p:nvSpPr>
          <p:cNvPr id="3" name="Text Placeholder 2"/>
          <p:cNvSpPr>
            <a:spLocks noGrp="1"/>
          </p:cNvSpPr>
          <p:nvPr>
            <p:ph type="body" idx="2"/>
          </p:nvPr>
        </p:nvSpPr>
        <p:spPr>
          <a:xfrm>
            <a:off x="508000" y="1981201"/>
            <a:ext cx="3149600" cy="4144963"/>
          </a:xfrm>
        </p:spPr>
        <p:txBody>
          <a:bodyPr/>
          <a:lstStyle>
            <a:lvl1pPr marL="0" indent="0">
              <a:spcAft>
                <a:spcPts val="1000"/>
              </a:spcAft>
              <a:buNone/>
              <a:defRPr sz="1600">
                <a:solidFill>
                  <a:schemeClr val="accent2">
                    <a:lumMod val="50000"/>
                  </a:schemeClr>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Rectangle 7"/>
          <p:cNvSpPr>
            <a:spLocks noChangeArrowheads="1"/>
          </p:cNvSpPr>
          <p:nvPr/>
        </p:nvSpPr>
        <p:spPr bwMode="auto">
          <a:xfrm>
            <a:off x="203200" y="152400"/>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sz="1800" dirty="0"/>
          </a:p>
        </p:txBody>
      </p:sp>
      <p:sp>
        <p:nvSpPr>
          <p:cNvPr id="9" name="Straight Connector 8"/>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sz="1800"/>
          </a:p>
        </p:txBody>
      </p:sp>
      <p:sp>
        <p:nvSpPr>
          <p:cNvPr id="20" name="Content Placeholder 19"/>
          <p:cNvSpPr>
            <a:spLocks noGrp="1"/>
          </p:cNvSpPr>
          <p:nvPr>
            <p:ph sz="quarter" idx="1"/>
          </p:nvPr>
        </p:nvSpPr>
        <p:spPr>
          <a:xfrm>
            <a:off x="4165600" y="685800"/>
            <a:ext cx="7518400" cy="5410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Oval 9"/>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1" name="Oval 10"/>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7" name="Slide Number Placeholder 6"/>
          <p:cNvSpPr>
            <a:spLocks noGrp="1"/>
          </p:cNvSpPr>
          <p:nvPr>
            <p:ph type="sldNum" sz="quarter" idx="12"/>
          </p:nvPr>
        </p:nvSpPr>
        <p:spPr>
          <a:xfrm>
            <a:off x="1828800" y="312739"/>
            <a:ext cx="609600" cy="441325"/>
          </a:xfrm>
        </p:spPr>
        <p:txBody>
          <a:bodyPr/>
          <a:lstStyle>
            <a:lvl1pPr>
              <a:defRPr>
                <a:solidFill>
                  <a:schemeClr val="accent3">
                    <a:shade val="75000"/>
                  </a:schemeClr>
                </a:solidFill>
              </a:defRPr>
            </a:lvl1pPr>
          </a:lstStyle>
          <a:p>
            <a:fld id="{E67D59BB-D5EC-C64F-99F9-10B6782B0DD6}" type="slidenum">
              <a:rPr lang="en-US" smtClean="0">
                <a:solidFill>
                  <a:srgbClr val="969696">
                    <a:shade val="75000"/>
                  </a:srgbClr>
                </a:solidFill>
              </a:rPr>
              <a:pPr/>
              <a:t>‹#›</a:t>
            </a:fld>
            <a:endParaRPr lang="en-US">
              <a:solidFill>
                <a:srgbClr val="969696">
                  <a:shade val="75000"/>
                </a:srgbClr>
              </a:solidFill>
            </a:endParaRPr>
          </a:p>
        </p:txBody>
      </p:sp>
      <p:grpSp>
        <p:nvGrpSpPr>
          <p:cNvPr id="22" name="Group 21"/>
          <p:cNvGrpSpPr/>
          <p:nvPr/>
        </p:nvGrpSpPr>
        <p:grpSpPr>
          <a:xfrm>
            <a:off x="0" y="6254496"/>
            <a:ext cx="12192000" cy="603504"/>
            <a:chOff x="0" y="6254496"/>
            <a:chExt cx="9144000" cy="603504"/>
          </a:xfrm>
        </p:grpSpPr>
        <p:sp>
          <p:nvSpPr>
            <p:cNvPr id="23" name="Rectangle 22"/>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pic>
          <p:nvPicPr>
            <p:cNvPr id="24" name="Picture 23"/>
            <p:cNvPicPr>
              <a:picLocks noChangeAspect="1"/>
            </p:cNvPicPr>
            <p:nvPr userDrawn="1"/>
          </p:nvPicPr>
          <p:blipFill rotWithShape="1">
            <a:blip r:embed="rId3">
              <a:extLst>
                <a:ext uri="{28A0092B-C50C-407E-A947-70E740481C1C}">
                  <a14:useLocalDpi xmlns:a14="http://schemas.microsoft.com/office/drawing/2010/main" val="0"/>
                </a:ext>
              </a:extLst>
            </a:blip>
            <a:srcRect t="82385"/>
            <a:stretch/>
          </p:blipFill>
          <p:spPr>
            <a:xfrm rot="10800000">
              <a:off x="152400" y="6254496"/>
              <a:ext cx="8837676" cy="444539"/>
            </a:xfrm>
            <a:prstGeom prst="rect">
              <a:avLst/>
            </a:prstGeom>
          </p:spPr>
        </p:pic>
        <p:pic>
          <p:nvPicPr>
            <p:cNvPr id="25" name="Picture 24"/>
            <p:cNvPicPr>
              <a:picLocks noChangeAspect="1"/>
            </p:cNvPicPr>
            <p:nvPr userDrawn="1"/>
          </p:nvPicPr>
          <p:blipFill rotWithShape="1">
            <a:blip r:embed="rId4" cstate="print">
              <a:extLst>
                <a:ext uri="{28A0092B-C50C-407E-A947-70E740481C1C}">
                  <a14:useLocalDpi xmlns:a14="http://schemas.microsoft.com/office/drawing/2010/main" val="0"/>
                </a:ext>
              </a:extLst>
            </a:blip>
            <a:srcRect t="-1" b="26001"/>
            <a:stretch/>
          </p:blipFill>
          <p:spPr>
            <a:xfrm>
              <a:off x="130004" y="6257245"/>
              <a:ext cx="1461185" cy="432511"/>
            </a:xfrm>
            <a:prstGeom prst="rect">
              <a:avLst/>
            </a:prstGeom>
          </p:spPr>
        </p:pic>
      </p:grpSp>
      <p:pic>
        <p:nvPicPr>
          <p:cNvPr id="21" name="Picture 20"/>
          <p:cNvPicPr>
            <a:picLocks noChangeAspect="1"/>
          </p:cNvPicPr>
          <p:nvPr/>
        </p:nvPicPr>
        <p:blipFill rotWithShape="1">
          <a:blip r:embed="rId5" cstate="print">
            <a:extLst>
              <a:ext uri="{28A0092B-C50C-407E-A947-70E740481C1C}">
                <a14:useLocalDpi xmlns:a14="http://schemas.microsoft.com/office/drawing/2010/main" val="0"/>
              </a:ext>
            </a:extLst>
          </a:blip>
          <a:srcRect l="31291" b="33283"/>
          <a:stretch/>
        </p:blipFill>
        <p:spPr>
          <a:xfrm>
            <a:off x="9970755" y="6217920"/>
            <a:ext cx="1934203" cy="420624"/>
          </a:xfrm>
          <a:prstGeom prst="rect">
            <a:avLst/>
          </a:prstGeom>
        </p:spPr>
      </p:pic>
      <p:pic>
        <p:nvPicPr>
          <p:cNvPr id="26" name="Picture 25"/>
          <p:cNvPicPr>
            <a:picLocks noChangeAspect="1"/>
          </p:cNvPicPr>
          <p:nvPr/>
        </p:nvPicPr>
        <p:blipFill rotWithShape="1">
          <a:blip r:embed="rId6" cstate="print">
            <a:extLst>
              <a:ext uri="{28A0092B-C50C-407E-A947-70E740481C1C}">
                <a14:useLocalDpi xmlns:a14="http://schemas.microsoft.com/office/drawing/2010/main" val="0"/>
              </a:ext>
            </a:extLst>
          </a:blip>
          <a:srcRect b="17959"/>
          <a:stretch/>
        </p:blipFill>
        <p:spPr>
          <a:xfrm>
            <a:off x="5253887" y="6298436"/>
            <a:ext cx="1684227" cy="365760"/>
          </a:xfrm>
          <a:prstGeom prst="rect">
            <a:avLst/>
          </a:prstGeom>
        </p:spPr>
      </p:pic>
    </p:spTree>
    <p:extLst>
      <p:ext uri="{BB962C8B-B14F-4D97-AF65-F5344CB8AC3E}">
        <p14:creationId xmlns:p14="http://schemas.microsoft.com/office/powerpoint/2010/main" val="516594500"/>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203200" y="533400"/>
            <a:ext cx="11777472"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sz="1800"/>
          </a:p>
        </p:txBody>
      </p:sp>
      <p:sp>
        <p:nvSpPr>
          <p:cNvPr id="19" name="Rectangle 18"/>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6" name="Rectangle 15"/>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7" name="Rectangle 16"/>
          <p:cNvSpPr>
            <a:spLocks noChangeArrowheads="1"/>
          </p:cNvSpPr>
          <p:nvPr/>
        </p:nvSpPr>
        <p:spPr bwMode="white">
          <a:xfrm>
            <a:off x="0" y="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dirty="0"/>
          </a:p>
        </p:txBody>
      </p:sp>
      <p:sp>
        <p:nvSpPr>
          <p:cNvPr id="20" name="Rectangle 19"/>
          <p:cNvSpPr>
            <a:spLocks noChangeArrowheads="1"/>
          </p:cNvSpPr>
          <p:nvPr/>
        </p:nvSpPr>
        <p:spPr bwMode="auto">
          <a:xfrm>
            <a:off x="203200" y="152400"/>
            <a:ext cx="11777472" cy="301752"/>
          </a:xfrm>
          <a:prstGeom prst="rect">
            <a:avLst/>
          </a:prstGeom>
          <a:blipFill>
            <a:blip r:embed="rId2"/>
            <a:stretch>
              <a:fillRect/>
            </a:stretch>
          </a:blip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8" name="Rectangle 7"/>
          <p:cNvSpPr/>
          <p:nvPr/>
        </p:nvSpPr>
        <p:spPr>
          <a:xfrm>
            <a:off x="203200" y="609600"/>
            <a:ext cx="36576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5" name="Rectangle 14"/>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sz="1800" dirty="0"/>
          </a:p>
        </p:txBody>
      </p:sp>
      <p:sp>
        <p:nvSpPr>
          <p:cNvPr id="12" name="Oval 11"/>
          <p:cNvSpPr/>
          <p:nvPr/>
        </p:nvSpPr>
        <p:spPr>
          <a:xfrm>
            <a:off x="1727200" y="228600"/>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3" name="Oval 12"/>
          <p:cNvSpPr/>
          <p:nvPr/>
        </p:nvSpPr>
        <p:spPr>
          <a:xfrm>
            <a:off x="1853184" y="323088"/>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7" name="Slide Number Placeholder 6"/>
          <p:cNvSpPr>
            <a:spLocks noGrp="1"/>
          </p:cNvSpPr>
          <p:nvPr>
            <p:ph type="sldNum" sz="quarter" idx="12"/>
          </p:nvPr>
        </p:nvSpPr>
        <p:spPr>
          <a:xfrm>
            <a:off x="1828800" y="312739"/>
            <a:ext cx="609600" cy="441325"/>
          </a:xfrm>
        </p:spPr>
        <p:txBody>
          <a:bodyPr/>
          <a:lstStyle/>
          <a:p>
            <a:fld id="{E67D59BB-D5EC-C64F-99F9-10B6782B0DD6}" type="slidenum">
              <a:rPr lang="en-US" smtClean="0">
                <a:solidFill>
                  <a:srgbClr val="969696">
                    <a:shade val="75000"/>
                  </a:srgbClr>
                </a:solidFill>
              </a:rPr>
              <a:pPr/>
              <a:t>‹#›</a:t>
            </a:fld>
            <a:endParaRPr lang="en-US">
              <a:solidFill>
                <a:srgbClr val="969696">
                  <a:shade val="75000"/>
                </a:srgbClr>
              </a:solidFill>
            </a:endParaRPr>
          </a:p>
        </p:txBody>
      </p:sp>
      <p:sp>
        <p:nvSpPr>
          <p:cNvPr id="2" name="Title 1"/>
          <p:cNvSpPr>
            <a:spLocks noGrp="1"/>
          </p:cNvSpPr>
          <p:nvPr>
            <p:ph type="title"/>
          </p:nvPr>
        </p:nvSpPr>
        <p:spPr>
          <a:xfrm>
            <a:off x="4000500" y="5029200"/>
            <a:ext cx="7823200" cy="1219200"/>
          </a:xfrm>
        </p:spPr>
        <p:txBody>
          <a:bodyPr anchor="t">
            <a:noAutofit/>
          </a:bodyPr>
          <a:lstStyle>
            <a:lvl1pPr algn="l">
              <a:buNone/>
              <a:defRPr sz="2400" b="1">
                <a:solidFill>
                  <a:schemeClr val="tx2"/>
                </a:solidFill>
              </a:defRPr>
            </a:lvl1pPr>
          </a:lstStyle>
          <a:p>
            <a:r>
              <a:rPr kumimoji="0" lang="en-US"/>
              <a:t>Click to edit Master title style</a:t>
            </a:r>
          </a:p>
        </p:txBody>
      </p:sp>
      <p:sp>
        <p:nvSpPr>
          <p:cNvPr id="3" name="Picture Placeholder 2"/>
          <p:cNvSpPr>
            <a:spLocks noGrp="1"/>
          </p:cNvSpPr>
          <p:nvPr>
            <p:ph type="pic" idx="1"/>
          </p:nvPr>
        </p:nvSpPr>
        <p:spPr>
          <a:xfrm>
            <a:off x="4000500" y="609600"/>
            <a:ext cx="7823200" cy="4267200"/>
          </a:xfrm>
        </p:spPr>
        <p:txBody>
          <a:bodyPr/>
          <a:lstStyle>
            <a:lvl1pPr marL="0" indent="0">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508000" y="990600"/>
            <a:ext cx="3251200" cy="5257800"/>
          </a:xfrm>
        </p:spPr>
        <p:txBody>
          <a:bodyPr/>
          <a:lstStyle>
            <a:lvl1pPr marL="0" indent="0">
              <a:spcAft>
                <a:spcPts val="1000"/>
              </a:spcAft>
              <a:buFontTx/>
              <a:buNone/>
              <a:defRPr sz="1600">
                <a:solidFill>
                  <a:schemeClr val="accent2">
                    <a:lumMod val="50000"/>
                  </a:schemeClr>
                </a:solidFill>
              </a:defRPr>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grpSp>
        <p:nvGrpSpPr>
          <p:cNvPr id="23" name="Group 22"/>
          <p:cNvGrpSpPr/>
          <p:nvPr/>
        </p:nvGrpSpPr>
        <p:grpSpPr>
          <a:xfrm>
            <a:off x="0" y="6254496"/>
            <a:ext cx="12192000" cy="603504"/>
            <a:chOff x="0" y="6254496"/>
            <a:chExt cx="9144000" cy="603504"/>
          </a:xfrm>
        </p:grpSpPr>
        <p:sp>
          <p:nvSpPr>
            <p:cNvPr id="24" name="Rectangle 23"/>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pic>
          <p:nvPicPr>
            <p:cNvPr id="25" name="Picture 24"/>
            <p:cNvPicPr>
              <a:picLocks noChangeAspect="1"/>
            </p:cNvPicPr>
            <p:nvPr userDrawn="1"/>
          </p:nvPicPr>
          <p:blipFill rotWithShape="1">
            <a:blip r:embed="rId3">
              <a:extLst>
                <a:ext uri="{28A0092B-C50C-407E-A947-70E740481C1C}">
                  <a14:useLocalDpi xmlns:a14="http://schemas.microsoft.com/office/drawing/2010/main" val="0"/>
                </a:ext>
              </a:extLst>
            </a:blip>
            <a:srcRect t="82385"/>
            <a:stretch/>
          </p:blipFill>
          <p:spPr>
            <a:xfrm rot="10800000">
              <a:off x="152400" y="6254496"/>
              <a:ext cx="8837676" cy="444539"/>
            </a:xfrm>
            <a:prstGeom prst="rect">
              <a:avLst/>
            </a:prstGeom>
          </p:spPr>
        </p:pic>
        <p:pic>
          <p:nvPicPr>
            <p:cNvPr id="26" name="Picture 25"/>
            <p:cNvPicPr>
              <a:picLocks noChangeAspect="1"/>
            </p:cNvPicPr>
            <p:nvPr userDrawn="1"/>
          </p:nvPicPr>
          <p:blipFill rotWithShape="1">
            <a:blip r:embed="rId4" cstate="print">
              <a:extLst>
                <a:ext uri="{28A0092B-C50C-407E-A947-70E740481C1C}">
                  <a14:useLocalDpi xmlns:a14="http://schemas.microsoft.com/office/drawing/2010/main" val="0"/>
                </a:ext>
              </a:extLst>
            </a:blip>
            <a:srcRect t="-1" b="26001"/>
            <a:stretch/>
          </p:blipFill>
          <p:spPr>
            <a:xfrm>
              <a:off x="130004" y="6257245"/>
              <a:ext cx="1461185" cy="432511"/>
            </a:xfrm>
            <a:prstGeom prst="rect">
              <a:avLst/>
            </a:prstGeom>
          </p:spPr>
        </p:pic>
      </p:grpSp>
      <p:pic>
        <p:nvPicPr>
          <p:cNvPr id="22" name="Picture 21"/>
          <p:cNvPicPr>
            <a:picLocks noChangeAspect="1"/>
          </p:cNvPicPr>
          <p:nvPr/>
        </p:nvPicPr>
        <p:blipFill rotWithShape="1">
          <a:blip r:embed="rId5" cstate="print">
            <a:extLst>
              <a:ext uri="{28A0092B-C50C-407E-A947-70E740481C1C}">
                <a14:useLocalDpi xmlns:a14="http://schemas.microsoft.com/office/drawing/2010/main" val="0"/>
              </a:ext>
            </a:extLst>
          </a:blip>
          <a:srcRect l="31291" b="33283"/>
          <a:stretch/>
        </p:blipFill>
        <p:spPr>
          <a:xfrm>
            <a:off x="9970755" y="6217920"/>
            <a:ext cx="1934203" cy="420624"/>
          </a:xfrm>
          <a:prstGeom prst="rect">
            <a:avLst/>
          </a:prstGeom>
        </p:spPr>
      </p:pic>
      <p:pic>
        <p:nvPicPr>
          <p:cNvPr id="27" name="Picture 26"/>
          <p:cNvPicPr>
            <a:picLocks noChangeAspect="1"/>
          </p:cNvPicPr>
          <p:nvPr/>
        </p:nvPicPr>
        <p:blipFill rotWithShape="1">
          <a:blip r:embed="rId6" cstate="print">
            <a:extLst>
              <a:ext uri="{28A0092B-C50C-407E-A947-70E740481C1C}">
                <a14:useLocalDpi xmlns:a14="http://schemas.microsoft.com/office/drawing/2010/main" val="0"/>
              </a:ext>
            </a:extLst>
          </a:blip>
          <a:srcRect b="17959"/>
          <a:stretch/>
        </p:blipFill>
        <p:spPr>
          <a:xfrm>
            <a:off x="5253887" y="6298436"/>
            <a:ext cx="1684227" cy="365760"/>
          </a:xfrm>
          <a:prstGeom prst="rect">
            <a:avLst/>
          </a:prstGeom>
        </p:spPr>
      </p:pic>
    </p:spTree>
    <p:extLst>
      <p:ext uri="{BB962C8B-B14F-4D97-AF65-F5344CB8AC3E}">
        <p14:creationId xmlns:p14="http://schemas.microsoft.com/office/powerpoint/2010/main" val="39842827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7721600" y="6404984"/>
            <a:ext cx="4059936" cy="365760"/>
          </a:xfrm>
          <a:prstGeom prst="rect">
            <a:avLst/>
          </a:prstGeom>
        </p:spPr>
        <p:txBody>
          <a:bodyPr/>
          <a:lstStyle/>
          <a:p>
            <a:pPr defTabSz="457200"/>
            <a:fld id="{AD3C14FD-3735-3F4A-ADF4-A07FC086776F}" type="datetimeFigureOut">
              <a:rPr lang="en-US" smtClean="0">
                <a:solidFill>
                  <a:prstClr val="black"/>
                </a:solidFill>
              </a:rPr>
              <a:pPr defTabSz="457200"/>
              <a:t>6/13/2024</a:t>
            </a:fld>
            <a:endParaRPr lang="en-US">
              <a:solidFill>
                <a:prstClr val="black"/>
              </a:solidFill>
            </a:endParaRPr>
          </a:p>
        </p:txBody>
      </p:sp>
      <p:sp>
        <p:nvSpPr>
          <p:cNvPr id="5" name="Footer Placeholder 4"/>
          <p:cNvSpPr>
            <a:spLocks noGrp="1"/>
          </p:cNvSpPr>
          <p:nvPr>
            <p:ph type="ftr" sz="quarter" idx="11"/>
          </p:nvPr>
        </p:nvSpPr>
        <p:spPr>
          <a:xfrm>
            <a:off x="406400" y="6410848"/>
            <a:ext cx="4775200" cy="365760"/>
          </a:xfrm>
          <a:prstGeom prst="rect">
            <a:avLst/>
          </a:prstGeom>
        </p:spPr>
        <p:txBody>
          <a:bodyPr/>
          <a:lstStyle/>
          <a:p>
            <a:pPr defTabSz="457200"/>
            <a:endParaRPr lang="en-US">
              <a:solidFill>
                <a:prstClr val="black"/>
              </a:solidFill>
            </a:endParaRPr>
          </a:p>
        </p:txBody>
      </p:sp>
      <p:sp>
        <p:nvSpPr>
          <p:cNvPr id="6" name="Slide Number Placeholder 5"/>
          <p:cNvSpPr>
            <a:spLocks noGrp="1"/>
          </p:cNvSpPr>
          <p:nvPr>
            <p:ph type="sldNum" sz="quarter" idx="12"/>
          </p:nvPr>
        </p:nvSpPr>
        <p:spPr/>
        <p:txBody>
          <a:bodyPr/>
          <a:lstStyle/>
          <a:p>
            <a:fld id="{E67D59BB-D5EC-C64F-99F9-10B6782B0DD6}" type="slidenum">
              <a:rPr lang="en-US" smtClean="0">
                <a:solidFill>
                  <a:srgbClr val="969696">
                    <a:shade val="75000"/>
                  </a:srgbClr>
                </a:solidFill>
              </a:rPr>
              <a:pPr/>
              <a:t>‹#›</a:t>
            </a:fld>
            <a:endParaRPr lang="en-US">
              <a:solidFill>
                <a:srgbClr val="969696">
                  <a:shade val="75000"/>
                </a:srgbClr>
              </a:solidFill>
            </a:endParaRPr>
          </a:p>
        </p:txBody>
      </p:sp>
    </p:spTree>
    <p:extLst>
      <p:ext uri="{BB962C8B-B14F-4D97-AF65-F5344CB8AC3E}">
        <p14:creationId xmlns:p14="http://schemas.microsoft.com/office/powerpoint/2010/main" val="3181643514"/>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12192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8" name="Rectangle 7"/>
          <p:cNvSpPr>
            <a:spLocks noChangeArrowheads="1"/>
          </p:cNvSpPr>
          <p:nvPr/>
        </p:nvSpPr>
        <p:spPr bwMode="white">
          <a:xfrm>
            <a:off x="9347200" y="0"/>
            <a:ext cx="28448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9" name="Rectangle 8"/>
          <p:cNvSpPr>
            <a:spLocks noChangeArrowheads="1"/>
          </p:cNvSpPr>
          <p:nvPr/>
        </p:nvSpPr>
        <p:spPr bwMode="white">
          <a:xfrm>
            <a:off x="0" y="0"/>
            <a:ext cx="12192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0" name="Rectangle 9"/>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1" name="Rectangle 10"/>
          <p:cNvSpPr>
            <a:spLocks noChangeArrowheads="1"/>
          </p:cNvSpPr>
          <p:nvPr/>
        </p:nvSpPr>
        <p:spPr bwMode="auto">
          <a:xfrm>
            <a:off x="195072" y="6391657"/>
            <a:ext cx="11777472"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2" name="Rectangle 11"/>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sz="1800" dirty="0"/>
          </a:p>
        </p:txBody>
      </p:sp>
      <p:sp>
        <p:nvSpPr>
          <p:cNvPr id="13" name="Straight Connector 12"/>
          <p:cNvSpPr>
            <a:spLocks noChangeShapeType="1"/>
          </p:cNvSpPr>
          <p:nvPr/>
        </p:nvSpPr>
        <p:spPr bwMode="auto">
          <a:xfrm rot="5400000">
            <a:off x="6403340"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sz="1800"/>
          </a:p>
        </p:txBody>
      </p:sp>
      <p:sp>
        <p:nvSpPr>
          <p:cNvPr id="14" name="Oval 13"/>
          <p:cNvSpPr/>
          <p:nvPr/>
        </p:nvSpPr>
        <p:spPr>
          <a:xfrm>
            <a:off x="9119616" y="2925763"/>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5" name="Oval 14"/>
          <p:cNvSpPr/>
          <p:nvPr/>
        </p:nvSpPr>
        <p:spPr>
          <a:xfrm>
            <a:off x="9245600" y="3020251"/>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6" name="Slide Number Placeholder 5"/>
          <p:cNvSpPr>
            <a:spLocks noGrp="1"/>
          </p:cNvSpPr>
          <p:nvPr>
            <p:ph type="sldNum" sz="quarter" idx="12"/>
          </p:nvPr>
        </p:nvSpPr>
        <p:spPr>
          <a:xfrm>
            <a:off x="9221216" y="3009902"/>
            <a:ext cx="609600" cy="441325"/>
          </a:xfrm>
        </p:spPr>
        <p:txBody>
          <a:bodyPr/>
          <a:lstStyle/>
          <a:p>
            <a:fld id="{E67D59BB-D5EC-C64F-99F9-10B6782B0DD6}" type="slidenum">
              <a:rPr lang="en-US" smtClean="0">
                <a:solidFill>
                  <a:srgbClr val="969696">
                    <a:shade val="75000"/>
                  </a:srgbClr>
                </a:solidFill>
              </a:rPr>
              <a:pPr/>
              <a:t>‹#›</a:t>
            </a:fld>
            <a:endParaRPr lang="en-US">
              <a:solidFill>
                <a:srgbClr val="969696">
                  <a:shade val="75000"/>
                </a:srgbClr>
              </a:solidFill>
            </a:endParaRPr>
          </a:p>
        </p:txBody>
      </p:sp>
      <p:sp>
        <p:nvSpPr>
          <p:cNvPr id="3" name="Vertical Text Placeholder 2"/>
          <p:cNvSpPr>
            <a:spLocks noGrp="1"/>
          </p:cNvSpPr>
          <p:nvPr>
            <p:ph type="body" orient="vert" idx="1"/>
          </p:nvPr>
        </p:nvSpPr>
        <p:spPr>
          <a:xfrm>
            <a:off x="406400" y="304800"/>
            <a:ext cx="8737600" cy="5821366"/>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a:xfrm>
            <a:off x="7721600" y="6404984"/>
            <a:ext cx="4059936" cy="365760"/>
          </a:xfrm>
          <a:prstGeom prst="rect">
            <a:avLst/>
          </a:prstGeom>
        </p:spPr>
        <p:txBody>
          <a:bodyPr/>
          <a:lstStyle/>
          <a:p>
            <a:pPr defTabSz="457200"/>
            <a:fld id="{AD3C14FD-3735-3F4A-ADF4-A07FC086776F}" type="datetimeFigureOut">
              <a:rPr lang="en-US" smtClean="0">
                <a:solidFill>
                  <a:prstClr val="black"/>
                </a:solidFill>
              </a:rPr>
              <a:pPr defTabSz="457200"/>
              <a:t>6/13/2024</a:t>
            </a:fld>
            <a:endParaRPr lang="en-US">
              <a:solidFill>
                <a:prstClr val="black"/>
              </a:solidFill>
            </a:endParaRPr>
          </a:p>
        </p:txBody>
      </p:sp>
      <p:sp>
        <p:nvSpPr>
          <p:cNvPr id="5" name="Footer Placeholder 4"/>
          <p:cNvSpPr>
            <a:spLocks noGrp="1"/>
          </p:cNvSpPr>
          <p:nvPr>
            <p:ph type="ftr" sz="quarter" idx="11"/>
          </p:nvPr>
        </p:nvSpPr>
        <p:spPr>
          <a:xfrm>
            <a:off x="406400" y="6410848"/>
            <a:ext cx="4775200" cy="365760"/>
          </a:xfrm>
          <a:prstGeom prst="rect">
            <a:avLst/>
          </a:prstGeom>
        </p:spPr>
        <p:txBody>
          <a:bodyPr/>
          <a:lstStyle/>
          <a:p>
            <a:pPr defTabSz="457200"/>
            <a:endParaRPr lang="en-US">
              <a:solidFill>
                <a:prstClr val="black"/>
              </a:solidFill>
            </a:endParaRPr>
          </a:p>
        </p:txBody>
      </p:sp>
      <p:sp>
        <p:nvSpPr>
          <p:cNvPr id="2" name="Vertical Title 1"/>
          <p:cNvSpPr>
            <a:spLocks noGrp="1"/>
          </p:cNvSpPr>
          <p:nvPr>
            <p:ph type="title" orient="vert"/>
          </p:nvPr>
        </p:nvSpPr>
        <p:spPr>
          <a:xfrm>
            <a:off x="9855200" y="304802"/>
            <a:ext cx="1930400" cy="5851525"/>
          </a:xfrm>
        </p:spPr>
        <p:txBody>
          <a:bodyPr vert="eaVert"/>
          <a:lstStyle/>
          <a:p>
            <a:r>
              <a:rPr kumimoji="0" lang="en-US"/>
              <a:t>Click to edit Master title style</a:t>
            </a:r>
          </a:p>
        </p:txBody>
      </p:sp>
    </p:spTree>
    <p:extLst>
      <p:ext uri="{BB962C8B-B14F-4D97-AF65-F5344CB8AC3E}">
        <p14:creationId xmlns:p14="http://schemas.microsoft.com/office/powerpoint/2010/main" val="2638963734"/>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E3616A3-2900-4B39-9482-A85FD1ADAE28}"/>
              </a:ext>
            </a:extLst>
          </p:cNvPr>
          <p:cNvSpPr>
            <a:spLocks noGrp="1"/>
          </p:cNvSpPr>
          <p:nvPr>
            <p:ph type="dt" sz="half" idx="10"/>
          </p:nvPr>
        </p:nvSpPr>
        <p:spPr/>
        <p:txBody>
          <a:bodyPr/>
          <a:lstStyle>
            <a:lvl1pPr>
              <a:defRPr/>
            </a:lvl1pPr>
          </a:lstStyle>
          <a:p>
            <a:fld id="{B3607B9F-0CFE-4047-B112-69E23659C53E}" type="datetimeFigureOut">
              <a:rPr lang="en-US" smtClean="0"/>
              <a:t>6/13/2024</a:t>
            </a:fld>
            <a:endParaRPr lang="en-US"/>
          </a:p>
        </p:txBody>
      </p:sp>
      <p:sp>
        <p:nvSpPr>
          <p:cNvPr id="5" name="Footer Placeholder 4">
            <a:extLst>
              <a:ext uri="{FF2B5EF4-FFF2-40B4-BE49-F238E27FC236}">
                <a16:creationId xmlns:a16="http://schemas.microsoft.com/office/drawing/2014/main" id="{63B9E64D-1A70-4B30-A9A4-5452E8BB8903}"/>
              </a:ext>
            </a:extLst>
          </p:cNvPr>
          <p:cNvSpPr>
            <a:spLocks noGrp="1"/>
          </p:cNvSpPr>
          <p:nvPr>
            <p:ph type="ftr" sz="quarter" idx="11"/>
          </p:nvPr>
        </p:nvSpPr>
        <p:spPr/>
        <p:txBody>
          <a:bodyPr/>
          <a:lstStyle>
            <a:lvl1pPr>
              <a:defRPr/>
            </a:lvl1pPr>
          </a:lstStyle>
          <a:p>
            <a:endParaRPr lang="en-US"/>
          </a:p>
        </p:txBody>
      </p:sp>
      <p:sp>
        <p:nvSpPr>
          <p:cNvPr id="6" name="Slide Number Placeholder 5">
            <a:extLst>
              <a:ext uri="{FF2B5EF4-FFF2-40B4-BE49-F238E27FC236}">
                <a16:creationId xmlns:a16="http://schemas.microsoft.com/office/drawing/2014/main" id="{4AE86DFE-5686-48E2-8E4B-6531A6133A09}"/>
              </a:ext>
            </a:extLst>
          </p:cNvPr>
          <p:cNvSpPr>
            <a:spLocks noGrp="1"/>
          </p:cNvSpPr>
          <p:nvPr>
            <p:ph type="sldNum" sz="quarter" idx="12"/>
          </p:nvPr>
        </p:nvSpPr>
        <p:spPr/>
        <p:txBody>
          <a:bodyPr/>
          <a:lstStyle>
            <a:lvl1pPr>
              <a:defRPr/>
            </a:lvl1pPr>
          </a:lstStyle>
          <a:p>
            <a:fld id="{A0108794-8D0B-43A1-8FED-3C6B2BB03C88}" type="slidenum">
              <a:rPr lang="en-US" smtClean="0"/>
              <a:t>‹#›</a:t>
            </a:fld>
            <a:endParaRPr lang="en-US"/>
          </a:p>
        </p:txBody>
      </p:sp>
    </p:spTree>
    <p:extLst>
      <p:ext uri="{BB962C8B-B14F-4D97-AF65-F5344CB8AC3E}">
        <p14:creationId xmlns:p14="http://schemas.microsoft.com/office/powerpoint/2010/main" val="101684053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6">
            <a:extLst>
              <a:ext uri="{FF2B5EF4-FFF2-40B4-BE49-F238E27FC236}">
                <a16:creationId xmlns:a16="http://schemas.microsoft.com/office/drawing/2014/main" id="{216EB76C-25E5-4281-9AF7-E66FED3C3F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19" r="519"/>
          <a:stretch>
            <a:fillRect/>
          </a:stretch>
        </p:blipFill>
        <p:spPr bwMode="auto">
          <a:xfrm>
            <a:off x="0" y="5986463"/>
            <a:ext cx="12192000"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838200" y="1825625"/>
            <a:ext cx="10515600" cy="40241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95752CD7-A4CC-4D10-BA75-A14DCB8F556E}"/>
              </a:ext>
            </a:extLst>
          </p:cNvPr>
          <p:cNvSpPr>
            <a:spLocks noGrp="1"/>
          </p:cNvSpPr>
          <p:nvPr>
            <p:ph type="ftr" sz="quarter" idx="10"/>
          </p:nvPr>
        </p:nvSpPr>
        <p:spPr/>
        <p:txBody>
          <a:bodyPr/>
          <a:lstStyle>
            <a:lvl1pPr>
              <a:defRPr dirty="0"/>
            </a:lvl1pPr>
          </a:lstStyle>
          <a:p>
            <a:endParaRPr lang="en-US"/>
          </a:p>
        </p:txBody>
      </p:sp>
      <p:sp>
        <p:nvSpPr>
          <p:cNvPr id="6" name="Slide Number Placeholder 5">
            <a:extLst>
              <a:ext uri="{FF2B5EF4-FFF2-40B4-BE49-F238E27FC236}">
                <a16:creationId xmlns:a16="http://schemas.microsoft.com/office/drawing/2014/main" id="{38DE7E3E-A7D7-4071-9CC6-6DB73DBB3F63}"/>
              </a:ext>
            </a:extLst>
          </p:cNvPr>
          <p:cNvSpPr>
            <a:spLocks noGrp="1"/>
          </p:cNvSpPr>
          <p:nvPr>
            <p:ph type="sldNum" sz="quarter" idx="11"/>
          </p:nvPr>
        </p:nvSpPr>
        <p:spPr/>
        <p:txBody>
          <a:bodyPr/>
          <a:lstStyle>
            <a:lvl1pPr>
              <a:defRPr/>
            </a:lvl1pPr>
          </a:lstStyle>
          <a:p>
            <a:fld id="{A0108794-8D0B-43A1-8FED-3C6B2BB03C88}" type="slidenum">
              <a:rPr lang="en-US" smtClean="0"/>
              <a:t>‹#›</a:t>
            </a:fld>
            <a:endParaRPr lang="en-US"/>
          </a:p>
        </p:txBody>
      </p:sp>
    </p:spTree>
    <p:extLst>
      <p:ext uri="{BB962C8B-B14F-4D97-AF65-F5344CB8AC3E}">
        <p14:creationId xmlns:p14="http://schemas.microsoft.com/office/powerpoint/2010/main" val="345072427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4" name="Picture 6" descr="A close up of a logo&#10;&#10;Description automatically generated">
            <a:extLst>
              <a:ext uri="{FF2B5EF4-FFF2-40B4-BE49-F238E27FC236}">
                <a16:creationId xmlns:a16="http://schemas.microsoft.com/office/drawing/2014/main" id="{40D1E460-0BE4-4DD5-9942-B70092B65B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8" y="1778000"/>
            <a:ext cx="12193588" cy="284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676400" y="576263"/>
            <a:ext cx="10515600" cy="2852737"/>
          </a:xfrm>
        </p:spPr>
        <p:txBody>
          <a:bodyPr anchor="b"/>
          <a:lstStyle>
            <a:lvl1pPr algn="r">
              <a:defRPr sz="6000">
                <a:latin typeface="Lato" panose="020F0502020204030203" pitchFamily="34" charset="0"/>
              </a:defRPr>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5" name="Date Placeholder 3">
            <a:extLst>
              <a:ext uri="{FF2B5EF4-FFF2-40B4-BE49-F238E27FC236}">
                <a16:creationId xmlns:a16="http://schemas.microsoft.com/office/drawing/2014/main" id="{7D10321A-60E0-4FE1-9153-C24485FEB631}"/>
              </a:ext>
            </a:extLst>
          </p:cNvPr>
          <p:cNvSpPr>
            <a:spLocks noGrp="1"/>
          </p:cNvSpPr>
          <p:nvPr>
            <p:ph type="dt" sz="half" idx="10"/>
          </p:nvPr>
        </p:nvSpPr>
        <p:spPr/>
        <p:txBody>
          <a:bodyPr/>
          <a:lstStyle>
            <a:lvl1pPr>
              <a:defRPr/>
            </a:lvl1pPr>
          </a:lstStyle>
          <a:p>
            <a:fld id="{B3607B9F-0CFE-4047-B112-69E23659C53E}" type="datetimeFigureOut">
              <a:rPr lang="en-US" smtClean="0"/>
              <a:t>6/13/2024</a:t>
            </a:fld>
            <a:endParaRPr lang="en-US"/>
          </a:p>
        </p:txBody>
      </p:sp>
      <p:sp>
        <p:nvSpPr>
          <p:cNvPr id="6" name="Footer Placeholder 4">
            <a:extLst>
              <a:ext uri="{FF2B5EF4-FFF2-40B4-BE49-F238E27FC236}">
                <a16:creationId xmlns:a16="http://schemas.microsoft.com/office/drawing/2014/main" id="{31CCD987-B61C-48D4-A2FE-DCE7ECFB427B}"/>
              </a:ext>
            </a:extLst>
          </p:cNvPr>
          <p:cNvSpPr>
            <a:spLocks noGrp="1"/>
          </p:cNvSpPr>
          <p:nvPr>
            <p:ph type="ftr" sz="quarter" idx="11"/>
          </p:nvPr>
        </p:nvSpPr>
        <p:spPr/>
        <p:txBody>
          <a:bodyPr/>
          <a:lstStyle>
            <a:lvl1pPr>
              <a:defRPr/>
            </a:lvl1pPr>
          </a:lstStyle>
          <a:p>
            <a:endParaRPr lang="en-US"/>
          </a:p>
        </p:txBody>
      </p:sp>
      <p:sp>
        <p:nvSpPr>
          <p:cNvPr id="7" name="Slide Number Placeholder 5">
            <a:extLst>
              <a:ext uri="{FF2B5EF4-FFF2-40B4-BE49-F238E27FC236}">
                <a16:creationId xmlns:a16="http://schemas.microsoft.com/office/drawing/2014/main" id="{87ADA79D-C71F-47AB-A082-70681CDD3AF1}"/>
              </a:ext>
            </a:extLst>
          </p:cNvPr>
          <p:cNvSpPr>
            <a:spLocks noGrp="1"/>
          </p:cNvSpPr>
          <p:nvPr>
            <p:ph type="sldNum" sz="quarter" idx="12"/>
          </p:nvPr>
        </p:nvSpPr>
        <p:spPr/>
        <p:txBody>
          <a:bodyPr/>
          <a:lstStyle>
            <a:lvl1pPr>
              <a:defRPr/>
            </a:lvl1pPr>
          </a:lstStyle>
          <a:p>
            <a:fld id="{A0108794-8D0B-43A1-8FED-3C6B2BB03C88}" type="slidenum">
              <a:rPr lang="en-US" smtClean="0"/>
              <a:t>‹#›</a:t>
            </a:fld>
            <a:endParaRPr lang="en-US"/>
          </a:p>
        </p:txBody>
      </p:sp>
    </p:spTree>
    <p:extLst>
      <p:ext uri="{BB962C8B-B14F-4D97-AF65-F5344CB8AC3E}">
        <p14:creationId xmlns:p14="http://schemas.microsoft.com/office/powerpoint/2010/main" val="36229037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5" name="Picture 6">
            <a:extLst>
              <a:ext uri="{FF2B5EF4-FFF2-40B4-BE49-F238E27FC236}">
                <a16:creationId xmlns:a16="http://schemas.microsoft.com/office/drawing/2014/main" id="{83DAB296-4BBF-444C-A587-90663B0ED2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19" r="519"/>
          <a:stretch>
            <a:fillRect/>
          </a:stretch>
        </p:blipFill>
        <p:spPr bwMode="auto">
          <a:xfrm>
            <a:off x="0" y="5986463"/>
            <a:ext cx="12192000"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4ABD84C6-A1CC-479F-9018-EDB01C319B14}"/>
              </a:ext>
            </a:extLst>
          </p:cNvPr>
          <p:cNvSpPr>
            <a:spLocks noGrp="1"/>
          </p:cNvSpPr>
          <p:nvPr>
            <p:ph type="dt" sz="half" idx="10"/>
          </p:nvPr>
        </p:nvSpPr>
        <p:spPr/>
        <p:txBody>
          <a:bodyPr/>
          <a:lstStyle>
            <a:lvl1pPr>
              <a:defRPr/>
            </a:lvl1pPr>
          </a:lstStyle>
          <a:p>
            <a:fld id="{B3607B9F-0CFE-4047-B112-69E23659C53E}" type="datetimeFigureOut">
              <a:rPr lang="en-US" smtClean="0"/>
              <a:t>6/13/2024</a:t>
            </a:fld>
            <a:endParaRPr lang="en-US"/>
          </a:p>
        </p:txBody>
      </p:sp>
      <p:sp>
        <p:nvSpPr>
          <p:cNvPr id="7" name="Footer Placeholder 5">
            <a:extLst>
              <a:ext uri="{FF2B5EF4-FFF2-40B4-BE49-F238E27FC236}">
                <a16:creationId xmlns:a16="http://schemas.microsoft.com/office/drawing/2014/main" id="{1E75D144-618B-412D-A4A1-D0359AB82189}"/>
              </a:ext>
            </a:extLst>
          </p:cNvPr>
          <p:cNvSpPr>
            <a:spLocks noGrp="1"/>
          </p:cNvSpPr>
          <p:nvPr>
            <p:ph type="ftr" sz="quarter" idx="11"/>
          </p:nvPr>
        </p:nvSpPr>
        <p:spPr/>
        <p:txBody>
          <a:bodyPr/>
          <a:lstStyle>
            <a:lvl1pPr>
              <a:defRPr/>
            </a:lvl1pPr>
          </a:lstStyle>
          <a:p>
            <a:endParaRPr lang="en-US"/>
          </a:p>
        </p:txBody>
      </p:sp>
      <p:sp>
        <p:nvSpPr>
          <p:cNvPr id="8" name="Slide Number Placeholder 6">
            <a:extLst>
              <a:ext uri="{FF2B5EF4-FFF2-40B4-BE49-F238E27FC236}">
                <a16:creationId xmlns:a16="http://schemas.microsoft.com/office/drawing/2014/main" id="{AABE2118-6ACB-4141-ADBE-17C02E6EB8BC}"/>
              </a:ext>
            </a:extLst>
          </p:cNvPr>
          <p:cNvSpPr>
            <a:spLocks noGrp="1"/>
          </p:cNvSpPr>
          <p:nvPr>
            <p:ph type="sldNum" sz="quarter" idx="12"/>
          </p:nvPr>
        </p:nvSpPr>
        <p:spPr/>
        <p:txBody>
          <a:bodyPr/>
          <a:lstStyle>
            <a:lvl1pPr>
              <a:defRPr/>
            </a:lvl1pPr>
          </a:lstStyle>
          <a:p>
            <a:fld id="{A0108794-8D0B-43A1-8FED-3C6B2BB03C88}" type="slidenum">
              <a:rPr lang="en-US" smtClean="0"/>
              <a:t>‹#›</a:t>
            </a:fld>
            <a:endParaRPr lang="en-US"/>
          </a:p>
        </p:txBody>
      </p:sp>
    </p:spTree>
    <p:extLst>
      <p:ext uri="{BB962C8B-B14F-4D97-AF65-F5344CB8AC3E}">
        <p14:creationId xmlns:p14="http://schemas.microsoft.com/office/powerpoint/2010/main" val="44701406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789E4A8-CF23-4D73-9EFC-1593EBDC18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19" r="519"/>
          <a:stretch>
            <a:fillRect/>
          </a:stretch>
        </p:blipFill>
        <p:spPr bwMode="auto">
          <a:xfrm>
            <a:off x="0" y="5986463"/>
            <a:ext cx="12192000"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6">
            <a:extLst>
              <a:ext uri="{FF2B5EF4-FFF2-40B4-BE49-F238E27FC236}">
                <a16:creationId xmlns:a16="http://schemas.microsoft.com/office/drawing/2014/main" id="{BE980295-7CA2-4988-95A9-EBA42337CDBC}"/>
              </a:ext>
            </a:extLst>
          </p:cNvPr>
          <p:cNvSpPr>
            <a:spLocks noGrp="1"/>
          </p:cNvSpPr>
          <p:nvPr>
            <p:ph type="dt" sz="half" idx="10"/>
          </p:nvPr>
        </p:nvSpPr>
        <p:spPr/>
        <p:txBody>
          <a:bodyPr/>
          <a:lstStyle>
            <a:lvl1pPr>
              <a:defRPr/>
            </a:lvl1pPr>
          </a:lstStyle>
          <a:p>
            <a:fld id="{B3607B9F-0CFE-4047-B112-69E23659C53E}" type="datetimeFigureOut">
              <a:rPr lang="en-US" smtClean="0"/>
              <a:t>6/13/2024</a:t>
            </a:fld>
            <a:endParaRPr lang="en-US"/>
          </a:p>
        </p:txBody>
      </p:sp>
      <p:sp>
        <p:nvSpPr>
          <p:cNvPr id="9" name="Footer Placeholder 7">
            <a:extLst>
              <a:ext uri="{FF2B5EF4-FFF2-40B4-BE49-F238E27FC236}">
                <a16:creationId xmlns:a16="http://schemas.microsoft.com/office/drawing/2014/main" id="{A3336ECC-7EBD-4F73-AAC8-557525034597}"/>
              </a:ext>
            </a:extLst>
          </p:cNvPr>
          <p:cNvSpPr>
            <a:spLocks noGrp="1"/>
          </p:cNvSpPr>
          <p:nvPr>
            <p:ph type="ftr" sz="quarter" idx="11"/>
          </p:nvPr>
        </p:nvSpPr>
        <p:spPr/>
        <p:txBody>
          <a:bodyPr/>
          <a:lstStyle>
            <a:lvl1pPr>
              <a:defRPr/>
            </a:lvl1pPr>
          </a:lstStyle>
          <a:p>
            <a:endParaRPr lang="en-US"/>
          </a:p>
        </p:txBody>
      </p:sp>
      <p:sp>
        <p:nvSpPr>
          <p:cNvPr id="10" name="Slide Number Placeholder 8">
            <a:extLst>
              <a:ext uri="{FF2B5EF4-FFF2-40B4-BE49-F238E27FC236}">
                <a16:creationId xmlns:a16="http://schemas.microsoft.com/office/drawing/2014/main" id="{1F23A6D6-9D4C-4AA6-B0DC-B6518F6BB741}"/>
              </a:ext>
            </a:extLst>
          </p:cNvPr>
          <p:cNvSpPr>
            <a:spLocks noGrp="1"/>
          </p:cNvSpPr>
          <p:nvPr>
            <p:ph type="sldNum" sz="quarter" idx="12"/>
          </p:nvPr>
        </p:nvSpPr>
        <p:spPr/>
        <p:txBody>
          <a:bodyPr/>
          <a:lstStyle>
            <a:lvl1pPr>
              <a:defRPr/>
            </a:lvl1pPr>
          </a:lstStyle>
          <a:p>
            <a:fld id="{A0108794-8D0B-43A1-8FED-3C6B2BB03C88}" type="slidenum">
              <a:rPr lang="en-US" smtClean="0"/>
              <a:t>‹#›</a:t>
            </a:fld>
            <a:endParaRPr lang="en-US"/>
          </a:p>
        </p:txBody>
      </p:sp>
    </p:spTree>
    <p:extLst>
      <p:ext uri="{BB962C8B-B14F-4D97-AF65-F5344CB8AC3E}">
        <p14:creationId xmlns:p14="http://schemas.microsoft.com/office/powerpoint/2010/main" val="34748038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3" name="Picture 6">
            <a:extLst>
              <a:ext uri="{FF2B5EF4-FFF2-40B4-BE49-F238E27FC236}">
                <a16:creationId xmlns:a16="http://schemas.microsoft.com/office/drawing/2014/main" id="{02979A7A-DD76-41FA-B08A-408D141C27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19" r="519"/>
          <a:stretch>
            <a:fillRect/>
          </a:stretch>
        </p:blipFill>
        <p:spPr bwMode="auto">
          <a:xfrm>
            <a:off x="0" y="5986463"/>
            <a:ext cx="12192000"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a:t>Click to edit Master title style</a:t>
            </a:r>
          </a:p>
        </p:txBody>
      </p:sp>
      <p:sp>
        <p:nvSpPr>
          <p:cNvPr id="4" name="Date Placeholder 2">
            <a:extLst>
              <a:ext uri="{FF2B5EF4-FFF2-40B4-BE49-F238E27FC236}">
                <a16:creationId xmlns:a16="http://schemas.microsoft.com/office/drawing/2014/main" id="{554F48D4-9745-4678-ADF8-30359985C529}"/>
              </a:ext>
            </a:extLst>
          </p:cNvPr>
          <p:cNvSpPr>
            <a:spLocks noGrp="1"/>
          </p:cNvSpPr>
          <p:nvPr>
            <p:ph type="dt" sz="half" idx="10"/>
          </p:nvPr>
        </p:nvSpPr>
        <p:spPr/>
        <p:txBody>
          <a:bodyPr/>
          <a:lstStyle>
            <a:lvl1pPr>
              <a:defRPr/>
            </a:lvl1pPr>
          </a:lstStyle>
          <a:p>
            <a:fld id="{B3607B9F-0CFE-4047-B112-69E23659C53E}" type="datetimeFigureOut">
              <a:rPr lang="en-US" smtClean="0"/>
              <a:t>6/13/2024</a:t>
            </a:fld>
            <a:endParaRPr lang="en-US"/>
          </a:p>
        </p:txBody>
      </p:sp>
      <p:sp>
        <p:nvSpPr>
          <p:cNvPr id="5" name="Footer Placeholder 3">
            <a:extLst>
              <a:ext uri="{FF2B5EF4-FFF2-40B4-BE49-F238E27FC236}">
                <a16:creationId xmlns:a16="http://schemas.microsoft.com/office/drawing/2014/main" id="{237FA7CF-97EF-437C-8A38-0601AD1AB581}"/>
              </a:ext>
            </a:extLst>
          </p:cNvPr>
          <p:cNvSpPr>
            <a:spLocks noGrp="1"/>
          </p:cNvSpPr>
          <p:nvPr>
            <p:ph type="ftr" sz="quarter" idx="11"/>
          </p:nvPr>
        </p:nvSpPr>
        <p:spPr/>
        <p:txBody>
          <a:bodyPr/>
          <a:lstStyle>
            <a:lvl1pPr>
              <a:defRPr/>
            </a:lvl1pPr>
          </a:lstStyle>
          <a:p>
            <a:endParaRPr lang="en-US"/>
          </a:p>
        </p:txBody>
      </p:sp>
      <p:sp>
        <p:nvSpPr>
          <p:cNvPr id="6" name="Slide Number Placeholder 4">
            <a:extLst>
              <a:ext uri="{FF2B5EF4-FFF2-40B4-BE49-F238E27FC236}">
                <a16:creationId xmlns:a16="http://schemas.microsoft.com/office/drawing/2014/main" id="{E2907E7D-D944-45EF-BC3A-03FABB8AFB64}"/>
              </a:ext>
            </a:extLst>
          </p:cNvPr>
          <p:cNvSpPr>
            <a:spLocks noGrp="1"/>
          </p:cNvSpPr>
          <p:nvPr>
            <p:ph type="sldNum" sz="quarter" idx="12"/>
          </p:nvPr>
        </p:nvSpPr>
        <p:spPr/>
        <p:txBody>
          <a:bodyPr/>
          <a:lstStyle>
            <a:lvl1pPr>
              <a:defRPr/>
            </a:lvl1pPr>
          </a:lstStyle>
          <a:p>
            <a:fld id="{A0108794-8D0B-43A1-8FED-3C6B2BB03C88}" type="slidenum">
              <a:rPr lang="en-US" smtClean="0"/>
              <a:t>‹#›</a:t>
            </a:fld>
            <a:endParaRPr lang="en-US"/>
          </a:p>
        </p:txBody>
      </p:sp>
    </p:spTree>
    <p:extLst>
      <p:ext uri="{BB962C8B-B14F-4D97-AF65-F5344CB8AC3E}">
        <p14:creationId xmlns:p14="http://schemas.microsoft.com/office/powerpoint/2010/main" val="129362654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189DB65A-541D-4755-ACA6-D11D98374019}"/>
              </a:ext>
            </a:extLst>
          </p:cNvPr>
          <p:cNvSpPr>
            <a:spLocks noGrp="1"/>
          </p:cNvSpPr>
          <p:nvPr>
            <p:ph type="dt" sz="half" idx="10"/>
          </p:nvPr>
        </p:nvSpPr>
        <p:spPr/>
        <p:txBody>
          <a:bodyPr/>
          <a:lstStyle>
            <a:lvl1pPr>
              <a:defRPr/>
            </a:lvl1pPr>
          </a:lstStyle>
          <a:p>
            <a:fld id="{B3607B9F-0CFE-4047-B112-69E23659C53E}" type="datetimeFigureOut">
              <a:rPr lang="en-US" smtClean="0"/>
              <a:t>6/13/2024</a:t>
            </a:fld>
            <a:endParaRPr lang="en-US"/>
          </a:p>
        </p:txBody>
      </p:sp>
      <p:sp>
        <p:nvSpPr>
          <p:cNvPr id="3" name="Footer Placeholder 4">
            <a:extLst>
              <a:ext uri="{FF2B5EF4-FFF2-40B4-BE49-F238E27FC236}">
                <a16:creationId xmlns:a16="http://schemas.microsoft.com/office/drawing/2014/main" id="{8FA9A649-B972-4731-A0D9-40C5CBB099BB}"/>
              </a:ext>
            </a:extLst>
          </p:cNvPr>
          <p:cNvSpPr>
            <a:spLocks noGrp="1"/>
          </p:cNvSpPr>
          <p:nvPr>
            <p:ph type="ftr" sz="quarter" idx="11"/>
          </p:nvPr>
        </p:nvSpPr>
        <p:spPr/>
        <p:txBody>
          <a:bodyPr/>
          <a:lstStyle>
            <a:lvl1pPr>
              <a:defRPr/>
            </a:lvl1pPr>
          </a:lstStyle>
          <a:p>
            <a:endParaRPr lang="en-US"/>
          </a:p>
        </p:txBody>
      </p:sp>
      <p:sp>
        <p:nvSpPr>
          <p:cNvPr id="4" name="Slide Number Placeholder 5">
            <a:extLst>
              <a:ext uri="{FF2B5EF4-FFF2-40B4-BE49-F238E27FC236}">
                <a16:creationId xmlns:a16="http://schemas.microsoft.com/office/drawing/2014/main" id="{8CCCB81A-FB0F-439F-AD02-AC02BF8F99F4}"/>
              </a:ext>
            </a:extLst>
          </p:cNvPr>
          <p:cNvSpPr>
            <a:spLocks noGrp="1"/>
          </p:cNvSpPr>
          <p:nvPr>
            <p:ph type="sldNum" sz="quarter" idx="12"/>
          </p:nvPr>
        </p:nvSpPr>
        <p:spPr/>
        <p:txBody>
          <a:bodyPr/>
          <a:lstStyle>
            <a:lvl1pPr>
              <a:defRPr/>
            </a:lvl1pPr>
          </a:lstStyle>
          <a:p>
            <a:fld id="{A0108794-8D0B-43A1-8FED-3C6B2BB03C88}" type="slidenum">
              <a:rPr lang="en-US" smtClean="0"/>
              <a:t>‹#›</a:t>
            </a:fld>
            <a:endParaRPr lang="en-US"/>
          </a:p>
        </p:txBody>
      </p:sp>
    </p:spTree>
    <p:extLst>
      <p:ext uri="{BB962C8B-B14F-4D97-AF65-F5344CB8AC3E}">
        <p14:creationId xmlns:p14="http://schemas.microsoft.com/office/powerpoint/2010/main" val="256697416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5" name="Picture 6">
            <a:extLst>
              <a:ext uri="{FF2B5EF4-FFF2-40B4-BE49-F238E27FC236}">
                <a16:creationId xmlns:a16="http://schemas.microsoft.com/office/drawing/2014/main" id="{89A9F5C1-07A0-477C-A27B-C7CE3C01FB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19" r="519"/>
          <a:stretch>
            <a:fillRect/>
          </a:stretch>
        </p:blipFill>
        <p:spPr bwMode="auto">
          <a:xfrm>
            <a:off x="0" y="5986463"/>
            <a:ext cx="12192000"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Date Placeholder 4">
            <a:extLst>
              <a:ext uri="{FF2B5EF4-FFF2-40B4-BE49-F238E27FC236}">
                <a16:creationId xmlns:a16="http://schemas.microsoft.com/office/drawing/2014/main" id="{97BB8921-78D2-41DB-887D-D500C17D1455}"/>
              </a:ext>
            </a:extLst>
          </p:cNvPr>
          <p:cNvSpPr>
            <a:spLocks noGrp="1"/>
          </p:cNvSpPr>
          <p:nvPr>
            <p:ph type="dt" sz="half" idx="10"/>
          </p:nvPr>
        </p:nvSpPr>
        <p:spPr/>
        <p:txBody>
          <a:bodyPr/>
          <a:lstStyle>
            <a:lvl1pPr>
              <a:defRPr/>
            </a:lvl1pPr>
          </a:lstStyle>
          <a:p>
            <a:fld id="{B3607B9F-0CFE-4047-B112-69E23659C53E}" type="datetimeFigureOut">
              <a:rPr lang="en-US" smtClean="0"/>
              <a:t>6/13/2024</a:t>
            </a:fld>
            <a:endParaRPr lang="en-US"/>
          </a:p>
        </p:txBody>
      </p:sp>
      <p:sp>
        <p:nvSpPr>
          <p:cNvPr id="7" name="Footer Placeholder 5">
            <a:extLst>
              <a:ext uri="{FF2B5EF4-FFF2-40B4-BE49-F238E27FC236}">
                <a16:creationId xmlns:a16="http://schemas.microsoft.com/office/drawing/2014/main" id="{89D05E97-6A62-4268-A1A3-15CD963E8988}"/>
              </a:ext>
            </a:extLst>
          </p:cNvPr>
          <p:cNvSpPr>
            <a:spLocks noGrp="1"/>
          </p:cNvSpPr>
          <p:nvPr>
            <p:ph type="ftr" sz="quarter" idx="11"/>
          </p:nvPr>
        </p:nvSpPr>
        <p:spPr/>
        <p:txBody>
          <a:bodyPr/>
          <a:lstStyle>
            <a:lvl1pPr>
              <a:defRPr/>
            </a:lvl1pPr>
          </a:lstStyle>
          <a:p>
            <a:endParaRPr lang="en-US"/>
          </a:p>
        </p:txBody>
      </p:sp>
      <p:sp>
        <p:nvSpPr>
          <p:cNvPr id="8" name="Slide Number Placeholder 6">
            <a:extLst>
              <a:ext uri="{FF2B5EF4-FFF2-40B4-BE49-F238E27FC236}">
                <a16:creationId xmlns:a16="http://schemas.microsoft.com/office/drawing/2014/main" id="{1CB364E3-0194-4DC7-9140-5AA58E7CBE98}"/>
              </a:ext>
            </a:extLst>
          </p:cNvPr>
          <p:cNvSpPr>
            <a:spLocks noGrp="1"/>
          </p:cNvSpPr>
          <p:nvPr>
            <p:ph type="sldNum" sz="quarter" idx="12"/>
          </p:nvPr>
        </p:nvSpPr>
        <p:spPr/>
        <p:txBody>
          <a:bodyPr/>
          <a:lstStyle>
            <a:lvl1pPr>
              <a:defRPr/>
            </a:lvl1pPr>
          </a:lstStyle>
          <a:p>
            <a:fld id="{A0108794-8D0B-43A1-8FED-3C6B2BB03C88}" type="slidenum">
              <a:rPr lang="en-US" smtClean="0"/>
              <a:t>‹#›</a:t>
            </a:fld>
            <a:endParaRPr lang="en-US"/>
          </a:p>
        </p:txBody>
      </p:sp>
    </p:spTree>
    <p:extLst>
      <p:ext uri="{BB962C8B-B14F-4D97-AF65-F5344CB8AC3E}">
        <p14:creationId xmlns:p14="http://schemas.microsoft.com/office/powerpoint/2010/main" val="23651285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5" name="Picture 6">
            <a:extLst>
              <a:ext uri="{FF2B5EF4-FFF2-40B4-BE49-F238E27FC236}">
                <a16:creationId xmlns:a16="http://schemas.microsoft.com/office/drawing/2014/main" id="{E0DCFCD7-4FE3-4925-9B28-D450EAF365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19" r="519"/>
          <a:stretch>
            <a:fillRect/>
          </a:stretch>
        </p:blipFill>
        <p:spPr bwMode="auto">
          <a:xfrm>
            <a:off x="0" y="5986463"/>
            <a:ext cx="12192000" cy="871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Date Placeholder 4">
            <a:extLst>
              <a:ext uri="{FF2B5EF4-FFF2-40B4-BE49-F238E27FC236}">
                <a16:creationId xmlns:a16="http://schemas.microsoft.com/office/drawing/2014/main" id="{C2F1912D-3BD1-405C-BDC1-FED149AC1ABA}"/>
              </a:ext>
            </a:extLst>
          </p:cNvPr>
          <p:cNvSpPr>
            <a:spLocks noGrp="1"/>
          </p:cNvSpPr>
          <p:nvPr>
            <p:ph type="dt" sz="half" idx="10"/>
          </p:nvPr>
        </p:nvSpPr>
        <p:spPr/>
        <p:txBody>
          <a:bodyPr/>
          <a:lstStyle>
            <a:lvl1pPr>
              <a:defRPr/>
            </a:lvl1pPr>
          </a:lstStyle>
          <a:p>
            <a:fld id="{B3607B9F-0CFE-4047-B112-69E23659C53E}" type="datetimeFigureOut">
              <a:rPr lang="en-US" smtClean="0"/>
              <a:t>6/13/2024</a:t>
            </a:fld>
            <a:endParaRPr lang="en-US"/>
          </a:p>
        </p:txBody>
      </p:sp>
      <p:sp>
        <p:nvSpPr>
          <p:cNvPr id="7" name="Footer Placeholder 5">
            <a:extLst>
              <a:ext uri="{FF2B5EF4-FFF2-40B4-BE49-F238E27FC236}">
                <a16:creationId xmlns:a16="http://schemas.microsoft.com/office/drawing/2014/main" id="{9D7D2ECB-41F2-4D5B-8DCE-BCA77908E8C4}"/>
              </a:ext>
            </a:extLst>
          </p:cNvPr>
          <p:cNvSpPr>
            <a:spLocks noGrp="1"/>
          </p:cNvSpPr>
          <p:nvPr>
            <p:ph type="ftr" sz="quarter" idx="11"/>
          </p:nvPr>
        </p:nvSpPr>
        <p:spPr/>
        <p:txBody>
          <a:bodyPr/>
          <a:lstStyle>
            <a:lvl1pPr>
              <a:defRPr/>
            </a:lvl1pPr>
          </a:lstStyle>
          <a:p>
            <a:endParaRPr lang="en-US"/>
          </a:p>
        </p:txBody>
      </p:sp>
      <p:sp>
        <p:nvSpPr>
          <p:cNvPr id="8" name="Slide Number Placeholder 6">
            <a:extLst>
              <a:ext uri="{FF2B5EF4-FFF2-40B4-BE49-F238E27FC236}">
                <a16:creationId xmlns:a16="http://schemas.microsoft.com/office/drawing/2014/main" id="{BB2D1E7A-36B4-477B-B436-25428CAB5559}"/>
              </a:ext>
            </a:extLst>
          </p:cNvPr>
          <p:cNvSpPr>
            <a:spLocks noGrp="1"/>
          </p:cNvSpPr>
          <p:nvPr>
            <p:ph type="sldNum" sz="quarter" idx="12"/>
          </p:nvPr>
        </p:nvSpPr>
        <p:spPr/>
        <p:txBody>
          <a:bodyPr/>
          <a:lstStyle>
            <a:lvl1pPr>
              <a:defRPr/>
            </a:lvl1pPr>
          </a:lstStyle>
          <a:p>
            <a:fld id="{A0108794-8D0B-43A1-8FED-3C6B2BB03C88}" type="slidenum">
              <a:rPr lang="en-US" smtClean="0"/>
              <a:t>‹#›</a:t>
            </a:fld>
            <a:endParaRPr lang="en-US"/>
          </a:p>
        </p:txBody>
      </p:sp>
    </p:spTree>
    <p:extLst>
      <p:ext uri="{BB962C8B-B14F-4D97-AF65-F5344CB8AC3E}">
        <p14:creationId xmlns:p14="http://schemas.microsoft.com/office/powerpoint/2010/main" val="86429246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32520C-E1DE-4C56-BA69-B33B57FBB23E}"/>
              </a:ext>
            </a:extLst>
          </p:cNvPr>
          <p:cNvSpPr>
            <a:spLocks noGrp="1"/>
          </p:cNvSpPr>
          <p:nvPr>
            <p:ph type="dt" sz="half" idx="10"/>
          </p:nvPr>
        </p:nvSpPr>
        <p:spPr/>
        <p:txBody>
          <a:bodyPr/>
          <a:lstStyle>
            <a:lvl1pPr>
              <a:defRPr/>
            </a:lvl1pPr>
          </a:lstStyle>
          <a:p>
            <a:fld id="{B3607B9F-0CFE-4047-B112-69E23659C53E}" type="datetimeFigureOut">
              <a:rPr lang="en-US" smtClean="0"/>
              <a:t>6/13/2024</a:t>
            </a:fld>
            <a:endParaRPr lang="en-US"/>
          </a:p>
        </p:txBody>
      </p:sp>
      <p:sp>
        <p:nvSpPr>
          <p:cNvPr id="5" name="Footer Placeholder 4">
            <a:extLst>
              <a:ext uri="{FF2B5EF4-FFF2-40B4-BE49-F238E27FC236}">
                <a16:creationId xmlns:a16="http://schemas.microsoft.com/office/drawing/2014/main" id="{9160FA84-A6DE-480C-812E-7CD6983399DE}"/>
              </a:ext>
            </a:extLst>
          </p:cNvPr>
          <p:cNvSpPr>
            <a:spLocks noGrp="1"/>
          </p:cNvSpPr>
          <p:nvPr>
            <p:ph type="ftr" sz="quarter" idx="11"/>
          </p:nvPr>
        </p:nvSpPr>
        <p:spPr/>
        <p:txBody>
          <a:bodyPr/>
          <a:lstStyle>
            <a:lvl1pPr>
              <a:defRPr/>
            </a:lvl1pPr>
          </a:lstStyle>
          <a:p>
            <a:endParaRPr lang="en-US"/>
          </a:p>
        </p:txBody>
      </p:sp>
      <p:sp>
        <p:nvSpPr>
          <p:cNvPr id="6" name="Slide Number Placeholder 5">
            <a:extLst>
              <a:ext uri="{FF2B5EF4-FFF2-40B4-BE49-F238E27FC236}">
                <a16:creationId xmlns:a16="http://schemas.microsoft.com/office/drawing/2014/main" id="{DF1D62B6-2072-4B29-92B4-14293A921D61}"/>
              </a:ext>
            </a:extLst>
          </p:cNvPr>
          <p:cNvSpPr>
            <a:spLocks noGrp="1"/>
          </p:cNvSpPr>
          <p:nvPr>
            <p:ph type="sldNum" sz="quarter" idx="12"/>
          </p:nvPr>
        </p:nvSpPr>
        <p:spPr/>
        <p:txBody>
          <a:bodyPr/>
          <a:lstStyle>
            <a:lvl1pPr>
              <a:defRPr/>
            </a:lvl1pPr>
          </a:lstStyle>
          <a:p>
            <a:fld id="{A0108794-8D0B-43A1-8FED-3C6B2BB03C88}" type="slidenum">
              <a:rPr lang="en-US" smtClean="0"/>
              <a:t>‹#›</a:t>
            </a:fld>
            <a:endParaRPr lang="en-US"/>
          </a:p>
        </p:txBody>
      </p:sp>
    </p:spTree>
    <p:extLst>
      <p:ext uri="{BB962C8B-B14F-4D97-AF65-F5344CB8AC3E}">
        <p14:creationId xmlns:p14="http://schemas.microsoft.com/office/powerpoint/2010/main" val="114873209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9FC194-D67E-417E-8C18-C99196D1C79C}"/>
              </a:ext>
            </a:extLst>
          </p:cNvPr>
          <p:cNvSpPr>
            <a:spLocks noGrp="1"/>
          </p:cNvSpPr>
          <p:nvPr>
            <p:ph type="dt" sz="half" idx="10"/>
          </p:nvPr>
        </p:nvSpPr>
        <p:spPr/>
        <p:txBody>
          <a:bodyPr/>
          <a:lstStyle>
            <a:lvl1pPr>
              <a:defRPr/>
            </a:lvl1pPr>
          </a:lstStyle>
          <a:p>
            <a:fld id="{B3607B9F-0CFE-4047-B112-69E23659C53E}" type="datetimeFigureOut">
              <a:rPr lang="en-US" smtClean="0"/>
              <a:t>6/13/2024</a:t>
            </a:fld>
            <a:endParaRPr lang="en-US"/>
          </a:p>
        </p:txBody>
      </p:sp>
      <p:sp>
        <p:nvSpPr>
          <p:cNvPr id="5" name="Footer Placeholder 4">
            <a:extLst>
              <a:ext uri="{FF2B5EF4-FFF2-40B4-BE49-F238E27FC236}">
                <a16:creationId xmlns:a16="http://schemas.microsoft.com/office/drawing/2014/main" id="{4B36B9EF-36DF-4D98-A502-6CE60DB462E7}"/>
              </a:ext>
            </a:extLst>
          </p:cNvPr>
          <p:cNvSpPr>
            <a:spLocks noGrp="1"/>
          </p:cNvSpPr>
          <p:nvPr>
            <p:ph type="ftr" sz="quarter" idx="11"/>
          </p:nvPr>
        </p:nvSpPr>
        <p:spPr/>
        <p:txBody>
          <a:bodyPr/>
          <a:lstStyle>
            <a:lvl1pPr>
              <a:defRPr/>
            </a:lvl1pPr>
          </a:lstStyle>
          <a:p>
            <a:endParaRPr lang="en-US"/>
          </a:p>
        </p:txBody>
      </p:sp>
      <p:sp>
        <p:nvSpPr>
          <p:cNvPr id="6" name="Slide Number Placeholder 5">
            <a:extLst>
              <a:ext uri="{FF2B5EF4-FFF2-40B4-BE49-F238E27FC236}">
                <a16:creationId xmlns:a16="http://schemas.microsoft.com/office/drawing/2014/main" id="{2B6E818E-CC69-4817-8A7C-8EE2C5D4AD4A}"/>
              </a:ext>
            </a:extLst>
          </p:cNvPr>
          <p:cNvSpPr>
            <a:spLocks noGrp="1"/>
          </p:cNvSpPr>
          <p:nvPr>
            <p:ph type="sldNum" sz="quarter" idx="12"/>
          </p:nvPr>
        </p:nvSpPr>
        <p:spPr/>
        <p:txBody>
          <a:bodyPr/>
          <a:lstStyle>
            <a:lvl1pPr>
              <a:defRPr/>
            </a:lvl1pPr>
          </a:lstStyle>
          <a:p>
            <a:fld id="{A0108794-8D0B-43A1-8FED-3C6B2BB03C88}" type="slidenum">
              <a:rPr lang="en-US" smtClean="0"/>
              <a:t>‹#›</a:t>
            </a:fld>
            <a:endParaRPr lang="en-US"/>
          </a:p>
        </p:txBody>
      </p:sp>
    </p:spTree>
    <p:extLst>
      <p:ext uri="{BB962C8B-B14F-4D97-AF65-F5344CB8AC3E}">
        <p14:creationId xmlns:p14="http://schemas.microsoft.com/office/powerpoint/2010/main" val="4265297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3.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6/13/2024</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1434726-2520-4F16-9D23-B7E2C987891D}" type="slidenum">
              <a:rPr lang="en-US" altLang="en-US" smtClean="0"/>
              <a:pPr>
                <a:defRPr/>
              </a:pPr>
              <a:t>‹#›</a:t>
            </a:fld>
            <a:endParaRPr lang="en-US" altLang="en-US"/>
          </a:p>
        </p:txBody>
      </p:sp>
    </p:spTree>
    <p:extLst>
      <p:ext uri="{BB962C8B-B14F-4D97-AF65-F5344CB8AC3E}">
        <p14:creationId xmlns:p14="http://schemas.microsoft.com/office/powerpoint/2010/main" val="1324452923"/>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Rectangle 15"/>
          <p:cNvSpPr>
            <a:spLocks noChangeArrowheads="1"/>
          </p:cNvSpPr>
          <p:nvPr/>
        </p:nvSpPr>
        <p:spPr bwMode="white">
          <a:xfrm>
            <a:off x="0" y="1"/>
            <a:ext cx="12192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8" name="Rectangle 17"/>
          <p:cNvSpPr>
            <a:spLocks noChangeArrowheads="1"/>
          </p:cNvSpPr>
          <p:nvPr/>
        </p:nvSpPr>
        <p:spPr bwMode="white">
          <a:xfrm>
            <a:off x="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19" name="Rectangle 18"/>
          <p:cNvSpPr>
            <a:spLocks noChangeArrowheads="1"/>
          </p:cNvSpPr>
          <p:nvPr/>
        </p:nvSpPr>
        <p:spPr bwMode="white">
          <a:xfrm>
            <a:off x="11988800" y="0"/>
            <a:ext cx="2032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sp>
        <p:nvSpPr>
          <p:cNvPr id="8" name="Rectangle 7"/>
          <p:cNvSpPr>
            <a:spLocks noChangeArrowheads="1"/>
          </p:cNvSpPr>
          <p:nvPr/>
        </p:nvSpPr>
        <p:spPr bwMode="auto">
          <a:xfrm>
            <a:off x="203200" y="155448"/>
            <a:ext cx="11777472"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sz="1800" dirty="0"/>
          </a:p>
        </p:txBody>
      </p:sp>
      <p:sp>
        <p:nvSpPr>
          <p:cNvPr id="10" name="Straight Connector 9"/>
          <p:cNvSpPr>
            <a:spLocks noChangeShapeType="1"/>
          </p:cNvSpPr>
          <p:nvPr/>
        </p:nvSpPr>
        <p:spPr bwMode="auto">
          <a:xfrm>
            <a:off x="203200" y="1276743"/>
            <a:ext cx="1177747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sz="1800"/>
          </a:p>
        </p:txBody>
      </p:sp>
      <p:sp>
        <p:nvSpPr>
          <p:cNvPr id="12" name="Oval 11"/>
          <p:cNvSpPr/>
          <p:nvPr/>
        </p:nvSpPr>
        <p:spPr>
          <a:xfrm>
            <a:off x="5689600" y="956036"/>
            <a:ext cx="8128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15" name="Oval 14"/>
          <p:cNvSpPr/>
          <p:nvPr/>
        </p:nvSpPr>
        <p:spPr>
          <a:xfrm>
            <a:off x="5815584" y="1050524"/>
            <a:ext cx="560832"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800"/>
          </a:p>
        </p:txBody>
      </p:sp>
      <p:sp>
        <p:nvSpPr>
          <p:cNvPr id="23" name="Slide Number Placeholder 22"/>
          <p:cNvSpPr>
            <a:spLocks noGrp="1"/>
          </p:cNvSpPr>
          <p:nvPr>
            <p:ph type="sldNum" sz="quarter" idx="4"/>
          </p:nvPr>
        </p:nvSpPr>
        <p:spPr>
          <a:xfrm>
            <a:off x="5791200" y="1040175"/>
            <a:ext cx="6096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5C793213-9441-4D8B-8875-ADA5B1510DF1}" type="slidenum">
              <a:rPr lang="en-US" smtClean="0"/>
              <a:t>‹#›</a:t>
            </a:fld>
            <a:endParaRPr lang="en-US"/>
          </a:p>
        </p:txBody>
      </p:sp>
      <p:sp>
        <p:nvSpPr>
          <p:cNvPr id="22" name="Title Placeholder 21"/>
          <p:cNvSpPr>
            <a:spLocks noGrp="1"/>
          </p:cNvSpPr>
          <p:nvPr>
            <p:ph type="title"/>
          </p:nvPr>
        </p:nvSpPr>
        <p:spPr>
          <a:xfrm>
            <a:off x="402336" y="228600"/>
            <a:ext cx="11379200" cy="758952"/>
          </a:xfrm>
          <a:prstGeom prst="rect">
            <a:avLst/>
          </a:prstGeom>
        </p:spPr>
        <p:txBody>
          <a:bodyPr vert="horz" anchor="b">
            <a:normAutofit/>
          </a:bodyPr>
          <a:lstStyle/>
          <a:p>
            <a:r>
              <a:rPr kumimoji="0" lang="en-US"/>
              <a:t>Click to edit Master title style</a:t>
            </a:r>
            <a:endParaRPr kumimoji="0" lang="en-US" dirty="0"/>
          </a:p>
        </p:txBody>
      </p:sp>
      <p:sp>
        <p:nvSpPr>
          <p:cNvPr id="13" name="Text Placeholder 12"/>
          <p:cNvSpPr>
            <a:spLocks noGrp="1"/>
          </p:cNvSpPr>
          <p:nvPr>
            <p:ph type="body" idx="1"/>
          </p:nvPr>
        </p:nvSpPr>
        <p:spPr>
          <a:xfrm>
            <a:off x="402336" y="1524000"/>
            <a:ext cx="11379200" cy="459943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endParaRPr kumimoji="0" lang="en-US" dirty="0"/>
          </a:p>
        </p:txBody>
      </p:sp>
      <p:grpSp>
        <p:nvGrpSpPr>
          <p:cNvPr id="4" name="Group 3"/>
          <p:cNvGrpSpPr/>
          <p:nvPr/>
        </p:nvGrpSpPr>
        <p:grpSpPr>
          <a:xfrm>
            <a:off x="0" y="6254496"/>
            <a:ext cx="12192000" cy="603504"/>
            <a:chOff x="0" y="6254496"/>
            <a:chExt cx="9144000" cy="603504"/>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sz="1800"/>
            </a:p>
          </p:txBody>
        </p:sp>
        <p:pic>
          <p:nvPicPr>
            <p:cNvPr id="2" name="Picture 1"/>
            <p:cNvPicPr>
              <a:picLocks noChangeAspect="1"/>
            </p:cNvPicPr>
            <p:nvPr userDrawn="1"/>
          </p:nvPicPr>
          <p:blipFill rotWithShape="1">
            <a:blip r:embed="rId13">
              <a:extLst>
                <a:ext uri="{28A0092B-C50C-407E-A947-70E740481C1C}">
                  <a14:useLocalDpi xmlns:a14="http://schemas.microsoft.com/office/drawing/2010/main" val="0"/>
                </a:ext>
              </a:extLst>
            </a:blip>
            <a:srcRect t="82385"/>
            <a:stretch/>
          </p:blipFill>
          <p:spPr>
            <a:xfrm rot="10800000">
              <a:off x="152400" y="6254496"/>
              <a:ext cx="8837676" cy="444539"/>
            </a:xfrm>
            <a:prstGeom prst="rect">
              <a:avLst/>
            </a:prstGeom>
          </p:spPr>
        </p:pic>
        <p:pic>
          <p:nvPicPr>
            <p:cNvPr id="3" name="Picture 2"/>
            <p:cNvPicPr>
              <a:picLocks noChangeAspect="1"/>
            </p:cNvPicPr>
            <p:nvPr userDrawn="1"/>
          </p:nvPicPr>
          <p:blipFill rotWithShape="1">
            <a:blip r:embed="rId14" cstate="print">
              <a:extLst>
                <a:ext uri="{28A0092B-C50C-407E-A947-70E740481C1C}">
                  <a14:useLocalDpi xmlns:a14="http://schemas.microsoft.com/office/drawing/2010/main" val="0"/>
                </a:ext>
              </a:extLst>
            </a:blip>
            <a:srcRect t="-1" b="26001"/>
            <a:stretch/>
          </p:blipFill>
          <p:spPr>
            <a:xfrm>
              <a:off x="152400" y="6257245"/>
              <a:ext cx="1461185" cy="432511"/>
            </a:xfrm>
            <a:prstGeom prst="rect">
              <a:avLst/>
            </a:prstGeom>
          </p:spPr>
        </p:pic>
      </p:grpSp>
    </p:spTree>
    <p:extLst>
      <p:ext uri="{BB962C8B-B14F-4D97-AF65-F5344CB8AC3E}">
        <p14:creationId xmlns:p14="http://schemas.microsoft.com/office/powerpoint/2010/main" val="1377066070"/>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4">
            <a:lumMod val="50000"/>
          </a:schemeClr>
        </a:buClr>
        <a:buSzPct val="85000"/>
        <a:buFont typeface="Arial" pitchFamily="34" charset="0"/>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4">
            <a:lumMod val="50000"/>
          </a:schemeClr>
        </a:buClr>
        <a:buSzPct val="70000"/>
        <a:buFont typeface="Arial" pitchFamily="34" charset="0"/>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4">
            <a:lumMod val="50000"/>
          </a:schemeClr>
        </a:buClr>
        <a:buSzPct val="75000"/>
        <a:buFont typeface="Arial" pitchFamily="34" charset="0"/>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lumMod val="50000"/>
          </a:schemeClr>
        </a:buClr>
        <a:buSzPct val="70000"/>
        <a:buFont typeface="Arial" pitchFamily="34" charset="0"/>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4">
            <a:lumMod val="50000"/>
          </a:schemeClr>
        </a:buClr>
        <a:buFont typeface="Arial" pitchFamily="34" charset="0"/>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C2947A22-8762-4A4D-A60D-B1EC7FB97A6C}"/>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EC1068D7-7182-4755-9884-C3059196A0A7}"/>
              </a:ext>
            </a:extLst>
          </p:cNvPr>
          <p:cNvSpPr>
            <a:spLocks noGrp="1" noChangeArrowheads="1"/>
          </p:cNvSpPr>
          <p:nvPr>
            <p:ph type="body" idx="1"/>
          </p:nvPr>
        </p:nvSpPr>
        <p:spPr bwMode="auto">
          <a:xfrm>
            <a:off x="838200" y="1825625"/>
            <a:ext cx="10515600" cy="401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A27206DD-091A-42E3-A3C0-03359DD9A07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tint val="75000"/>
                  </a:schemeClr>
                </a:solidFill>
                <a:latin typeface="Lato" panose="020F0502020204030203" pitchFamily="34" charset="0"/>
              </a:defRPr>
            </a:lvl1pPr>
          </a:lstStyle>
          <a:p>
            <a:fld id="{B3607B9F-0CFE-4047-B112-69E23659C53E}" type="datetimeFigureOut">
              <a:rPr lang="en-US" smtClean="0"/>
              <a:t>6/13/2024</a:t>
            </a:fld>
            <a:endParaRPr lang="en-US"/>
          </a:p>
        </p:txBody>
      </p:sp>
      <p:sp>
        <p:nvSpPr>
          <p:cNvPr id="5" name="Footer Placeholder 4">
            <a:extLst>
              <a:ext uri="{FF2B5EF4-FFF2-40B4-BE49-F238E27FC236}">
                <a16:creationId xmlns:a16="http://schemas.microsoft.com/office/drawing/2014/main" id="{416724A8-D0B1-4117-B805-56E7C027B9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Lato" panose="020F0502020204030203" pitchFamily="34" charset="0"/>
              </a:defRPr>
            </a:lvl1pPr>
          </a:lstStyle>
          <a:p>
            <a:endParaRPr lang="en-US"/>
          </a:p>
        </p:txBody>
      </p:sp>
      <p:sp>
        <p:nvSpPr>
          <p:cNvPr id="6" name="Slide Number Placeholder 5">
            <a:extLst>
              <a:ext uri="{FF2B5EF4-FFF2-40B4-BE49-F238E27FC236}">
                <a16:creationId xmlns:a16="http://schemas.microsoft.com/office/drawing/2014/main" id="{8A584C57-6FFE-442F-BB01-0DB28E8CE31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smtClean="0">
                <a:solidFill>
                  <a:schemeClr val="tx1">
                    <a:tint val="75000"/>
                  </a:schemeClr>
                </a:solidFill>
                <a:latin typeface="Lato" panose="020F0502020204030203" pitchFamily="34" charset="0"/>
              </a:defRPr>
            </a:lvl1pPr>
          </a:lstStyle>
          <a:p>
            <a:fld id="{A0108794-8D0B-43A1-8FED-3C6B2BB03C88}" type="slidenum">
              <a:rPr lang="en-US" smtClean="0"/>
              <a:t>‹#›</a:t>
            </a:fld>
            <a:endParaRPr lang="en-US"/>
          </a:p>
        </p:txBody>
      </p:sp>
    </p:spTree>
    <p:extLst>
      <p:ext uri="{BB962C8B-B14F-4D97-AF65-F5344CB8AC3E}">
        <p14:creationId xmlns:p14="http://schemas.microsoft.com/office/powerpoint/2010/main" val="1289283364"/>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35" r:id="rId5"/>
    <p:sldLayoutId id="2147483736" r:id="rId6"/>
    <p:sldLayoutId id="2147483737" r:id="rId7"/>
    <p:sldLayoutId id="2147483738" r:id="rId8"/>
    <p:sldLayoutId id="2147483739" r:id="rId9"/>
    <p:sldLayoutId id="2147483740" r:id="rId10"/>
    <p:sldLayoutId id="2147483741" r:id="rId11"/>
  </p:sldLayoutIdLst>
  <p:txStyles>
    <p:titleStyle>
      <a:lvl1pPr algn="l" rtl="0" eaLnBrk="1" fontAlgn="base" hangingPunct="1">
        <a:lnSpc>
          <a:spcPct val="90000"/>
        </a:lnSpc>
        <a:spcBef>
          <a:spcPct val="0"/>
        </a:spcBef>
        <a:spcAft>
          <a:spcPct val="0"/>
        </a:spcAft>
        <a:defRPr sz="4400" kern="1200">
          <a:solidFill>
            <a:schemeClr val="tx1"/>
          </a:solidFill>
          <a:latin typeface="Lato" panose="020F0502020204030203" pitchFamily="34" charset="0"/>
          <a:ea typeface="+mj-ea"/>
          <a:cs typeface="+mj-cs"/>
        </a:defRPr>
      </a:lvl1pPr>
      <a:lvl2pPr algn="l" rtl="0" eaLnBrk="1" fontAlgn="base" hangingPunct="1">
        <a:lnSpc>
          <a:spcPct val="90000"/>
        </a:lnSpc>
        <a:spcBef>
          <a:spcPct val="0"/>
        </a:spcBef>
        <a:spcAft>
          <a:spcPct val="0"/>
        </a:spcAft>
        <a:defRPr sz="4400">
          <a:solidFill>
            <a:schemeClr val="tx1"/>
          </a:solidFill>
          <a:latin typeface="Lato" panose="020F0502020204030203" pitchFamily="34" charset="0"/>
        </a:defRPr>
      </a:lvl2pPr>
      <a:lvl3pPr algn="l" rtl="0" eaLnBrk="1" fontAlgn="base" hangingPunct="1">
        <a:lnSpc>
          <a:spcPct val="90000"/>
        </a:lnSpc>
        <a:spcBef>
          <a:spcPct val="0"/>
        </a:spcBef>
        <a:spcAft>
          <a:spcPct val="0"/>
        </a:spcAft>
        <a:defRPr sz="4400">
          <a:solidFill>
            <a:schemeClr val="tx1"/>
          </a:solidFill>
          <a:latin typeface="Lato" panose="020F0502020204030203" pitchFamily="34" charset="0"/>
        </a:defRPr>
      </a:lvl3pPr>
      <a:lvl4pPr algn="l" rtl="0" eaLnBrk="1" fontAlgn="base" hangingPunct="1">
        <a:lnSpc>
          <a:spcPct val="90000"/>
        </a:lnSpc>
        <a:spcBef>
          <a:spcPct val="0"/>
        </a:spcBef>
        <a:spcAft>
          <a:spcPct val="0"/>
        </a:spcAft>
        <a:defRPr sz="4400">
          <a:solidFill>
            <a:schemeClr val="tx1"/>
          </a:solidFill>
          <a:latin typeface="Lato" panose="020F0502020204030203" pitchFamily="34" charset="0"/>
        </a:defRPr>
      </a:lvl4pPr>
      <a:lvl5pPr algn="l" rtl="0" eaLnBrk="1" fontAlgn="base" hangingPunct="1">
        <a:lnSpc>
          <a:spcPct val="90000"/>
        </a:lnSpc>
        <a:spcBef>
          <a:spcPct val="0"/>
        </a:spcBef>
        <a:spcAft>
          <a:spcPct val="0"/>
        </a:spcAft>
        <a:defRPr sz="4400">
          <a:solidFill>
            <a:schemeClr val="tx1"/>
          </a:solidFill>
          <a:latin typeface="Lato" panose="020F0502020204030203" pitchFamily="34" charset="0"/>
        </a:defRPr>
      </a:lvl5pPr>
      <a:lvl6pPr marL="457200" algn="l" rtl="0" eaLnBrk="1" fontAlgn="base" hangingPunct="1">
        <a:lnSpc>
          <a:spcPct val="90000"/>
        </a:lnSpc>
        <a:spcBef>
          <a:spcPct val="0"/>
        </a:spcBef>
        <a:spcAft>
          <a:spcPct val="0"/>
        </a:spcAft>
        <a:defRPr sz="4400">
          <a:solidFill>
            <a:schemeClr val="tx1"/>
          </a:solidFill>
          <a:latin typeface="Lato" panose="020F0502020204030203" pitchFamily="34" charset="0"/>
        </a:defRPr>
      </a:lvl6pPr>
      <a:lvl7pPr marL="914400" algn="l" rtl="0" eaLnBrk="1" fontAlgn="base" hangingPunct="1">
        <a:lnSpc>
          <a:spcPct val="90000"/>
        </a:lnSpc>
        <a:spcBef>
          <a:spcPct val="0"/>
        </a:spcBef>
        <a:spcAft>
          <a:spcPct val="0"/>
        </a:spcAft>
        <a:defRPr sz="4400">
          <a:solidFill>
            <a:schemeClr val="tx1"/>
          </a:solidFill>
          <a:latin typeface="Lato" panose="020F0502020204030203" pitchFamily="34" charset="0"/>
        </a:defRPr>
      </a:lvl7pPr>
      <a:lvl8pPr marL="1371600" algn="l" rtl="0" eaLnBrk="1" fontAlgn="base" hangingPunct="1">
        <a:lnSpc>
          <a:spcPct val="90000"/>
        </a:lnSpc>
        <a:spcBef>
          <a:spcPct val="0"/>
        </a:spcBef>
        <a:spcAft>
          <a:spcPct val="0"/>
        </a:spcAft>
        <a:defRPr sz="4400">
          <a:solidFill>
            <a:schemeClr val="tx1"/>
          </a:solidFill>
          <a:latin typeface="Lato" panose="020F0502020204030203" pitchFamily="34" charset="0"/>
        </a:defRPr>
      </a:lvl8pPr>
      <a:lvl9pPr marL="1828800" algn="l" rtl="0" eaLnBrk="1" fontAlgn="base" hangingPunct="1">
        <a:lnSpc>
          <a:spcPct val="90000"/>
        </a:lnSpc>
        <a:spcBef>
          <a:spcPct val="0"/>
        </a:spcBef>
        <a:spcAft>
          <a:spcPct val="0"/>
        </a:spcAft>
        <a:defRPr sz="4400">
          <a:solidFill>
            <a:schemeClr val="tx1"/>
          </a:solidFill>
          <a:latin typeface="Lato" panose="020F0502020204030203" pitchFamily="34" charset="0"/>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800" kern="1200">
          <a:solidFill>
            <a:schemeClr val="tx1"/>
          </a:solidFill>
          <a:latin typeface="Lato" panose="020F0502020204030203" pitchFamily="34" charset="0"/>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400" kern="1200">
          <a:solidFill>
            <a:schemeClr val="tx1"/>
          </a:solidFill>
          <a:latin typeface="Lato" panose="020F0502020204030203" pitchFamily="34" charset="0"/>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Lato" panose="020F0502020204030203" pitchFamily="34" charset="0"/>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Lato" panose="020F0502020204030203" pitchFamily="34" charset="0"/>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Lato" panose="020F0502020204030203"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xml"/><Relationship Id="rId1" Type="http://schemas.openxmlformats.org/officeDocument/2006/relationships/slideLayout" Target="../slideLayouts/slideLayout18.xml"/><Relationship Id="rId6" Type="http://schemas.openxmlformats.org/officeDocument/2006/relationships/image" Target="../media/image15.tiff"/><Relationship Id="rId5" Type="http://schemas.openxmlformats.org/officeDocument/2006/relationships/image" Target="../media/image14.tiff"/><Relationship Id="rId4" Type="http://schemas.openxmlformats.org/officeDocument/2006/relationships/image" Target="../media/image13.png"/></Relationships>
</file>

<file path=ppt/slides/_rels/slide2.xml.rels><?xml version="1.0" encoding="UTF-8" standalone="yes"?>
<Relationships xmlns="http://schemas.openxmlformats.org/package/2006/relationships"><Relationship Id="rId3" Type="http://schemas.openxmlformats.org/officeDocument/2006/relationships/image" Target="../media/image14.tiff"/><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tiff"/></Relationships>
</file>

<file path=ppt/slides/_rels/slide3.xml.rels><?xml version="1.0" encoding="UTF-8" standalone="yes"?>
<Relationships xmlns="http://schemas.openxmlformats.org/package/2006/relationships"><Relationship Id="rId3" Type="http://schemas.openxmlformats.org/officeDocument/2006/relationships/image" Target="../media/image14.tiff"/><Relationship Id="rId2" Type="http://schemas.openxmlformats.org/officeDocument/2006/relationships/image" Target="../media/image13.png"/><Relationship Id="rId1" Type="http://schemas.openxmlformats.org/officeDocument/2006/relationships/slideLayout" Target="../slideLayouts/slideLayout28.xml"/><Relationship Id="rId4" Type="http://schemas.openxmlformats.org/officeDocument/2006/relationships/image" Target="../media/image15.tiff"/></Relationships>
</file>

<file path=ppt/slides/_rels/slide4.xml.rels><?xml version="1.0" encoding="UTF-8" standalone="yes"?>
<Relationships xmlns="http://schemas.openxmlformats.org/package/2006/relationships"><Relationship Id="rId3" Type="http://schemas.openxmlformats.org/officeDocument/2006/relationships/image" Target="../media/image14.tiff"/><Relationship Id="rId2" Type="http://schemas.openxmlformats.org/officeDocument/2006/relationships/image" Target="../media/image13.png"/><Relationship Id="rId1" Type="http://schemas.openxmlformats.org/officeDocument/2006/relationships/slideLayout" Target="../slideLayouts/slideLayout28.xml"/><Relationship Id="rId4" Type="http://schemas.openxmlformats.org/officeDocument/2006/relationships/image" Target="../media/image15.tiff"/></Relationships>
</file>

<file path=ppt/slides/_rels/slide5.xml.rels><?xml version="1.0" encoding="UTF-8" standalone="yes"?>
<Relationships xmlns="http://schemas.openxmlformats.org/package/2006/relationships"><Relationship Id="rId3" Type="http://schemas.openxmlformats.org/officeDocument/2006/relationships/image" Target="../media/image14.tiff"/><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tiff"/></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tiff"/><Relationship Id="rId1" Type="http://schemas.openxmlformats.org/officeDocument/2006/relationships/slideLayout" Target="../slideLayouts/slideLayout7.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14.tiff"/><Relationship Id="rId2" Type="http://schemas.openxmlformats.org/officeDocument/2006/relationships/image" Target="../media/image13.png"/><Relationship Id="rId1" Type="http://schemas.openxmlformats.org/officeDocument/2006/relationships/slideLayout" Target="../slideLayouts/slideLayout5.xml"/><Relationship Id="rId4" Type="http://schemas.openxmlformats.org/officeDocument/2006/relationships/image" Target="../media/image15.tiff"/></Relationships>
</file>

<file path=ppt/slides/_rels/slide8.xml.rels><?xml version="1.0" encoding="UTF-8" standalone="yes"?>
<Relationships xmlns="http://schemas.openxmlformats.org/package/2006/relationships"><Relationship Id="rId8" Type="http://schemas.openxmlformats.org/officeDocument/2006/relationships/image" Target="../media/image22.jpeg"/><Relationship Id="rId3" Type="http://schemas.openxmlformats.org/officeDocument/2006/relationships/slideLayout" Target="../slideLayouts/slideLayout5.xml"/><Relationship Id="rId7" Type="http://schemas.openxmlformats.org/officeDocument/2006/relationships/image" Target="../media/image21.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5.tiff"/><Relationship Id="rId5" Type="http://schemas.openxmlformats.org/officeDocument/2006/relationships/image" Target="../media/image14.tiff"/><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tiff"/><Relationship Id="rId2" Type="http://schemas.openxmlformats.org/officeDocument/2006/relationships/image" Target="../media/image13.png"/><Relationship Id="rId1" Type="http://schemas.openxmlformats.org/officeDocument/2006/relationships/slideLayout" Target="../slideLayouts/slideLayout6.xml"/><Relationship Id="rId4" Type="http://schemas.openxmlformats.org/officeDocument/2006/relationships/image" Target="../media/image15.tiff"/></Relationships>
</file>

<file path=ppt/slides/_rels/slide10.xml.rels><?xml version="1.0" encoding="UTF-8" standalone="yes"?>
<Relationships xmlns="http://schemas.openxmlformats.org/package/2006/relationships"><Relationship Id="rId3" Type="http://schemas.openxmlformats.org/officeDocument/2006/relationships/image" Target="../media/image14.tiff"/><Relationship Id="rId2" Type="http://schemas.openxmlformats.org/officeDocument/2006/relationships/image" Target="../media/image13.png"/><Relationship Id="rId1" Type="http://schemas.openxmlformats.org/officeDocument/2006/relationships/slideLayout" Target="../slideLayouts/slideLayout6.xml"/><Relationship Id="rId4" Type="http://schemas.openxmlformats.org/officeDocument/2006/relationships/image" Target="../media/image15.tiff"/></Relationships>
</file>

<file path=ppt/slides/_rels/slide1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1.xml"/><Relationship Id="rId6" Type="http://schemas.openxmlformats.org/officeDocument/2006/relationships/image" Target="../media/image15.tiff"/><Relationship Id="rId5" Type="http://schemas.openxmlformats.org/officeDocument/2006/relationships/image" Target="../media/image14.tiff"/><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tiff"/><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tiff"/></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5.jpeg"/><Relationship Id="rId1" Type="http://schemas.openxmlformats.org/officeDocument/2006/relationships/slideLayout" Target="../slideLayouts/slideLayout8.xml"/><Relationship Id="rId5" Type="http://schemas.openxmlformats.org/officeDocument/2006/relationships/image" Target="../media/image15.tiff"/><Relationship Id="rId4" Type="http://schemas.openxmlformats.org/officeDocument/2006/relationships/image" Target="../media/image14.tiff"/></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2.jpeg"/><Relationship Id="rId1" Type="http://schemas.openxmlformats.org/officeDocument/2006/relationships/slideLayout" Target="../slideLayouts/slideLayout8.xml"/><Relationship Id="rId5" Type="http://schemas.openxmlformats.org/officeDocument/2006/relationships/image" Target="../media/image15.tiff"/><Relationship Id="rId4" Type="http://schemas.openxmlformats.org/officeDocument/2006/relationships/image" Target="../media/image14.tiff"/></Relationships>
</file>

<file path=ppt/slides/_rels/slide15.xml.rels><?xml version="1.0" encoding="UTF-8" standalone="yes"?>
<Relationships xmlns="http://schemas.openxmlformats.org/package/2006/relationships"><Relationship Id="rId3" Type="http://schemas.openxmlformats.org/officeDocument/2006/relationships/image" Target="../media/image14.tiff"/><Relationship Id="rId2" Type="http://schemas.openxmlformats.org/officeDocument/2006/relationships/image" Target="../media/image13.png"/><Relationship Id="rId1" Type="http://schemas.openxmlformats.org/officeDocument/2006/relationships/slideLayout" Target="../slideLayouts/slideLayout8.xml"/><Relationship Id="rId5" Type="http://schemas.openxmlformats.org/officeDocument/2006/relationships/image" Target="../media/image26.jpeg"/><Relationship Id="rId4" Type="http://schemas.openxmlformats.org/officeDocument/2006/relationships/image" Target="../media/image15.tiff"/></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6.jpeg"/><Relationship Id="rId1" Type="http://schemas.openxmlformats.org/officeDocument/2006/relationships/slideLayout" Target="../slideLayouts/slideLayout8.xml"/><Relationship Id="rId5" Type="http://schemas.openxmlformats.org/officeDocument/2006/relationships/image" Target="../media/image15.tiff"/><Relationship Id="rId4" Type="http://schemas.openxmlformats.org/officeDocument/2006/relationships/image" Target="../media/image14.tiff"/></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8.xml"/><Relationship Id="rId6" Type="http://schemas.openxmlformats.org/officeDocument/2006/relationships/image" Target="../media/image15.tiff"/><Relationship Id="rId5" Type="http://schemas.openxmlformats.org/officeDocument/2006/relationships/image" Target="../media/image14.tiff"/><Relationship Id="rId4" Type="http://schemas.openxmlformats.org/officeDocument/2006/relationships/image" Target="../media/image13.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9.png"/><Relationship Id="rId1" Type="http://schemas.openxmlformats.org/officeDocument/2006/relationships/slideLayout" Target="../slideLayouts/slideLayout7.xml"/><Relationship Id="rId5" Type="http://schemas.openxmlformats.org/officeDocument/2006/relationships/image" Target="../media/image15.tiff"/><Relationship Id="rId4" Type="http://schemas.openxmlformats.org/officeDocument/2006/relationships/image" Target="../media/image14.tiff"/></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0.png"/><Relationship Id="rId1" Type="http://schemas.openxmlformats.org/officeDocument/2006/relationships/slideLayout" Target="../slideLayouts/slideLayout7.xml"/><Relationship Id="rId5" Type="http://schemas.openxmlformats.org/officeDocument/2006/relationships/image" Target="../media/image15.tiff"/><Relationship Id="rId4" Type="http://schemas.openxmlformats.org/officeDocument/2006/relationships/image" Target="../media/image14.tiff"/></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1.png"/><Relationship Id="rId1" Type="http://schemas.openxmlformats.org/officeDocument/2006/relationships/slideLayout" Target="../slideLayouts/slideLayout7.xml"/><Relationship Id="rId5" Type="http://schemas.openxmlformats.org/officeDocument/2006/relationships/image" Target="../media/image15.tiff"/><Relationship Id="rId4" Type="http://schemas.openxmlformats.org/officeDocument/2006/relationships/image" Target="../media/image14.tiff"/></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2.jpeg"/><Relationship Id="rId1" Type="http://schemas.openxmlformats.org/officeDocument/2006/relationships/slideLayout" Target="../slideLayouts/slideLayout7.xml"/><Relationship Id="rId5" Type="http://schemas.openxmlformats.org/officeDocument/2006/relationships/image" Target="../media/image15.tiff"/><Relationship Id="rId4" Type="http://schemas.openxmlformats.org/officeDocument/2006/relationships/image" Target="../media/image14.tiff"/></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3.emf"/><Relationship Id="rId1" Type="http://schemas.openxmlformats.org/officeDocument/2006/relationships/slideLayout" Target="../slideLayouts/slideLayout7.xml"/><Relationship Id="rId5" Type="http://schemas.openxmlformats.org/officeDocument/2006/relationships/image" Target="../media/image15.tiff"/><Relationship Id="rId4" Type="http://schemas.openxmlformats.org/officeDocument/2006/relationships/image" Target="../media/image14.tiff"/></Relationships>
</file>

<file path=ppt/slides/_rels/slide2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14.tiff"/><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tiff"/></Relationships>
</file>

<file path=ppt/slides/_rels/slide25.xml.rels><?xml version="1.0" encoding="UTF-8" standalone="yes"?>
<Relationships xmlns="http://schemas.openxmlformats.org/package/2006/relationships"><Relationship Id="rId3" Type="http://schemas.openxmlformats.org/officeDocument/2006/relationships/image" Target="../media/image14.tiff"/><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35.jpeg"/><Relationship Id="rId5" Type="http://schemas.openxmlformats.org/officeDocument/2006/relationships/image" Target="../media/image34.jpeg"/><Relationship Id="rId4" Type="http://schemas.openxmlformats.org/officeDocument/2006/relationships/image" Target="../media/image15.tiff"/></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6.png"/><Relationship Id="rId1" Type="http://schemas.openxmlformats.org/officeDocument/2006/relationships/slideLayout" Target="../slideLayouts/slideLayout7.xml"/><Relationship Id="rId5" Type="http://schemas.openxmlformats.org/officeDocument/2006/relationships/image" Target="../media/image15.tiff"/><Relationship Id="rId4" Type="http://schemas.openxmlformats.org/officeDocument/2006/relationships/image" Target="../media/image14.tiff"/></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6.png"/><Relationship Id="rId1" Type="http://schemas.openxmlformats.org/officeDocument/2006/relationships/slideLayout" Target="../slideLayouts/slideLayout7.xml"/><Relationship Id="rId5" Type="http://schemas.openxmlformats.org/officeDocument/2006/relationships/image" Target="../media/image15.tiff"/><Relationship Id="rId4" Type="http://schemas.openxmlformats.org/officeDocument/2006/relationships/image" Target="../media/image14.tiff"/></Relationships>
</file>

<file path=ppt/slides/_rels/slide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6.png"/><Relationship Id="rId1" Type="http://schemas.openxmlformats.org/officeDocument/2006/relationships/slideLayout" Target="../slideLayouts/slideLayout7.xml"/><Relationship Id="rId5" Type="http://schemas.openxmlformats.org/officeDocument/2006/relationships/image" Target="../media/image15.tiff"/><Relationship Id="rId4" Type="http://schemas.openxmlformats.org/officeDocument/2006/relationships/image" Target="../media/image14.tiff"/></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pubs.usgs.gov/of/2014/1073/" TargetMode="External"/><Relationship Id="rId1" Type="http://schemas.openxmlformats.org/officeDocument/2006/relationships/slideLayout" Target="../slideLayouts/slideLayout2.xml"/><Relationship Id="rId6" Type="http://schemas.openxmlformats.org/officeDocument/2006/relationships/image" Target="../media/image37.emf"/><Relationship Id="rId5" Type="http://schemas.openxmlformats.org/officeDocument/2006/relationships/image" Target="../media/image15.tiff"/><Relationship Id="rId4" Type="http://schemas.openxmlformats.org/officeDocument/2006/relationships/image" Target="../media/image14.tiff"/></Relationships>
</file>

<file path=ppt/slides/_rels/slide3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15.tiff"/><Relationship Id="rId5" Type="http://schemas.openxmlformats.org/officeDocument/2006/relationships/image" Target="../media/image14.tiff"/><Relationship Id="rId4" Type="http://schemas.openxmlformats.org/officeDocument/2006/relationships/image" Target="../media/image13.png"/></Relationships>
</file>

<file path=ppt/slides/_rels/slide3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15.tiff"/><Relationship Id="rId5" Type="http://schemas.openxmlformats.org/officeDocument/2006/relationships/image" Target="../media/image14.tiff"/><Relationship Id="rId4" Type="http://schemas.openxmlformats.org/officeDocument/2006/relationships/image" Target="../media/image13.png"/></Relationships>
</file>

<file path=ppt/slides/_rels/slide32.xml.rels><?xml version="1.0" encoding="UTF-8" standalone="yes"?>
<Relationships xmlns="http://schemas.openxmlformats.org/package/2006/relationships"><Relationship Id="rId3" Type="http://schemas.openxmlformats.org/officeDocument/2006/relationships/hyperlink" Target="https://victor.2i2c.cloud/" TargetMode="External"/><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15.tiff"/><Relationship Id="rId5" Type="http://schemas.openxmlformats.org/officeDocument/2006/relationships/image" Target="../media/image14.tiff"/><Relationship Id="rId4" Type="http://schemas.openxmlformats.org/officeDocument/2006/relationships/image" Target="../media/image13.png"/></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3.emf"/><Relationship Id="rId1" Type="http://schemas.openxmlformats.org/officeDocument/2006/relationships/slideLayout" Target="../slideLayouts/slideLayout2.xml"/><Relationship Id="rId5" Type="http://schemas.openxmlformats.org/officeDocument/2006/relationships/image" Target="../media/image15.tiff"/><Relationship Id="rId4" Type="http://schemas.openxmlformats.org/officeDocument/2006/relationships/image" Target="../media/image14.tiff"/></Relationships>
</file>

<file path=ppt/slides/_rels/slide34.xml.rels><?xml version="1.0" encoding="UTF-8" standalone="yes"?>
<Relationships xmlns="http://schemas.openxmlformats.org/package/2006/relationships"><Relationship Id="rId3" Type="http://schemas.openxmlformats.org/officeDocument/2006/relationships/image" Target="../media/image45.jpeg"/><Relationship Id="rId7" Type="http://schemas.openxmlformats.org/officeDocument/2006/relationships/image" Target="../media/image46.png"/><Relationship Id="rId2" Type="http://schemas.openxmlformats.org/officeDocument/2006/relationships/image" Target="../media/image44.jpeg"/><Relationship Id="rId1" Type="http://schemas.openxmlformats.org/officeDocument/2006/relationships/slideLayout" Target="../slideLayouts/slideLayout7.xml"/><Relationship Id="rId6" Type="http://schemas.openxmlformats.org/officeDocument/2006/relationships/image" Target="../media/image15.tiff"/><Relationship Id="rId5" Type="http://schemas.openxmlformats.org/officeDocument/2006/relationships/image" Target="../media/image14.tiff"/><Relationship Id="rId4" Type="http://schemas.openxmlformats.org/officeDocument/2006/relationships/image" Target="../media/image13.png"/></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36.png"/><Relationship Id="rId1" Type="http://schemas.openxmlformats.org/officeDocument/2006/relationships/slideLayout" Target="../slideLayouts/slideLayout2.xml"/><Relationship Id="rId5" Type="http://schemas.openxmlformats.org/officeDocument/2006/relationships/image" Target="../media/image15.tiff"/><Relationship Id="rId4" Type="http://schemas.openxmlformats.org/officeDocument/2006/relationships/image" Target="../media/image14.tiff"/></Relationships>
</file>

<file path=ppt/slides/_rels/slide36.xml.rels><?xml version="1.0" encoding="UTF-8" standalone="yes"?>
<Relationships xmlns="http://schemas.openxmlformats.org/package/2006/relationships"><Relationship Id="rId3" Type="http://schemas.openxmlformats.org/officeDocument/2006/relationships/image" Target="../media/image14.tiff"/><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tiff"/></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7.png"/><Relationship Id="rId1" Type="http://schemas.openxmlformats.org/officeDocument/2006/relationships/slideLayout" Target="../slideLayouts/slideLayout7.xml"/><Relationship Id="rId5" Type="http://schemas.openxmlformats.org/officeDocument/2006/relationships/image" Target="../media/image15.tiff"/><Relationship Id="rId4" Type="http://schemas.openxmlformats.org/officeDocument/2006/relationships/image" Target="../media/image14.tiff"/></Relationships>
</file>

<file path=ppt/slides/_rels/slide3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15.tiff"/><Relationship Id="rId5" Type="http://schemas.openxmlformats.org/officeDocument/2006/relationships/image" Target="../media/image14.tiff"/><Relationship Id="rId4" Type="http://schemas.openxmlformats.org/officeDocument/2006/relationships/image" Target="../media/image13.png"/></Relationships>
</file>

<file path=ppt/slides/_rels/slide3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0.wmf"/><Relationship Id="rId1" Type="http://schemas.openxmlformats.org/officeDocument/2006/relationships/slideLayout" Target="../slideLayouts/slideLayout6.xml"/><Relationship Id="rId5" Type="http://schemas.openxmlformats.org/officeDocument/2006/relationships/image" Target="../media/image15.tiff"/><Relationship Id="rId4" Type="http://schemas.openxmlformats.org/officeDocument/2006/relationships/image" Target="../media/image14.tiff"/></Relationships>
</file>

<file path=ppt/slides/_rels/slide40.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2.jpeg"/><Relationship Id="rId1" Type="http://schemas.openxmlformats.org/officeDocument/2006/relationships/slideLayout" Target="../slideLayouts/slideLayout7.xml"/><Relationship Id="rId5" Type="http://schemas.openxmlformats.org/officeDocument/2006/relationships/image" Target="../media/image15.tiff"/><Relationship Id="rId4" Type="http://schemas.openxmlformats.org/officeDocument/2006/relationships/image" Target="../media/image14.tiff"/></Relationships>
</file>

<file path=ppt/slides/_rels/slide4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3.jpeg"/><Relationship Id="rId1" Type="http://schemas.openxmlformats.org/officeDocument/2006/relationships/slideLayout" Target="../slideLayouts/slideLayout7.xml"/><Relationship Id="rId5" Type="http://schemas.openxmlformats.org/officeDocument/2006/relationships/image" Target="../media/image15.tiff"/><Relationship Id="rId4" Type="http://schemas.openxmlformats.org/officeDocument/2006/relationships/image" Target="../media/image14.tiff"/></Relationships>
</file>

<file path=ppt/slides/_rels/slide4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3.jpeg"/><Relationship Id="rId1" Type="http://schemas.openxmlformats.org/officeDocument/2006/relationships/slideLayout" Target="../slideLayouts/slideLayout7.xml"/><Relationship Id="rId5" Type="http://schemas.openxmlformats.org/officeDocument/2006/relationships/image" Target="../media/image15.tiff"/><Relationship Id="rId4" Type="http://schemas.openxmlformats.org/officeDocument/2006/relationships/image" Target="../media/image14.tiff"/></Relationships>
</file>

<file path=ppt/slides/_rels/slide44.xml.rels><?xml version="1.0" encoding="UTF-8" standalone="yes"?>
<Relationships xmlns="http://schemas.openxmlformats.org/package/2006/relationships"><Relationship Id="rId3" Type="http://schemas.openxmlformats.org/officeDocument/2006/relationships/image" Target="../media/image14.tiff"/><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tiff"/></Relationships>
</file>

<file path=ppt/slides/_rels/slide4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4.jpeg"/><Relationship Id="rId1" Type="http://schemas.openxmlformats.org/officeDocument/2006/relationships/slideLayout" Target="../slideLayouts/slideLayout7.xml"/><Relationship Id="rId5" Type="http://schemas.openxmlformats.org/officeDocument/2006/relationships/image" Target="../media/image15.tiff"/><Relationship Id="rId4" Type="http://schemas.openxmlformats.org/officeDocument/2006/relationships/image" Target="../media/image14.tiff"/></Relationships>
</file>

<file path=ppt/slides/_rels/slide46.xml.rels><?xml version="1.0" encoding="UTF-8" standalone="yes"?>
<Relationships xmlns="http://schemas.openxmlformats.org/package/2006/relationships"><Relationship Id="rId3" Type="http://schemas.openxmlformats.org/officeDocument/2006/relationships/image" Target="../media/image14.tiff"/><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tiff"/></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3">
            <a:alphaModFix amt="90000"/>
            <a:lum/>
          </a:blip>
          <a:srcRect/>
          <a:stretch>
            <a:fillRect l="-6000" r="-6000"/>
          </a:stretch>
        </a:blipFill>
        <a:effectLst/>
      </p:bgPr>
    </p:bg>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406147F2-2A1A-465F-859B-BFE9F0A26AFF}"/>
              </a:ext>
            </a:extLst>
          </p:cNvPr>
          <p:cNvGrpSpPr/>
          <p:nvPr/>
        </p:nvGrpSpPr>
        <p:grpSpPr>
          <a:xfrm>
            <a:off x="0" y="6362366"/>
            <a:ext cx="12301844" cy="640080"/>
            <a:chOff x="0" y="6361501"/>
            <a:chExt cx="12301844" cy="640080"/>
          </a:xfrm>
        </p:grpSpPr>
        <p:sp>
          <p:nvSpPr>
            <p:cNvPr id="20" name="Rectangle 19">
              <a:extLst>
                <a:ext uri="{FF2B5EF4-FFF2-40B4-BE49-F238E27FC236}">
                  <a16:creationId xmlns:a16="http://schemas.microsoft.com/office/drawing/2014/main" id="{4AF20C60-2D68-46B1-88E5-BCEC8C3B306B}"/>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21" name="Group 20">
              <a:extLst>
                <a:ext uri="{FF2B5EF4-FFF2-40B4-BE49-F238E27FC236}">
                  <a16:creationId xmlns:a16="http://schemas.microsoft.com/office/drawing/2014/main" id="{199B904C-2113-4F65-90EE-BD262D035CE2}"/>
                </a:ext>
              </a:extLst>
            </p:cNvPr>
            <p:cNvGrpSpPr/>
            <p:nvPr/>
          </p:nvGrpSpPr>
          <p:grpSpPr>
            <a:xfrm>
              <a:off x="2" y="6361501"/>
              <a:ext cx="12301842" cy="640080"/>
              <a:chOff x="2" y="6361501"/>
              <a:chExt cx="12301842" cy="640080"/>
            </a:xfrm>
          </p:grpSpPr>
          <p:pic>
            <p:nvPicPr>
              <p:cNvPr id="22" name="Picture 21" descr="USGS.png">
                <a:extLst>
                  <a:ext uri="{FF2B5EF4-FFF2-40B4-BE49-F238E27FC236}">
                    <a16:creationId xmlns:a16="http://schemas.microsoft.com/office/drawing/2014/main" id="{653E8995-0E0F-4BB2-914F-E707F82308DA}"/>
                  </a:ext>
                </a:extLst>
              </p:cNvPr>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23" name="Picture 22" descr="Horizontal_CMYK_600.tif">
                <a:extLst>
                  <a:ext uri="{FF2B5EF4-FFF2-40B4-BE49-F238E27FC236}">
                    <a16:creationId xmlns:a16="http://schemas.microsoft.com/office/drawing/2014/main" id="{B3317CA1-AABD-401F-A6E3-65CF5487D952}"/>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24" name="Picture 23">
                <a:extLst>
                  <a:ext uri="{FF2B5EF4-FFF2-40B4-BE49-F238E27FC236}">
                    <a16:creationId xmlns:a16="http://schemas.microsoft.com/office/drawing/2014/main" id="{36F455A8-18D6-4245-AB06-7FD702C5B34F}"/>
                  </a:ext>
                </a:extLst>
              </p:cNvPr>
              <p:cNvPicPr>
                <a:picLocks noChangeAspect="1"/>
              </p:cNvPicPr>
              <p:nvPr/>
            </p:nvPicPr>
            <p:blipFill rotWithShape="1">
              <a:blip r:embed="rId6"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
        <p:nvSpPr>
          <p:cNvPr id="13" name="TextBox 12">
            <a:extLst>
              <a:ext uri="{FF2B5EF4-FFF2-40B4-BE49-F238E27FC236}">
                <a16:creationId xmlns:a16="http://schemas.microsoft.com/office/drawing/2014/main" id="{5F260C08-BEE4-4C56-BA9B-D5392E2EBEBC}"/>
              </a:ext>
            </a:extLst>
          </p:cNvPr>
          <p:cNvSpPr txBox="1"/>
          <p:nvPr/>
        </p:nvSpPr>
        <p:spPr>
          <a:xfrm>
            <a:off x="0" y="6128804"/>
            <a:ext cx="1247586"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prstClr val="white"/>
                </a:solidFill>
                <a:effectLst/>
                <a:uLnTx/>
                <a:uFillTx/>
                <a:latin typeface="Calibri" panose="020F0502020204030204"/>
                <a:ea typeface="+mn-ea"/>
                <a:cs typeface="+mn-cs"/>
              </a:rPr>
              <a:t>Photo: S. Ogburn</a:t>
            </a:r>
          </a:p>
        </p:txBody>
      </p:sp>
      <p:sp>
        <p:nvSpPr>
          <p:cNvPr id="2" name="Title 2">
            <a:extLst>
              <a:ext uri="{FF2B5EF4-FFF2-40B4-BE49-F238E27FC236}">
                <a16:creationId xmlns:a16="http://schemas.microsoft.com/office/drawing/2014/main" id="{F38DC3D4-C17E-5DD4-0CB8-FFE920BE60FC}"/>
              </a:ext>
            </a:extLst>
          </p:cNvPr>
          <p:cNvSpPr txBox="1">
            <a:spLocks/>
          </p:cNvSpPr>
          <p:nvPr/>
        </p:nvSpPr>
        <p:spPr>
          <a:xfrm>
            <a:off x="828675" y="304800"/>
            <a:ext cx="10515600" cy="2852737"/>
          </a:xfrm>
          <a:prstGeom prst="rect">
            <a:avLst/>
          </a:prstGeom>
        </p:spPr>
        <p:txBody>
          <a:bodyPr/>
          <a:lstStyle>
            <a:lvl1pPr algn="ctr" rtl="0" eaLnBrk="1" latinLnBrk="0" hangingPunct="1">
              <a:spcBef>
                <a:spcPct val="0"/>
              </a:spcBef>
              <a:buNone/>
              <a:defRPr kumimoji="0" sz="3300" kern="1200">
                <a:solidFill>
                  <a:schemeClr val="accent3">
                    <a:shade val="75000"/>
                  </a:schemeClr>
                </a:solidFill>
                <a:latin typeface="+mj-lt"/>
                <a:ea typeface="+mj-ea"/>
                <a:cs typeface="+mj-cs"/>
              </a:defRPr>
            </a:lvl1pPr>
          </a:lstStyle>
          <a:p>
            <a:pPr fontAlgn="auto">
              <a:spcAft>
                <a:spcPts val="0"/>
              </a:spcAft>
            </a:pPr>
            <a:r>
              <a:rPr lang="en-US" sz="4400" b="1" cap="small" dirty="0">
                <a:solidFill>
                  <a:schemeClr val="tx1"/>
                </a:solidFill>
              </a:rPr>
              <a:t>Modeling Volcanic Flows:</a:t>
            </a:r>
          </a:p>
          <a:p>
            <a:pPr fontAlgn="auto">
              <a:spcAft>
                <a:spcPts val="0"/>
              </a:spcAft>
            </a:pPr>
            <a:r>
              <a:rPr lang="en-US" sz="4400" b="1" cap="small" dirty="0">
                <a:solidFill>
                  <a:schemeClr val="tx1"/>
                </a:solidFill>
              </a:rPr>
              <a:t>Lahars</a:t>
            </a:r>
            <a:endParaRPr lang="en-US" sz="4400" b="1" dirty="0">
              <a:solidFill>
                <a:schemeClr val="tx1"/>
              </a:solidFill>
            </a:endParaRPr>
          </a:p>
        </p:txBody>
      </p:sp>
    </p:spTree>
    <p:extLst>
      <p:ext uri="{BB962C8B-B14F-4D97-AF65-F5344CB8AC3E}">
        <p14:creationId xmlns:p14="http://schemas.microsoft.com/office/powerpoint/2010/main" val="25769884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Lahar/debris flow models</a:t>
            </a:r>
          </a:p>
        </p:txBody>
      </p:sp>
      <p:sp>
        <p:nvSpPr>
          <p:cNvPr id="6" name="Content Placeholder 5"/>
          <p:cNvSpPr>
            <a:spLocks noGrp="1"/>
          </p:cNvSpPr>
          <p:nvPr>
            <p:ph idx="1"/>
          </p:nvPr>
        </p:nvSpPr>
        <p:spPr/>
        <p:txBody>
          <a:bodyPr/>
          <a:lstStyle/>
          <a:p>
            <a:r>
              <a:rPr lang="en-US" dirty="0"/>
              <a:t>LAHARZ (Iverson et al. 1998): empirical model based on flow volume, inundated area, and maximum cross-sectional area</a:t>
            </a:r>
          </a:p>
          <a:p>
            <a:r>
              <a:rPr lang="en-US" dirty="0"/>
              <a:t>Flo2D (</a:t>
            </a:r>
            <a:r>
              <a:rPr lang="en-US" dirty="0" err="1"/>
              <a:t>OBrien</a:t>
            </a:r>
            <a:r>
              <a:rPr lang="en-US" dirty="0"/>
              <a:t> 1993): hydrodynamic model</a:t>
            </a:r>
          </a:p>
          <a:p>
            <a:r>
              <a:rPr lang="en-US" dirty="0"/>
              <a:t>TITAN2F (Cordoba et al. 2015): new two-phase flow version of TITAN2D</a:t>
            </a:r>
          </a:p>
          <a:p>
            <a:r>
              <a:rPr lang="en-US" dirty="0" err="1"/>
              <a:t>VolcFlow</a:t>
            </a:r>
            <a:r>
              <a:rPr lang="en-US" dirty="0"/>
              <a:t> (</a:t>
            </a:r>
            <a:r>
              <a:rPr lang="en-US" dirty="0" err="1"/>
              <a:t>Kelfoun</a:t>
            </a:r>
            <a:r>
              <a:rPr lang="en-US" dirty="0"/>
              <a:t> &amp; Druitt 2005): single and two-phase flow models</a:t>
            </a:r>
          </a:p>
          <a:p>
            <a:r>
              <a:rPr lang="en-US" dirty="0"/>
              <a:t>D-CLAW (George &amp; Iverson 2014): two phase debris flow model with pore-fluid pressure, evolving volume fractions, etc. </a:t>
            </a:r>
          </a:p>
          <a:p>
            <a:pPr marL="0" indent="0">
              <a:buNone/>
            </a:pPr>
            <a:endParaRPr lang="en-US" dirty="0"/>
          </a:p>
          <a:p>
            <a:endParaRPr lang="en-US" dirty="0"/>
          </a:p>
        </p:txBody>
      </p:sp>
      <p:sp>
        <p:nvSpPr>
          <p:cNvPr id="7" name="Rectangle 6"/>
          <p:cNvSpPr/>
          <p:nvPr/>
        </p:nvSpPr>
        <p:spPr>
          <a:xfrm>
            <a:off x="761999" y="1777563"/>
            <a:ext cx="10515599" cy="889438"/>
          </a:xfrm>
          <a:prstGeom prst="rect">
            <a:avLst/>
          </a:prstGeom>
          <a:noFill/>
          <a:ln w="28575">
            <a:solidFill>
              <a:srgbClr val="FF33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 name="Group 1">
            <a:extLst>
              <a:ext uri="{FF2B5EF4-FFF2-40B4-BE49-F238E27FC236}">
                <a16:creationId xmlns:a16="http://schemas.microsoft.com/office/drawing/2014/main" id="{4C0EB0BA-917E-25A8-5A95-9321C7013F1E}"/>
              </a:ext>
            </a:extLst>
          </p:cNvPr>
          <p:cNvGrpSpPr/>
          <p:nvPr/>
        </p:nvGrpSpPr>
        <p:grpSpPr>
          <a:xfrm>
            <a:off x="0" y="6362366"/>
            <a:ext cx="12301844" cy="640080"/>
            <a:chOff x="0" y="6361501"/>
            <a:chExt cx="12301844" cy="640080"/>
          </a:xfrm>
        </p:grpSpPr>
        <p:sp>
          <p:nvSpPr>
            <p:cNvPr id="3" name="Rectangle 2">
              <a:extLst>
                <a:ext uri="{FF2B5EF4-FFF2-40B4-BE49-F238E27FC236}">
                  <a16:creationId xmlns:a16="http://schemas.microsoft.com/office/drawing/2014/main" id="{A9F8AAA4-2315-E0B4-0E48-B5CB99887396}"/>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4" name="Group 3">
              <a:extLst>
                <a:ext uri="{FF2B5EF4-FFF2-40B4-BE49-F238E27FC236}">
                  <a16:creationId xmlns:a16="http://schemas.microsoft.com/office/drawing/2014/main" id="{DF9AA705-8862-F201-C057-39402596BA52}"/>
                </a:ext>
              </a:extLst>
            </p:cNvPr>
            <p:cNvGrpSpPr/>
            <p:nvPr/>
          </p:nvGrpSpPr>
          <p:grpSpPr>
            <a:xfrm>
              <a:off x="2" y="6361501"/>
              <a:ext cx="12301842" cy="640080"/>
              <a:chOff x="2" y="6361501"/>
              <a:chExt cx="12301842" cy="640080"/>
            </a:xfrm>
          </p:grpSpPr>
          <p:pic>
            <p:nvPicPr>
              <p:cNvPr id="8" name="Picture 7" descr="USGS.png">
                <a:extLst>
                  <a:ext uri="{FF2B5EF4-FFF2-40B4-BE49-F238E27FC236}">
                    <a16:creationId xmlns:a16="http://schemas.microsoft.com/office/drawing/2014/main" id="{DF669CF7-495E-4A00-42D1-846F1DDA6228}"/>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9" name="Picture 8" descr="Horizontal_CMYK_600.tif">
                <a:extLst>
                  <a:ext uri="{FF2B5EF4-FFF2-40B4-BE49-F238E27FC236}">
                    <a16:creationId xmlns:a16="http://schemas.microsoft.com/office/drawing/2014/main" id="{587DB399-947F-E3CC-4CE9-B78A703F4A02}"/>
                  </a:ext>
                </a:extLst>
              </p:cNvPr>
              <p:cNvPicPr>
                <a:picLocks noChangeAspect="1"/>
              </p:cNvPicPr>
              <p:nvPr/>
            </p:nvPicPr>
            <p:blipFill rotWithShape="1">
              <a:blip r:embed="rId3"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10" name="Picture 9">
                <a:extLst>
                  <a:ext uri="{FF2B5EF4-FFF2-40B4-BE49-F238E27FC236}">
                    <a16:creationId xmlns:a16="http://schemas.microsoft.com/office/drawing/2014/main" id="{73CA308F-21FC-13F6-75F3-C3599F97DB7C}"/>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3785300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8F86FF7A-D051-E61E-91AA-27141B1C0E98}"/>
              </a:ext>
            </a:extLst>
          </p:cNvPr>
          <p:cNvGraphicFramePr>
            <a:graphicFrameLocks noGrp="1"/>
          </p:cNvGraphicFramePr>
          <p:nvPr/>
        </p:nvGraphicFramePr>
        <p:xfrm>
          <a:off x="0" y="0"/>
          <a:ext cx="12192000" cy="6377803"/>
        </p:xfrm>
        <a:graphic>
          <a:graphicData uri="http://schemas.openxmlformats.org/drawingml/2006/table">
            <a:tbl>
              <a:tblPr firstRow="1" bandRow="1">
                <a:tableStyleId>{9D7B26C5-4107-4FEC-AEDC-1716B250A1EF}</a:tableStyleId>
              </a:tblPr>
              <a:tblGrid>
                <a:gridCol w="2195251">
                  <a:extLst>
                    <a:ext uri="{9D8B030D-6E8A-4147-A177-3AD203B41FA5}">
                      <a16:colId xmlns:a16="http://schemas.microsoft.com/office/drawing/2014/main" val="478934912"/>
                    </a:ext>
                  </a:extLst>
                </a:gridCol>
                <a:gridCol w="2181733">
                  <a:extLst>
                    <a:ext uri="{9D8B030D-6E8A-4147-A177-3AD203B41FA5}">
                      <a16:colId xmlns:a16="http://schemas.microsoft.com/office/drawing/2014/main" val="4207103983"/>
                    </a:ext>
                  </a:extLst>
                </a:gridCol>
                <a:gridCol w="4062166">
                  <a:extLst>
                    <a:ext uri="{9D8B030D-6E8A-4147-A177-3AD203B41FA5}">
                      <a16:colId xmlns:a16="http://schemas.microsoft.com/office/drawing/2014/main" val="3084914022"/>
                    </a:ext>
                  </a:extLst>
                </a:gridCol>
                <a:gridCol w="2516508">
                  <a:extLst>
                    <a:ext uri="{9D8B030D-6E8A-4147-A177-3AD203B41FA5}">
                      <a16:colId xmlns:a16="http://schemas.microsoft.com/office/drawing/2014/main" val="866832468"/>
                    </a:ext>
                  </a:extLst>
                </a:gridCol>
                <a:gridCol w="509217">
                  <a:extLst>
                    <a:ext uri="{9D8B030D-6E8A-4147-A177-3AD203B41FA5}">
                      <a16:colId xmlns:a16="http://schemas.microsoft.com/office/drawing/2014/main" val="3730511962"/>
                    </a:ext>
                  </a:extLst>
                </a:gridCol>
                <a:gridCol w="727125">
                  <a:extLst>
                    <a:ext uri="{9D8B030D-6E8A-4147-A177-3AD203B41FA5}">
                      <a16:colId xmlns:a16="http://schemas.microsoft.com/office/drawing/2014/main" val="3044279478"/>
                    </a:ext>
                  </a:extLst>
                </a:gridCol>
              </a:tblGrid>
              <a:tr h="266700">
                <a:tc>
                  <a:txBody>
                    <a:bodyPr/>
                    <a:lstStyle/>
                    <a:p>
                      <a:pPr algn="l" fontAlgn="b"/>
                      <a:r>
                        <a:rPr lang="en-US" sz="1400" b="1" u="none" strike="noStrike" dirty="0">
                          <a:effectLst/>
                        </a:rPr>
                        <a:t>Model</a:t>
                      </a:r>
                      <a:endParaRPr lang="en-US" sz="1400" b="1" i="0" u="none" strike="noStrike" dirty="0">
                        <a:effectLst/>
                        <a:latin typeface="Calibri" panose="020F0502020204030204" pitchFamily="34" charset="0"/>
                      </a:endParaRPr>
                    </a:p>
                  </a:txBody>
                  <a:tcPr marL="9525" marR="9525" marT="9525" marB="0"/>
                </a:tc>
                <a:tc>
                  <a:txBody>
                    <a:bodyPr/>
                    <a:lstStyle/>
                    <a:p>
                      <a:pPr algn="l" fontAlgn="b"/>
                      <a:r>
                        <a:rPr lang="en-US" sz="1400" b="1" i="0" u="none" strike="noStrike" dirty="0">
                          <a:effectLst/>
                          <a:latin typeface="Calibri" panose="020F0502020204030204" pitchFamily="34" charset="0"/>
                        </a:rPr>
                        <a:t>Citation</a:t>
                      </a:r>
                    </a:p>
                  </a:txBody>
                  <a:tcPr marL="9525" marR="9525" marT="9525" marB="0"/>
                </a:tc>
                <a:tc>
                  <a:txBody>
                    <a:bodyPr/>
                    <a:lstStyle/>
                    <a:p>
                      <a:pPr algn="l" fontAlgn="b"/>
                      <a:r>
                        <a:rPr lang="en-US" sz="1400" b="1" i="0" u="none" strike="noStrike" dirty="0">
                          <a:effectLst/>
                          <a:latin typeface="Calibri" panose="020F0502020204030204" pitchFamily="34" charset="0"/>
                        </a:rPr>
                        <a:t>Description/notes</a:t>
                      </a:r>
                    </a:p>
                  </a:txBody>
                  <a:tcPr marL="9525" marR="9525" marT="9525" marB="0"/>
                </a:tc>
                <a:tc>
                  <a:txBody>
                    <a:bodyPr/>
                    <a:lstStyle/>
                    <a:p>
                      <a:pPr algn="l" fontAlgn="b"/>
                      <a:r>
                        <a:rPr lang="en-US" sz="1400" b="1" i="0" u="none" strike="noStrike" dirty="0">
                          <a:effectLst/>
                          <a:latin typeface="Calibri" panose="020F0502020204030204" pitchFamily="34" charset="0"/>
                        </a:rPr>
                        <a:t>Availability</a:t>
                      </a:r>
                    </a:p>
                  </a:txBody>
                  <a:tcPr marL="9525" marR="9525" marT="9525" marB="0"/>
                </a:tc>
                <a:tc>
                  <a:txBody>
                    <a:bodyPr/>
                    <a:lstStyle/>
                    <a:p>
                      <a:pPr algn="l" fontAlgn="b"/>
                      <a:r>
                        <a:rPr lang="en-US" sz="1400" b="1" u="none" strike="noStrike" dirty="0">
                          <a:effectLst/>
                        </a:rPr>
                        <a:t>Count</a:t>
                      </a:r>
                      <a:endParaRPr lang="en-US" sz="1400" b="1" i="0" u="none" strike="noStrike" dirty="0">
                        <a:effectLst/>
                        <a:latin typeface="Calibri" panose="020F0502020204030204" pitchFamily="34" charset="0"/>
                      </a:endParaRPr>
                    </a:p>
                  </a:txBody>
                  <a:tcPr marL="9525" marR="9525" marT="9525" marB="0"/>
                </a:tc>
                <a:tc>
                  <a:txBody>
                    <a:bodyPr/>
                    <a:lstStyle/>
                    <a:p>
                      <a:pPr algn="l" fontAlgn="b"/>
                      <a:r>
                        <a:rPr lang="en-US" sz="1400" b="1" u="none" strike="noStrike" dirty="0">
                          <a:effectLst/>
                        </a:rPr>
                        <a:t>Percent</a:t>
                      </a:r>
                      <a:endParaRPr lang="en-US" sz="1400" b="1" i="0" u="none" strike="noStrike" dirty="0">
                        <a:effectLst/>
                        <a:latin typeface="Calibri" panose="020F0502020204030204" pitchFamily="34" charset="0"/>
                      </a:endParaRPr>
                    </a:p>
                  </a:txBody>
                  <a:tcPr marL="9525" marR="9525" marT="9525" marB="0"/>
                </a:tc>
                <a:extLst>
                  <a:ext uri="{0D108BD9-81ED-4DB2-BD59-A6C34878D82A}">
                    <a16:rowId xmlns:a16="http://schemas.microsoft.com/office/drawing/2014/main" val="821482293"/>
                  </a:ext>
                </a:extLst>
              </a:tr>
              <a:tr h="415698">
                <a:tc>
                  <a:txBody>
                    <a:bodyPr/>
                    <a:lstStyle/>
                    <a:p>
                      <a:pPr algn="l" fontAlgn="b"/>
                      <a:r>
                        <a:rPr lang="en-US" sz="1400" u="none" strike="noStrike" dirty="0">
                          <a:effectLst/>
                        </a:rPr>
                        <a:t>LAHARZ (USGS)</a:t>
                      </a:r>
                      <a:endParaRPr lang="en-US" sz="1400" b="0" i="0" u="none" strike="noStrike" dirty="0">
                        <a:effectLst/>
                        <a:latin typeface="Calibri" panose="020F0502020204030204" pitchFamily="34" charset="0"/>
                      </a:endParaRPr>
                    </a:p>
                  </a:txBody>
                  <a:tcPr marL="9525" marR="9525" marT="9525" marB="0"/>
                </a:tc>
                <a:tc>
                  <a:txBody>
                    <a:bodyPr/>
                    <a:lstStyle/>
                    <a:p>
                      <a:pPr algn="l" fontAlgn="b"/>
                      <a:r>
                        <a:rPr lang="nl-NL" sz="1400" u="none" strike="noStrike" dirty="0">
                          <a:effectLst/>
                        </a:rPr>
                        <a:t>Iverson et al. (1998); Schilling (1998); Schilling (2014)</a:t>
                      </a:r>
                      <a:endParaRPr lang="nl-NL" sz="1400" b="0" i="0" u="none" strike="noStrike" dirty="0">
                        <a:effectLst/>
                        <a:latin typeface="Calibri" panose="020F0502020204030204" pitchFamily="34" charset="0"/>
                      </a:endParaRPr>
                    </a:p>
                  </a:txBody>
                  <a:tcPr marL="9525" marR="9525" marT="9525" marB="0"/>
                </a:tc>
                <a:tc>
                  <a:txBody>
                    <a:bodyPr/>
                    <a:lstStyle/>
                    <a:p>
                      <a:pPr algn="l" fontAlgn="b"/>
                      <a:r>
                        <a:rPr lang="en-US" sz="1400" b="0" i="0" u="none" strike="noStrike" dirty="0">
                          <a:effectLst/>
                          <a:latin typeface="Calibri" panose="020F0502020204030204" pitchFamily="34" charset="0"/>
                        </a:rPr>
                        <a:t>Empirical/statistical model relating volume to planimetric/cross-sectional area</a:t>
                      </a:r>
                    </a:p>
                  </a:txBody>
                  <a:tcPr marL="9525" marR="9525" marT="9525" marB="0"/>
                </a:tc>
                <a:tc>
                  <a:txBody>
                    <a:bodyPr/>
                    <a:lstStyle/>
                    <a:p>
                      <a:pPr algn="l" fontAlgn="b"/>
                      <a:r>
                        <a:rPr lang="en-US" sz="1400" b="0" i="0" u="none" strike="noStrike" dirty="0">
                          <a:effectLst/>
                          <a:latin typeface="Calibri" panose="020F0502020204030204" pitchFamily="34" charset="0"/>
                        </a:rPr>
                        <a:t>Free, open-source ArcGIS, standalone python, VICTOR</a:t>
                      </a:r>
                    </a:p>
                  </a:txBody>
                  <a:tcPr marL="9525" marR="9525" marT="9525" marB="0"/>
                </a:tc>
                <a:tc>
                  <a:txBody>
                    <a:bodyPr/>
                    <a:lstStyle/>
                    <a:p>
                      <a:pPr algn="l" fontAlgn="b"/>
                      <a:r>
                        <a:rPr lang="en-US" sz="1400" u="none" strike="noStrike" dirty="0">
                          <a:effectLst/>
                        </a:rPr>
                        <a:t>149</a:t>
                      </a:r>
                      <a:endParaRPr lang="en-US" sz="1400" b="0" i="0" u="none" strike="noStrike" dirty="0">
                        <a:effectLst/>
                        <a:latin typeface="Calibri" panose="020F0502020204030204" pitchFamily="34" charset="0"/>
                      </a:endParaRPr>
                    </a:p>
                  </a:txBody>
                  <a:tcPr marL="9525" marR="9525" marT="9525" marB="0"/>
                </a:tc>
                <a:tc>
                  <a:txBody>
                    <a:bodyPr/>
                    <a:lstStyle/>
                    <a:p>
                      <a:pPr algn="l" fontAlgn="b"/>
                      <a:r>
                        <a:rPr lang="en-US" sz="1400" u="none" strike="noStrike" dirty="0">
                          <a:effectLst/>
                        </a:rPr>
                        <a:t>71.2</a:t>
                      </a:r>
                      <a:endParaRPr lang="en-US" sz="1400" b="0" i="0" u="none" strike="noStrike" dirty="0">
                        <a:effectLst/>
                        <a:latin typeface="Calibri" panose="020F0502020204030204" pitchFamily="34" charset="0"/>
                      </a:endParaRPr>
                    </a:p>
                  </a:txBody>
                  <a:tcPr marL="9525" marR="9525" marT="9525" marB="0"/>
                </a:tc>
                <a:extLst>
                  <a:ext uri="{0D108BD9-81ED-4DB2-BD59-A6C34878D82A}">
                    <a16:rowId xmlns:a16="http://schemas.microsoft.com/office/drawing/2014/main" val="288923796"/>
                  </a:ext>
                </a:extLst>
              </a:tr>
              <a:tr h="500062">
                <a:tc>
                  <a:txBody>
                    <a:bodyPr/>
                    <a:lstStyle/>
                    <a:p>
                      <a:pPr algn="l" fontAlgn="b"/>
                      <a:r>
                        <a:rPr lang="en-US" sz="1400" u="none" strike="noStrike" dirty="0">
                          <a:effectLst/>
                        </a:rPr>
                        <a:t>FLO-2D</a:t>
                      </a:r>
                      <a:endParaRPr lang="en-US" sz="1400" b="0" i="0" u="none" strike="noStrike" dirty="0">
                        <a:effectLst/>
                        <a:latin typeface="Calibri" panose="020F0502020204030204" pitchFamily="34" charset="0"/>
                      </a:endParaRPr>
                    </a:p>
                  </a:txBody>
                  <a:tcPr marL="9525" marR="9525" marT="9525" marB="0"/>
                </a:tc>
                <a:tc>
                  <a:txBody>
                    <a:bodyPr/>
                    <a:lstStyle/>
                    <a:p>
                      <a:pPr algn="l" fontAlgn="b"/>
                      <a:r>
                        <a:rPr lang="en-US" sz="1400" u="none" strike="noStrike" dirty="0">
                          <a:effectLst/>
                        </a:rPr>
                        <a:t>O'Brien (1993)</a:t>
                      </a:r>
                      <a:endParaRPr lang="en-US" sz="1400" b="0" i="0" u="none" strike="noStrike" dirty="0">
                        <a:effectLst/>
                        <a:latin typeface="Calibri" panose="020F0502020204030204" pitchFamily="34" charset="0"/>
                      </a:endParaRPr>
                    </a:p>
                  </a:txBody>
                  <a:tcPr marL="9525" marR="9525" marT="9525" marB="0"/>
                </a:tc>
                <a:tc>
                  <a:txBody>
                    <a:bodyPr/>
                    <a:lstStyle/>
                    <a:p>
                      <a:pPr algn="l" fontAlgn="b"/>
                      <a:r>
                        <a:rPr lang="en-US" sz="1400" b="0" i="0" u="none" strike="noStrike" dirty="0">
                          <a:effectLst/>
                          <a:latin typeface="Calibri" panose="020F0502020204030204" pitchFamily="34" charset="0"/>
                        </a:rPr>
                        <a:t>2D depth averaged geophysical model; Bingham rheology; designed by engineers for floods, floods in urban environments</a:t>
                      </a:r>
                    </a:p>
                  </a:txBody>
                  <a:tcPr marL="9525" marR="9525" marT="9525" marB="0"/>
                </a:tc>
                <a:tc>
                  <a:txBody>
                    <a:bodyPr/>
                    <a:lstStyle/>
                    <a:p>
                      <a:pPr algn="l" fontAlgn="b"/>
                      <a:r>
                        <a:rPr lang="en-US" sz="1400" b="0" i="0" u="none" strike="noStrike" dirty="0">
                          <a:effectLst/>
                          <a:latin typeface="Calibri" panose="020F0502020204030204" pitchFamily="34" charset="0"/>
                        </a:rPr>
                        <a:t>Commercial product license $</a:t>
                      </a:r>
                    </a:p>
                  </a:txBody>
                  <a:tcPr marL="9525" marR="9525" marT="9525" marB="0"/>
                </a:tc>
                <a:tc>
                  <a:txBody>
                    <a:bodyPr/>
                    <a:lstStyle/>
                    <a:p>
                      <a:pPr algn="l" fontAlgn="b"/>
                      <a:r>
                        <a:rPr lang="en-US" sz="1400" u="none" strike="noStrike" dirty="0">
                          <a:effectLst/>
                        </a:rPr>
                        <a:t>23</a:t>
                      </a:r>
                      <a:endParaRPr lang="en-US" sz="1400" b="0" i="0" u="none" strike="noStrike" dirty="0">
                        <a:effectLst/>
                        <a:latin typeface="Calibri" panose="020F0502020204030204" pitchFamily="34" charset="0"/>
                      </a:endParaRPr>
                    </a:p>
                  </a:txBody>
                  <a:tcPr marL="9525" marR="9525" marT="9525" marB="0"/>
                </a:tc>
                <a:tc>
                  <a:txBody>
                    <a:bodyPr/>
                    <a:lstStyle/>
                    <a:p>
                      <a:pPr algn="l" fontAlgn="b"/>
                      <a:r>
                        <a:rPr lang="en-US" sz="1400" u="none" strike="noStrike" dirty="0">
                          <a:effectLst/>
                        </a:rPr>
                        <a:t>11.0</a:t>
                      </a:r>
                      <a:endParaRPr lang="en-US" sz="1400" b="0" i="0" u="none" strike="noStrike" dirty="0">
                        <a:effectLst/>
                        <a:latin typeface="Calibri" panose="020F0502020204030204" pitchFamily="34" charset="0"/>
                      </a:endParaRPr>
                    </a:p>
                  </a:txBody>
                  <a:tcPr marL="9525" marR="9525" marT="9525" marB="0"/>
                </a:tc>
                <a:extLst>
                  <a:ext uri="{0D108BD9-81ED-4DB2-BD59-A6C34878D82A}">
                    <a16:rowId xmlns:a16="http://schemas.microsoft.com/office/drawing/2014/main" val="4105272591"/>
                  </a:ext>
                </a:extLst>
              </a:tr>
              <a:tr h="500062">
                <a:tc>
                  <a:txBody>
                    <a:bodyPr/>
                    <a:lstStyle/>
                    <a:p>
                      <a:pPr algn="l" fontAlgn="b"/>
                      <a:r>
                        <a:rPr lang="en-US" sz="1400" u="none" strike="noStrike" dirty="0" err="1">
                          <a:effectLst/>
                        </a:rPr>
                        <a:t>LaharFlow</a:t>
                      </a:r>
                      <a:r>
                        <a:rPr lang="en-US" sz="1400" u="none" strike="noStrike" dirty="0">
                          <a:effectLst/>
                        </a:rPr>
                        <a:t>/</a:t>
                      </a:r>
                      <a:r>
                        <a:rPr lang="en-US" sz="1400" u="none" strike="noStrike" dirty="0" err="1">
                          <a:effectLst/>
                        </a:rPr>
                        <a:t>MultiHaz</a:t>
                      </a:r>
                      <a:endParaRPr lang="en-US" sz="1400" b="0" i="0" u="none" strike="noStrike" dirty="0">
                        <a:effectLst/>
                        <a:latin typeface="Calibri" panose="020F0502020204030204" pitchFamily="34" charset="0"/>
                      </a:endParaRPr>
                    </a:p>
                  </a:txBody>
                  <a:tcPr marL="9525" marR="9525" marT="9525" marB="0"/>
                </a:tc>
                <a:tc>
                  <a:txBody>
                    <a:bodyPr/>
                    <a:lstStyle/>
                    <a:p>
                      <a:pPr algn="l" fontAlgn="b"/>
                      <a:r>
                        <a:rPr lang="en-US" sz="1400" u="none" strike="noStrike" dirty="0">
                          <a:effectLst/>
                        </a:rPr>
                        <a:t>Woodhouse (in preparation);</a:t>
                      </a:r>
                    </a:p>
                    <a:p>
                      <a:pPr algn="l" fontAlgn="b"/>
                      <a:r>
                        <a:rPr lang="en-US" sz="1400" b="0" i="0" u="none" strike="noStrike" dirty="0" err="1">
                          <a:effectLst/>
                          <a:latin typeface="Calibri" panose="020F0502020204030204" pitchFamily="34" charset="0"/>
                        </a:rPr>
                        <a:t>Tierz</a:t>
                      </a:r>
                      <a:r>
                        <a:rPr lang="en-US" sz="1400" b="0" i="0" u="none" strike="noStrike" dirty="0">
                          <a:effectLst/>
                          <a:latin typeface="Calibri" panose="020F0502020204030204" pitchFamily="34" charset="0"/>
                        </a:rPr>
                        <a:t> et al. (2017)</a:t>
                      </a:r>
                    </a:p>
                  </a:txBody>
                  <a:tcPr marL="9525" marR="9525" marT="9525" marB="0"/>
                </a:tc>
                <a:tc>
                  <a:txBody>
                    <a:bodyPr/>
                    <a:lstStyle/>
                    <a:p>
                      <a:pPr algn="l" fontAlgn="b"/>
                      <a:r>
                        <a:rPr lang="en-US" sz="1400" b="0" i="0" u="none" strike="noStrike" dirty="0">
                          <a:effectLst/>
                          <a:latin typeface="Calibri" panose="020F0502020204030204" pitchFamily="34" charset="0"/>
                        </a:rPr>
                        <a:t>Depth-averaged geophysical model; two-phase, models erosion and deposition</a:t>
                      </a:r>
                    </a:p>
                  </a:txBody>
                  <a:tcPr marL="9525" marR="9525" marT="9525" marB="0"/>
                </a:tc>
                <a:tc>
                  <a:txBody>
                    <a:bodyPr/>
                    <a:lstStyle/>
                    <a:p>
                      <a:pPr algn="l" fontAlgn="b"/>
                      <a:r>
                        <a:rPr lang="en-US" sz="1400" b="0" i="0" u="none" strike="noStrike" dirty="0">
                          <a:effectLst/>
                          <a:latin typeface="Calibri" panose="020F0502020204030204" pitchFamily="34" charset="0"/>
                        </a:rPr>
                        <a:t>In preparation</a:t>
                      </a:r>
                    </a:p>
                  </a:txBody>
                  <a:tcPr marL="9525" marR="9525" marT="9525" marB="0"/>
                </a:tc>
                <a:tc>
                  <a:txBody>
                    <a:bodyPr/>
                    <a:lstStyle/>
                    <a:p>
                      <a:pPr algn="l" fontAlgn="b"/>
                      <a:r>
                        <a:rPr lang="en-US" sz="1400" u="none" strike="noStrike" dirty="0">
                          <a:effectLst/>
                        </a:rPr>
                        <a:t>6</a:t>
                      </a:r>
                      <a:endParaRPr lang="en-US" sz="1400" b="0" i="0" u="none" strike="noStrike" dirty="0">
                        <a:effectLst/>
                        <a:latin typeface="Calibri" panose="020F0502020204030204" pitchFamily="34" charset="0"/>
                      </a:endParaRPr>
                    </a:p>
                  </a:txBody>
                  <a:tcPr marL="9525" marR="9525" marT="9525" marB="0"/>
                </a:tc>
                <a:tc>
                  <a:txBody>
                    <a:bodyPr/>
                    <a:lstStyle/>
                    <a:p>
                      <a:pPr algn="l" fontAlgn="b"/>
                      <a:r>
                        <a:rPr lang="en-US" sz="1400" b="0" i="0" u="none" strike="noStrike" dirty="0">
                          <a:effectLst/>
                          <a:latin typeface="Calibri" panose="020F0502020204030204" pitchFamily="34" charset="0"/>
                        </a:rPr>
                        <a:t>2.9</a:t>
                      </a:r>
                    </a:p>
                  </a:txBody>
                  <a:tcPr marL="9525" marR="9525" marT="9525" marB="0"/>
                </a:tc>
                <a:extLst>
                  <a:ext uri="{0D108BD9-81ED-4DB2-BD59-A6C34878D82A}">
                    <a16:rowId xmlns:a16="http://schemas.microsoft.com/office/drawing/2014/main" val="390543255"/>
                  </a:ext>
                </a:extLst>
              </a:tr>
              <a:tr h="415698">
                <a:tc>
                  <a:txBody>
                    <a:bodyPr/>
                    <a:lstStyle/>
                    <a:p>
                      <a:pPr algn="l" fontAlgn="b"/>
                      <a:r>
                        <a:rPr lang="en-US" sz="1400" u="none" strike="noStrike" dirty="0">
                          <a:effectLst/>
                        </a:rPr>
                        <a:t>HIMAT-FAO</a:t>
                      </a:r>
                      <a:endParaRPr lang="en-US" sz="1400" b="0" i="0" u="none" strike="noStrike" dirty="0">
                        <a:effectLst/>
                        <a:latin typeface="Calibri" panose="020F0502020204030204" pitchFamily="34" charset="0"/>
                      </a:endParaRPr>
                    </a:p>
                  </a:txBody>
                  <a:tcPr marL="9525" marR="9525" marT="9525" marB="0"/>
                </a:tc>
                <a:tc>
                  <a:txBody>
                    <a:bodyPr/>
                    <a:lstStyle/>
                    <a:p>
                      <a:pPr algn="l" fontAlgn="b"/>
                      <a:r>
                        <a:rPr lang="en-US" sz="1400" u="none" strike="noStrike" dirty="0">
                          <a:effectLst/>
                        </a:rPr>
                        <a:t>HIMAT-FAO (1987)</a:t>
                      </a:r>
                      <a:endParaRPr lang="en-US" sz="1400" b="0" i="0" u="none" strike="noStrike" dirty="0">
                        <a:effectLst/>
                        <a:latin typeface="Calibri" panose="020F0502020204030204" pitchFamily="34" charset="0"/>
                      </a:endParaRPr>
                    </a:p>
                  </a:txBody>
                  <a:tcPr marL="9525" marR="9525" marT="9525" marB="0"/>
                </a:tc>
                <a:tc>
                  <a:txBody>
                    <a:bodyPr/>
                    <a:lstStyle/>
                    <a:p>
                      <a:pPr algn="l" fontAlgn="b"/>
                      <a:r>
                        <a:rPr lang="en-US" sz="1400" b="0" i="0" u="none" strike="noStrike" dirty="0">
                          <a:effectLst/>
                          <a:latin typeface="Calibri" panose="020F0502020204030204" pitchFamily="34" charset="0"/>
                        </a:rPr>
                        <a:t>?</a:t>
                      </a:r>
                    </a:p>
                  </a:txBody>
                  <a:tcPr marL="9525" marR="9525" marT="9525" marB="0"/>
                </a:tc>
                <a:tc>
                  <a:txBody>
                    <a:bodyPr/>
                    <a:lstStyle/>
                    <a:p>
                      <a:pPr algn="l" fontAlgn="b"/>
                      <a:r>
                        <a:rPr lang="en-US" sz="1400" b="0" i="0" u="none" strike="noStrike" dirty="0">
                          <a:effectLst/>
                          <a:latin typeface="Calibri" panose="020F0502020204030204" pitchFamily="34" charset="0"/>
                        </a:rPr>
                        <a:t>?</a:t>
                      </a:r>
                    </a:p>
                  </a:txBody>
                  <a:tcPr marL="9525" marR="9525" marT="9525" marB="0"/>
                </a:tc>
                <a:tc>
                  <a:txBody>
                    <a:bodyPr/>
                    <a:lstStyle/>
                    <a:p>
                      <a:pPr algn="l" fontAlgn="b"/>
                      <a:r>
                        <a:rPr lang="en-US" sz="1400" u="none" strike="noStrike" dirty="0">
                          <a:effectLst/>
                        </a:rPr>
                        <a:t>4</a:t>
                      </a:r>
                      <a:endParaRPr lang="en-US" sz="1400" b="0" i="0" u="none" strike="noStrike" dirty="0">
                        <a:effectLst/>
                        <a:latin typeface="Calibri" panose="020F0502020204030204" pitchFamily="34" charset="0"/>
                      </a:endParaRPr>
                    </a:p>
                  </a:txBody>
                  <a:tcPr marL="9525" marR="9525" marT="9525" marB="0"/>
                </a:tc>
                <a:tc>
                  <a:txBody>
                    <a:bodyPr/>
                    <a:lstStyle/>
                    <a:p>
                      <a:pPr algn="l" fontAlgn="b"/>
                      <a:r>
                        <a:rPr lang="en-US" sz="1400" b="0" i="0" u="none" strike="noStrike" dirty="0">
                          <a:effectLst/>
                          <a:latin typeface="Calibri" panose="020F0502020204030204" pitchFamily="34" charset="0"/>
                        </a:rPr>
                        <a:t>1.9</a:t>
                      </a:r>
                    </a:p>
                  </a:txBody>
                  <a:tcPr marL="9525" marR="9525" marT="9525" marB="0"/>
                </a:tc>
                <a:extLst>
                  <a:ext uri="{0D108BD9-81ED-4DB2-BD59-A6C34878D82A}">
                    <a16:rowId xmlns:a16="http://schemas.microsoft.com/office/drawing/2014/main" val="804365519"/>
                  </a:ext>
                </a:extLst>
              </a:tr>
              <a:tr h="415698">
                <a:tc>
                  <a:txBody>
                    <a:bodyPr/>
                    <a:lstStyle/>
                    <a:p>
                      <a:pPr algn="l" fontAlgn="b"/>
                      <a:r>
                        <a:rPr lang="en-US" sz="1400" u="none" strike="noStrike" dirty="0" err="1">
                          <a:effectLst/>
                        </a:rPr>
                        <a:t>MatHaz</a:t>
                      </a:r>
                      <a:endParaRPr lang="en-US" sz="1400" b="0" i="0" u="none" strike="noStrike" dirty="0">
                        <a:effectLst/>
                        <a:latin typeface="Calibri" panose="020F0502020204030204" pitchFamily="34" charset="0"/>
                      </a:endParaRPr>
                    </a:p>
                  </a:txBody>
                  <a:tcPr marL="9525" marR="9525" marT="9525" marB="0"/>
                </a:tc>
                <a:tc>
                  <a:txBody>
                    <a:bodyPr/>
                    <a:lstStyle/>
                    <a:p>
                      <a:pPr algn="l" fontAlgn="b"/>
                      <a:r>
                        <a:rPr lang="en-US" sz="1400" u="none" strike="noStrike" dirty="0" err="1">
                          <a:effectLst/>
                        </a:rPr>
                        <a:t>Bertin</a:t>
                      </a:r>
                      <a:r>
                        <a:rPr lang="en-US" sz="1400" u="none" strike="noStrike" dirty="0">
                          <a:effectLst/>
                        </a:rPr>
                        <a:t> et al. (2019)</a:t>
                      </a:r>
                      <a:endParaRPr lang="en-US" sz="1400" b="0" i="0" u="none" strike="noStrike" dirty="0">
                        <a:effectLst/>
                        <a:latin typeface="Calibri" panose="020F0502020204030204" pitchFamily="34" charset="0"/>
                      </a:endParaRPr>
                    </a:p>
                  </a:txBody>
                  <a:tcPr marL="9525" marR="9525" marT="9525" marB="0"/>
                </a:tc>
                <a:tc>
                  <a:txBody>
                    <a:bodyPr/>
                    <a:lstStyle/>
                    <a:p>
                      <a:pPr algn="l" fontAlgn="b"/>
                      <a:r>
                        <a:rPr lang="en-US" sz="1400" b="0" i="0" u="none" strike="noStrike" dirty="0">
                          <a:effectLst/>
                          <a:latin typeface="Calibri" panose="020F0502020204030204" pitchFamily="34" charset="0"/>
                        </a:rPr>
                        <a:t>Multi-hazard model; steepest descent/volume-thickness model developed for lava flows, modified for lahars</a:t>
                      </a:r>
                    </a:p>
                  </a:txBody>
                  <a:tcPr marL="9525" marR="9525" marT="9525" marB="0"/>
                </a:tc>
                <a:tc>
                  <a:txBody>
                    <a:bodyPr/>
                    <a:lstStyle/>
                    <a:p>
                      <a:pPr algn="l" fontAlgn="b"/>
                      <a:r>
                        <a:rPr lang="en-US" sz="1400" b="0" i="0" u="none" strike="noStrike" dirty="0">
                          <a:effectLst/>
                          <a:latin typeface="Calibri" panose="020F0502020204030204" pitchFamily="34" charset="0"/>
                        </a:rPr>
                        <a:t>Free, open-source, available on GitHub</a:t>
                      </a:r>
                    </a:p>
                  </a:txBody>
                  <a:tcPr marL="9525" marR="9525" marT="9525" marB="0"/>
                </a:tc>
                <a:tc>
                  <a:txBody>
                    <a:bodyPr/>
                    <a:lstStyle/>
                    <a:p>
                      <a:pPr algn="l" fontAlgn="b"/>
                      <a:r>
                        <a:rPr lang="en-US" sz="1400" u="none" strike="noStrike" dirty="0">
                          <a:effectLst/>
                        </a:rPr>
                        <a:t>3</a:t>
                      </a:r>
                      <a:endParaRPr lang="en-US" sz="1400" b="0" i="0" u="none" strike="noStrike" dirty="0">
                        <a:effectLst/>
                        <a:latin typeface="Calibri" panose="020F0502020204030204" pitchFamily="34" charset="0"/>
                      </a:endParaRPr>
                    </a:p>
                  </a:txBody>
                  <a:tcPr marL="9525" marR="9525" marT="9525" marB="0"/>
                </a:tc>
                <a:tc>
                  <a:txBody>
                    <a:bodyPr/>
                    <a:lstStyle/>
                    <a:p>
                      <a:pPr algn="l" fontAlgn="b"/>
                      <a:r>
                        <a:rPr lang="en-US" sz="1400" u="none" strike="noStrike" dirty="0">
                          <a:effectLst/>
                        </a:rPr>
                        <a:t>1.4</a:t>
                      </a:r>
                      <a:endParaRPr lang="en-US" sz="1400" b="0" i="0" u="none" strike="noStrike" dirty="0">
                        <a:effectLst/>
                        <a:latin typeface="Calibri" panose="020F0502020204030204" pitchFamily="34" charset="0"/>
                      </a:endParaRPr>
                    </a:p>
                  </a:txBody>
                  <a:tcPr marL="9525" marR="9525" marT="9525" marB="0"/>
                </a:tc>
                <a:extLst>
                  <a:ext uri="{0D108BD9-81ED-4DB2-BD59-A6C34878D82A}">
                    <a16:rowId xmlns:a16="http://schemas.microsoft.com/office/drawing/2014/main" val="1470007307"/>
                  </a:ext>
                </a:extLst>
              </a:tr>
              <a:tr h="415698">
                <a:tc>
                  <a:txBody>
                    <a:bodyPr/>
                    <a:lstStyle/>
                    <a:p>
                      <a:pPr algn="l" fontAlgn="b"/>
                      <a:r>
                        <a:rPr lang="en-US" sz="1400" u="none" strike="noStrike" dirty="0">
                          <a:effectLst/>
                        </a:rPr>
                        <a:t>DAMBRK/SMPDBK</a:t>
                      </a:r>
                      <a:endParaRPr lang="en-US" sz="1400" b="0" i="0" u="none" strike="noStrike" dirty="0">
                        <a:effectLst/>
                        <a:latin typeface="Calibri" panose="020F0502020204030204" pitchFamily="34" charset="0"/>
                      </a:endParaRPr>
                    </a:p>
                  </a:txBody>
                  <a:tcPr marL="9525" marR="9525" marT="9525" marB="0"/>
                </a:tc>
                <a:tc>
                  <a:txBody>
                    <a:bodyPr/>
                    <a:lstStyle/>
                    <a:p>
                      <a:pPr algn="l" fontAlgn="b"/>
                      <a:r>
                        <a:rPr lang="en-US" sz="1400" u="none" strike="noStrike">
                          <a:effectLst/>
                        </a:rPr>
                        <a:t>Fread (1984); Wetmore &amp; Fread (1991)</a:t>
                      </a:r>
                      <a:endParaRPr lang="en-US" sz="1400" b="0" i="0" u="none" strike="noStrike">
                        <a:effectLst/>
                        <a:latin typeface="Calibri" panose="020F0502020204030204" pitchFamily="34" charset="0"/>
                      </a:endParaRPr>
                    </a:p>
                  </a:txBody>
                  <a:tcPr marL="9525" marR="9525" marT="9525" marB="0"/>
                </a:tc>
                <a:tc>
                  <a:txBody>
                    <a:bodyPr/>
                    <a:lstStyle/>
                    <a:p>
                      <a:pPr algn="l" fontAlgn="b"/>
                      <a:r>
                        <a:rPr lang="en-US" sz="1400" b="0" i="0" u="none" strike="noStrike" dirty="0">
                          <a:effectLst/>
                          <a:latin typeface="Calibri" panose="020F0502020204030204" pitchFamily="34" charset="0"/>
                        </a:rPr>
                        <a:t>Designed for dam-break floods from failed reservoir; models flood peak elevation, travel time using flow routing algorithm</a:t>
                      </a:r>
                    </a:p>
                  </a:txBody>
                  <a:tcPr marL="9525" marR="9525" marT="9525" marB="0"/>
                </a:tc>
                <a:tc>
                  <a:txBody>
                    <a:bodyPr/>
                    <a:lstStyle/>
                    <a:p>
                      <a:pPr algn="l" fontAlgn="b"/>
                      <a:r>
                        <a:rPr lang="en-US" sz="1400" b="0" i="0" u="none" strike="noStrike" dirty="0">
                          <a:effectLst/>
                          <a:latin typeface="Calibri" panose="020F0502020204030204" pitchFamily="34" charset="0"/>
                        </a:rPr>
                        <a:t>Free, open-source, unclear if still supported</a:t>
                      </a:r>
                    </a:p>
                  </a:txBody>
                  <a:tcPr marL="9525" marR="9525" marT="9525" marB="0"/>
                </a:tc>
                <a:tc>
                  <a:txBody>
                    <a:bodyPr/>
                    <a:lstStyle/>
                    <a:p>
                      <a:pPr algn="l" fontAlgn="b"/>
                      <a:r>
                        <a:rPr lang="en-US" sz="1400" u="none" strike="noStrike">
                          <a:effectLst/>
                        </a:rPr>
                        <a:t>2</a:t>
                      </a:r>
                      <a:endParaRPr lang="en-US" sz="1400" b="0" i="0" u="none" strike="noStrike">
                        <a:effectLst/>
                        <a:latin typeface="Calibri" panose="020F0502020204030204" pitchFamily="34" charset="0"/>
                      </a:endParaRPr>
                    </a:p>
                  </a:txBody>
                  <a:tcPr marL="9525" marR="9525" marT="9525" marB="0"/>
                </a:tc>
                <a:tc>
                  <a:txBody>
                    <a:bodyPr/>
                    <a:lstStyle/>
                    <a:p>
                      <a:pPr algn="l" fontAlgn="b"/>
                      <a:r>
                        <a:rPr lang="en-US" sz="1400" b="0" i="0" u="none" strike="noStrike" dirty="0">
                          <a:effectLst/>
                          <a:latin typeface="Calibri" panose="020F0502020204030204" pitchFamily="34" charset="0"/>
                        </a:rPr>
                        <a:t>0.9</a:t>
                      </a:r>
                    </a:p>
                  </a:txBody>
                  <a:tcPr marL="9525" marR="9525" marT="9525" marB="0"/>
                </a:tc>
                <a:extLst>
                  <a:ext uri="{0D108BD9-81ED-4DB2-BD59-A6C34878D82A}">
                    <a16:rowId xmlns:a16="http://schemas.microsoft.com/office/drawing/2014/main" val="1174075985"/>
                  </a:ext>
                </a:extLst>
              </a:tr>
              <a:tr h="415698">
                <a:tc>
                  <a:txBody>
                    <a:bodyPr/>
                    <a:lstStyle/>
                    <a:p>
                      <a:pPr algn="l" fontAlgn="b"/>
                      <a:r>
                        <a:rPr lang="en-US" sz="1400" u="none" strike="noStrike" dirty="0">
                          <a:effectLst/>
                        </a:rPr>
                        <a:t>HYDRAUX (USGS)</a:t>
                      </a:r>
                      <a:endParaRPr lang="en-US" sz="1400" b="0" i="0" u="none" strike="noStrike" dirty="0">
                        <a:effectLst/>
                        <a:latin typeface="Calibri" panose="020F0502020204030204" pitchFamily="34" charset="0"/>
                      </a:endParaRPr>
                    </a:p>
                  </a:txBody>
                  <a:tcPr marL="9525" marR="9525" marT="9525" marB="0"/>
                </a:tc>
                <a:tc>
                  <a:txBody>
                    <a:bodyPr/>
                    <a:lstStyle/>
                    <a:p>
                      <a:pPr algn="l" fontAlgn="b"/>
                      <a:r>
                        <a:rPr lang="en-US" sz="1400" u="none" strike="noStrike">
                          <a:effectLst/>
                        </a:rPr>
                        <a:t>Hansen (1987); DeLong &amp; Schoellhamer (1989)</a:t>
                      </a:r>
                      <a:endParaRPr lang="en-US" sz="1400" b="0" i="0" u="none" strike="noStrike">
                        <a:effectLst/>
                        <a:latin typeface="Calibri" panose="020F0502020204030204" pitchFamily="34" charset="0"/>
                      </a:endParaRPr>
                    </a:p>
                  </a:txBody>
                  <a:tcPr marL="9525" marR="9525" marT="9525" marB="0"/>
                </a:tc>
                <a:tc>
                  <a:txBody>
                    <a:bodyPr/>
                    <a:lstStyle/>
                    <a:p>
                      <a:pPr algn="l" fontAlgn="b"/>
                      <a:r>
                        <a:rPr lang="en-US" sz="1400" b="0" i="0" u="none" strike="noStrike" dirty="0">
                          <a:effectLst/>
                          <a:latin typeface="Calibri" panose="020F0502020204030204" pitchFamily="34" charset="0"/>
                        </a:rPr>
                        <a:t>1D shallow water geophysical flow model</a:t>
                      </a:r>
                    </a:p>
                  </a:txBody>
                  <a:tcPr marL="9525" marR="9525" marT="9525" marB="0"/>
                </a:tc>
                <a:tc>
                  <a:txBody>
                    <a:bodyPr/>
                    <a:lstStyle/>
                    <a:p>
                      <a:pPr algn="l" fontAlgn="b"/>
                      <a:r>
                        <a:rPr lang="en-US" sz="1400" b="0" i="0" u="none" strike="noStrike" dirty="0">
                          <a:effectLst/>
                          <a:latin typeface="Calibri" panose="020F0502020204030204" pitchFamily="34" charset="0"/>
                        </a:rPr>
                        <a:t>FORTRAN, open-source, no longer available/supported</a:t>
                      </a:r>
                    </a:p>
                  </a:txBody>
                  <a:tcPr marL="9525" marR="9525" marT="9525" marB="0"/>
                </a:tc>
                <a:tc>
                  <a:txBody>
                    <a:bodyPr/>
                    <a:lstStyle/>
                    <a:p>
                      <a:pPr algn="l" fontAlgn="b"/>
                      <a:r>
                        <a:rPr lang="en-US" sz="1400" u="none" strike="noStrike">
                          <a:effectLst/>
                        </a:rPr>
                        <a:t>2</a:t>
                      </a:r>
                      <a:endParaRPr lang="en-US" sz="1400" b="0" i="0" u="none" strike="noStrike">
                        <a:effectLst/>
                        <a:latin typeface="Calibri" panose="020F0502020204030204" pitchFamily="34" charset="0"/>
                      </a:endParaRPr>
                    </a:p>
                  </a:txBody>
                  <a:tcPr marL="9525" marR="9525" marT="9525" marB="0"/>
                </a:tc>
                <a:tc>
                  <a:txBody>
                    <a:bodyPr/>
                    <a:lstStyle/>
                    <a:p>
                      <a:pPr algn="l" fontAlgn="b"/>
                      <a:r>
                        <a:rPr lang="en-US" sz="1400" b="0" i="0" u="none" strike="noStrike" dirty="0">
                          <a:effectLst/>
                          <a:latin typeface="Calibri" panose="020F0502020204030204" pitchFamily="34" charset="0"/>
                        </a:rPr>
                        <a:t>0.9</a:t>
                      </a:r>
                    </a:p>
                  </a:txBody>
                  <a:tcPr marL="9525" marR="9525" marT="9525" marB="0"/>
                </a:tc>
                <a:extLst>
                  <a:ext uri="{0D108BD9-81ED-4DB2-BD59-A6C34878D82A}">
                    <a16:rowId xmlns:a16="http://schemas.microsoft.com/office/drawing/2014/main" val="2867946078"/>
                  </a:ext>
                </a:extLst>
              </a:tr>
              <a:tr h="415698">
                <a:tc>
                  <a:txBody>
                    <a:bodyPr/>
                    <a:lstStyle/>
                    <a:p>
                      <a:pPr algn="l" fontAlgn="b"/>
                      <a:r>
                        <a:rPr lang="en-US" sz="1400" u="none" strike="noStrike" dirty="0" err="1">
                          <a:effectLst/>
                        </a:rPr>
                        <a:t>VolcFlow</a:t>
                      </a:r>
                      <a:endParaRPr lang="en-US" sz="1400" b="0" i="0" u="none" strike="noStrike" dirty="0">
                        <a:effectLst/>
                        <a:latin typeface="Calibri" panose="020F0502020204030204" pitchFamily="34" charset="0"/>
                      </a:endParaRPr>
                    </a:p>
                  </a:txBody>
                  <a:tcPr marL="9525" marR="9525" marT="9525" marB="0"/>
                </a:tc>
                <a:tc>
                  <a:txBody>
                    <a:bodyPr/>
                    <a:lstStyle/>
                    <a:p>
                      <a:pPr algn="l" fontAlgn="b"/>
                      <a:r>
                        <a:rPr lang="en-US" sz="1400" u="none" strike="noStrike" dirty="0" err="1">
                          <a:effectLst/>
                        </a:rPr>
                        <a:t>Kelfoun</a:t>
                      </a:r>
                      <a:r>
                        <a:rPr lang="en-US" sz="1400" u="none" strike="noStrike" dirty="0">
                          <a:effectLst/>
                        </a:rPr>
                        <a:t> &amp; Druitt (2005)</a:t>
                      </a:r>
                      <a:endParaRPr lang="en-US" sz="1400" b="0" i="0" u="none" strike="noStrike" dirty="0">
                        <a:effectLst/>
                        <a:latin typeface="Calibri" panose="020F0502020204030204" pitchFamily="34" charset="0"/>
                      </a:endParaRPr>
                    </a:p>
                  </a:txBody>
                  <a:tcPr marL="9525" marR="9525" marT="9525" marB="0"/>
                </a:tc>
                <a:tc>
                  <a:txBody>
                    <a:bodyPr/>
                    <a:lstStyle/>
                    <a:p>
                      <a:pPr algn="l" fontAlgn="b"/>
                      <a:r>
                        <a:rPr lang="en-US" sz="1400" b="0" i="0" u="none" strike="noStrike" dirty="0">
                          <a:effectLst/>
                          <a:latin typeface="Calibri" panose="020F0502020204030204" pitchFamily="34" charset="0"/>
                        </a:rPr>
                        <a:t>Geophysical mass flow model developed for granular flows but with multiple rheology options for lahars, one-fluid and two-fluid options</a:t>
                      </a:r>
                    </a:p>
                  </a:txBody>
                  <a:tcPr marL="9525" marR="9525" marT="9525" marB="0"/>
                </a:tc>
                <a:tc>
                  <a:txBody>
                    <a:bodyPr/>
                    <a:lstStyle/>
                    <a:p>
                      <a:pPr algn="l" fontAlgn="b"/>
                      <a:r>
                        <a:rPr lang="en-US" sz="1400" b="0" i="0" u="none" strike="noStrike" dirty="0">
                          <a:effectLst/>
                          <a:latin typeface="Calibri" panose="020F0502020204030204" pitchFamily="34" charset="0"/>
                        </a:rPr>
                        <a:t>Free, open-source but requires </a:t>
                      </a:r>
                      <a:r>
                        <a:rPr lang="en-US" sz="1400" b="0" i="0" u="none" strike="noStrike" dirty="0" err="1">
                          <a:effectLst/>
                          <a:latin typeface="Calibri" panose="020F0502020204030204" pitchFamily="34" charset="0"/>
                        </a:rPr>
                        <a:t>Matlab</a:t>
                      </a:r>
                      <a:endParaRPr lang="en-US" sz="1400" b="0" i="0" u="none" strike="noStrike" dirty="0">
                        <a:effectLst/>
                        <a:latin typeface="Calibri" panose="020F0502020204030204" pitchFamily="34" charset="0"/>
                      </a:endParaRPr>
                    </a:p>
                  </a:txBody>
                  <a:tcPr marL="9525" marR="9525" marT="9525" marB="0"/>
                </a:tc>
                <a:tc>
                  <a:txBody>
                    <a:bodyPr/>
                    <a:lstStyle/>
                    <a:p>
                      <a:pPr algn="l" fontAlgn="b"/>
                      <a:r>
                        <a:rPr lang="en-US" sz="1400" u="none" strike="noStrike" dirty="0">
                          <a:effectLst/>
                        </a:rPr>
                        <a:t>2</a:t>
                      </a:r>
                      <a:endParaRPr lang="en-US" sz="1400" b="0" i="0" u="none" strike="noStrike" dirty="0">
                        <a:effectLst/>
                        <a:latin typeface="Calibri" panose="020F0502020204030204" pitchFamily="34" charset="0"/>
                      </a:endParaRPr>
                    </a:p>
                  </a:txBody>
                  <a:tcPr marL="9525" marR="9525" marT="9525" marB="0"/>
                </a:tc>
                <a:tc>
                  <a:txBody>
                    <a:bodyPr/>
                    <a:lstStyle/>
                    <a:p>
                      <a:pPr algn="l" fontAlgn="b"/>
                      <a:r>
                        <a:rPr lang="en-US" sz="1400" b="0" i="0" u="none" strike="noStrike" dirty="0">
                          <a:effectLst/>
                          <a:latin typeface="Calibri" panose="020F0502020204030204" pitchFamily="34" charset="0"/>
                        </a:rPr>
                        <a:t>0.9</a:t>
                      </a:r>
                    </a:p>
                  </a:txBody>
                  <a:tcPr marL="9525" marR="9525" marT="9525" marB="0"/>
                </a:tc>
                <a:extLst>
                  <a:ext uri="{0D108BD9-81ED-4DB2-BD59-A6C34878D82A}">
                    <a16:rowId xmlns:a16="http://schemas.microsoft.com/office/drawing/2014/main" val="3857297535"/>
                  </a:ext>
                </a:extLst>
              </a:tr>
              <a:tr h="415698">
                <a:tc>
                  <a:txBody>
                    <a:bodyPr/>
                    <a:lstStyle/>
                    <a:p>
                      <a:pPr algn="l" fontAlgn="b"/>
                      <a:r>
                        <a:rPr lang="en-US" sz="1400" u="none" strike="noStrike" dirty="0">
                          <a:effectLst/>
                        </a:rPr>
                        <a:t>Unnamed cost-distance model</a:t>
                      </a:r>
                      <a:endParaRPr lang="en-US" sz="1400" b="0" i="0" u="none" strike="noStrike" dirty="0">
                        <a:effectLst/>
                        <a:latin typeface="Calibri" panose="020F0502020204030204" pitchFamily="34" charset="0"/>
                      </a:endParaRPr>
                    </a:p>
                  </a:txBody>
                  <a:tcPr marL="9525" marR="9525" marT="9525" marB="0"/>
                </a:tc>
                <a:tc>
                  <a:txBody>
                    <a:bodyPr/>
                    <a:lstStyle/>
                    <a:p>
                      <a:pPr algn="l" fontAlgn="b"/>
                      <a:r>
                        <a:rPr lang="en-US" sz="1400" u="none" strike="noStrike">
                          <a:effectLst/>
                        </a:rPr>
                        <a:t>Barrantes Castillo &amp; Malavassi Rojas (2015)</a:t>
                      </a:r>
                      <a:endParaRPr lang="en-US" sz="1400" b="0" i="0" u="none" strike="noStrike">
                        <a:effectLst/>
                        <a:latin typeface="Calibri" panose="020F0502020204030204" pitchFamily="34" charset="0"/>
                      </a:endParaRPr>
                    </a:p>
                  </a:txBody>
                  <a:tcPr marL="9525" marR="9525" marT="9525" marB="0"/>
                </a:tc>
                <a:tc>
                  <a:txBody>
                    <a:bodyPr/>
                    <a:lstStyle/>
                    <a:p>
                      <a:pPr algn="l" fontAlgn="b"/>
                      <a:r>
                        <a:rPr lang="en-US" sz="1400" b="0" i="0" u="none" strike="noStrike" dirty="0">
                          <a:effectLst/>
                          <a:latin typeface="Calibri" panose="020F0502020204030204" pitchFamily="34" charset="0"/>
                        </a:rPr>
                        <a:t>GIS-based cost-distance model that determines potential flow paths</a:t>
                      </a:r>
                    </a:p>
                  </a:txBody>
                  <a:tcPr marL="9525" marR="9525" marT="9525" marB="0"/>
                </a:tc>
                <a:tc>
                  <a:txBody>
                    <a:bodyPr/>
                    <a:lstStyle/>
                    <a:p>
                      <a:pPr algn="l" fontAlgn="b"/>
                      <a:r>
                        <a:rPr lang="en-US" sz="1400" b="0" i="0" u="none" strike="noStrike" dirty="0">
                          <a:effectLst/>
                          <a:latin typeface="Calibri" panose="020F0502020204030204" pitchFamily="34" charset="0"/>
                        </a:rPr>
                        <a:t>Not available, but could implement method in any GIS</a:t>
                      </a:r>
                    </a:p>
                  </a:txBody>
                  <a:tcPr marL="9525" marR="9525" marT="9525" marB="0"/>
                </a:tc>
                <a:tc>
                  <a:txBody>
                    <a:bodyPr/>
                    <a:lstStyle/>
                    <a:p>
                      <a:pPr algn="l" fontAlgn="b"/>
                      <a:r>
                        <a:rPr lang="en-US" sz="1400" u="none" strike="noStrike">
                          <a:effectLst/>
                        </a:rPr>
                        <a:t>1</a:t>
                      </a:r>
                      <a:endParaRPr lang="en-US" sz="1400" b="0" i="0" u="none" strike="noStrike">
                        <a:effectLst/>
                        <a:latin typeface="Calibri" panose="020F0502020204030204" pitchFamily="34" charset="0"/>
                      </a:endParaRPr>
                    </a:p>
                  </a:txBody>
                  <a:tcPr marL="9525" marR="9525" marT="9525" marB="0"/>
                </a:tc>
                <a:tc>
                  <a:txBody>
                    <a:bodyPr/>
                    <a:lstStyle/>
                    <a:p>
                      <a:pPr algn="l" fontAlgn="b"/>
                      <a:r>
                        <a:rPr lang="en-US" sz="1400" u="none" strike="noStrike" dirty="0">
                          <a:effectLst/>
                        </a:rPr>
                        <a:t>0.48</a:t>
                      </a:r>
                      <a:endParaRPr lang="en-US" sz="1400" b="0" i="0" u="none" strike="noStrike" dirty="0">
                        <a:effectLst/>
                        <a:latin typeface="Calibri" panose="020F0502020204030204" pitchFamily="34" charset="0"/>
                      </a:endParaRPr>
                    </a:p>
                  </a:txBody>
                  <a:tcPr marL="9525" marR="9525" marT="9525" marB="0"/>
                </a:tc>
                <a:extLst>
                  <a:ext uri="{0D108BD9-81ED-4DB2-BD59-A6C34878D82A}">
                    <a16:rowId xmlns:a16="http://schemas.microsoft.com/office/drawing/2014/main" val="1003865874"/>
                  </a:ext>
                </a:extLst>
              </a:tr>
              <a:tr h="415698">
                <a:tc>
                  <a:txBody>
                    <a:bodyPr/>
                    <a:lstStyle/>
                    <a:p>
                      <a:pPr algn="l" fontAlgn="b"/>
                      <a:r>
                        <a:rPr lang="en-US" sz="1400" u="none" strike="noStrike" dirty="0">
                          <a:effectLst/>
                        </a:rPr>
                        <a:t>Unnamed lahar model</a:t>
                      </a:r>
                      <a:endParaRPr lang="en-US" sz="1400" b="0" i="0" u="none" strike="noStrike" dirty="0">
                        <a:effectLst/>
                        <a:latin typeface="Calibri" panose="020F0502020204030204" pitchFamily="34" charset="0"/>
                      </a:endParaRPr>
                    </a:p>
                  </a:txBody>
                  <a:tcPr marL="9525" marR="9525" marT="9525" marB="0"/>
                </a:tc>
                <a:tc>
                  <a:txBody>
                    <a:bodyPr/>
                    <a:lstStyle/>
                    <a:p>
                      <a:pPr algn="l" fontAlgn="b"/>
                      <a:r>
                        <a:rPr lang="en-US" sz="1400" u="none" strike="noStrike">
                          <a:effectLst/>
                        </a:rPr>
                        <a:t>Miyamoto &amp; Ito (2003)</a:t>
                      </a:r>
                      <a:endParaRPr lang="en-US" sz="1400" b="0" i="0" u="none" strike="noStrike">
                        <a:effectLst/>
                        <a:latin typeface="Calibri" panose="020F0502020204030204" pitchFamily="34" charset="0"/>
                      </a:endParaRPr>
                    </a:p>
                  </a:txBody>
                  <a:tcPr marL="9525" marR="9525" marT="9525" marB="0"/>
                </a:tc>
                <a:tc>
                  <a:txBody>
                    <a:bodyPr/>
                    <a:lstStyle/>
                    <a:p>
                      <a:pPr algn="l" fontAlgn="b"/>
                      <a:r>
                        <a:rPr lang="en-US" sz="1400" b="0" i="0" u="none" strike="noStrike" dirty="0">
                          <a:effectLst/>
                          <a:latin typeface="Calibri" panose="020F0502020204030204" pitchFamily="34" charset="0"/>
                        </a:rPr>
                        <a:t>?</a:t>
                      </a:r>
                    </a:p>
                  </a:txBody>
                  <a:tcPr marL="9525" marR="9525" marT="9525" marB="0"/>
                </a:tc>
                <a:tc>
                  <a:txBody>
                    <a:bodyPr/>
                    <a:lstStyle/>
                    <a:p>
                      <a:pPr algn="l" fontAlgn="b"/>
                      <a:r>
                        <a:rPr lang="en-US" sz="1400" b="0" i="0" u="none" strike="noStrike" dirty="0">
                          <a:effectLst/>
                          <a:latin typeface="Calibri" panose="020F0502020204030204" pitchFamily="34" charset="0"/>
                        </a:rPr>
                        <a:t>?</a:t>
                      </a:r>
                    </a:p>
                  </a:txBody>
                  <a:tcPr marL="9525" marR="9525" marT="9525" marB="0"/>
                </a:tc>
                <a:tc>
                  <a:txBody>
                    <a:bodyPr/>
                    <a:lstStyle/>
                    <a:p>
                      <a:pPr algn="l" fontAlgn="b"/>
                      <a:r>
                        <a:rPr lang="en-US" sz="1400" u="none" strike="noStrike">
                          <a:effectLst/>
                        </a:rPr>
                        <a:t>1</a:t>
                      </a:r>
                      <a:endParaRPr lang="en-US" sz="1400" b="0" i="0" u="none" strike="noStrike">
                        <a:effectLst/>
                        <a:latin typeface="Calibri" panose="020F0502020204030204" pitchFamily="34" charset="0"/>
                      </a:endParaRPr>
                    </a:p>
                  </a:txBody>
                  <a:tcPr marL="9525" marR="9525" marT="9525" marB="0"/>
                </a:tc>
                <a:tc>
                  <a:txBody>
                    <a:bodyPr/>
                    <a:lstStyle/>
                    <a:p>
                      <a:pPr algn="l" fontAlgn="b"/>
                      <a:r>
                        <a:rPr lang="en-US" sz="1400" u="none" strike="noStrike" dirty="0">
                          <a:effectLst/>
                        </a:rPr>
                        <a:t>0.48</a:t>
                      </a:r>
                      <a:endParaRPr lang="en-US" sz="1400" b="0" i="0" u="none" strike="noStrike" dirty="0">
                        <a:effectLst/>
                        <a:latin typeface="Calibri" panose="020F0502020204030204" pitchFamily="34" charset="0"/>
                      </a:endParaRPr>
                    </a:p>
                  </a:txBody>
                  <a:tcPr marL="9525" marR="9525" marT="9525" marB="0"/>
                </a:tc>
                <a:extLst>
                  <a:ext uri="{0D108BD9-81ED-4DB2-BD59-A6C34878D82A}">
                    <a16:rowId xmlns:a16="http://schemas.microsoft.com/office/drawing/2014/main" val="1908326832"/>
                  </a:ext>
                </a:extLst>
              </a:tr>
              <a:tr h="415698">
                <a:tc>
                  <a:txBody>
                    <a:bodyPr/>
                    <a:lstStyle/>
                    <a:p>
                      <a:pPr algn="l" fontAlgn="b"/>
                      <a:r>
                        <a:rPr lang="en-US" sz="1400" u="none" strike="noStrike" dirty="0">
                          <a:effectLst/>
                        </a:rPr>
                        <a:t>Unnamed lahar travel time model</a:t>
                      </a:r>
                      <a:endParaRPr lang="en-US" sz="1400" b="0" i="0" u="none" strike="noStrike" dirty="0">
                        <a:effectLst/>
                        <a:latin typeface="Calibri" panose="020F0502020204030204" pitchFamily="34" charset="0"/>
                      </a:endParaRPr>
                    </a:p>
                  </a:txBody>
                  <a:tcPr marL="9525" marR="9525" marT="9525" marB="0"/>
                </a:tc>
                <a:tc>
                  <a:txBody>
                    <a:bodyPr/>
                    <a:lstStyle/>
                    <a:p>
                      <a:pPr algn="l" fontAlgn="b"/>
                      <a:r>
                        <a:rPr lang="en-US" sz="1400" u="none" strike="noStrike">
                          <a:effectLst/>
                        </a:rPr>
                        <a:t>Pierson (1998)</a:t>
                      </a:r>
                      <a:endParaRPr lang="en-US" sz="1400" b="0" i="0" u="none" strike="noStrike">
                        <a:effectLst/>
                        <a:latin typeface="Calibri" panose="020F0502020204030204" pitchFamily="34" charset="0"/>
                      </a:endParaRPr>
                    </a:p>
                  </a:txBody>
                  <a:tcPr marL="9525" marR="9525" marT="9525" marB="0"/>
                </a:tc>
                <a:tc>
                  <a:txBody>
                    <a:bodyPr/>
                    <a:lstStyle/>
                    <a:p>
                      <a:pPr algn="l" fontAlgn="b"/>
                      <a:r>
                        <a:rPr lang="en-US" sz="1400" b="0" i="0" u="none" strike="noStrike" dirty="0">
                          <a:effectLst/>
                          <a:latin typeface="Calibri" panose="020F0502020204030204" pitchFamily="34" charset="0"/>
                        </a:rPr>
                        <a:t>Empirical lahar travel time model, does not model inundation</a:t>
                      </a:r>
                    </a:p>
                  </a:txBody>
                  <a:tcPr marL="9525" marR="9525" marT="9525" marB="0"/>
                </a:tc>
                <a:tc>
                  <a:txBody>
                    <a:bodyPr/>
                    <a:lstStyle/>
                    <a:p>
                      <a:pPr algn="l" fontAlgn="b"/>
                      <a:r>
                        <a:rPr lang="en-US" sz="1400" b="0" i="0" u="none" strike="noStrike" dirty="0">
                          <a:effectLst/>
                          <a:latin typeface="Calibri" panose="020F0502020204030204" pitchFamily="34" charset="0"/>
                        </a:rPr>
                        <a:t>Equations relating flow volume, distance, and time available</a:t>
                      </a:r>
                    </a:p>
                  </a:txBody>
                  <a:tcPr marL="9525" marR="9525" marT="9525" marB="0"/>
                </a:tc>
                <a:tc>
                  <a:txBody>
                    <a:bodyPr/>
                    <a:lstStyle/>
                    <a:p>
                      <a:pPr algn="l" fontAlgn="b"/>
                      <a:r>
                        <a:rPr lang="en-US" sz="1400" u="none" strike="noStrike">
                          <a:effectLst/>
                        </a:rPr>
                        <a:t>1</a:t>
                      </a:r>
                      <a:endParaRPr lang="en-US" sz="1400" b="0" i="0" u="none" strike="noStrike">
                        <a:effectLst/>
                        <a:latin typeface="Calibri" panose="020F0502020204030204" pitchFamily="34" charset="0"/>
                      </a:endParaRPr>
                    </a:p>
                  </a:txBody>
                  <a:tcPr marL="9525" marR="9525" marT="9525" marB="0"/>
                </a:tc>
                <a:tc>
                  <a:txBody>
                    <a:bodyPr/>
                    <a:lstStyle/>
                    <a:p>
                      <a:pPr algn="l" fontAlgn="b"/>
                      <a:r>
                        <a:rPr lang="en-US" sz="1400" u="none" strike="noStrike" dirty="0">
                          <a:effectLst/>
                        </a:rPr>
                        <a:t>00.48</a:t>
                      </a:r>
                      <a:endParaRPr lang="en-US" sz="1400" b="0" i="0" u="none" strike="noStrike" dirty="0">
                        <a:effectLst/>
                        <a:latin typeface="Calibri" panose="020F0502020204030204" pitchFamily="34" charset="0"/>
                      </a:endParaRPr>
                    </a:p>
                  </a:txBody>
                  <a:tcPr marL="9525" marR="9525" marT="9525" marB="0"/>
                </a:tc>
                <a:extLst>
                  <a:ext uri="{0D108BD9-81ED-4DB2-BD59-A6C34878D82A}">
                    <a16:rowId xmlns:a16="http://schemas.microsoft.com/office/drawing/2014/main" val="3581391729"/>
                  </a:ext>
                </a:extLst>
              </a:tr>
              <a:tr h="415698">
                <a:tc>
                  <a:txBody>
                    <a:bodyPr/>
                    <a:lstStyle/>
                    <a:p>
                      <a:pPr algn="l" fontAlgn="b"/>
                      <a:r>
                        <a:rPr lang="en-US" sz="1400" u="none" strike="noStrike" dirty="0">
                          <a:effectLst/>
                        </a:rPr>
                        <a:t>Unnamed mass flow model</a:t>
                      </a:r>
                      <a:endParaRPr lang="en-US" sz="1400" b="0" i="0" u="none" strike="noStrike" dirty="0">
                        <a:effectLst/>
                        <a:latin typeface="Calibri" panose="020F0502020204030204" pitchFamily="34" charset="0"/>
                      </a:endParaRPr>
                    </a:p>
                  </a:txBody>
                  <a:tcPr marL="9525" marR="9525" marT="9525" marB="0"/>
                </a:tc>
                <a:tc>
                  <a:txBody>
                    <a:bodyPr/>
                    <a:lstStyle/>
                    <a:p>
                      <a:pPr algn="l" fontAlgn="b"/>
                      <a:r>
                        <a:rPr lang="en-US" sz="1400" u="none" strike="noStrike">
                          <a:effectLst/>
                        </a:rPr>
                        <a:t>Mastrolorenzo &amp; Pappalardo (2010)</a:t>
                      </a:r>
                      <a:endParaRPr lang="en-US" sz="1400" b="0" i="0" u="none" strike="noStrike">
                        <a:effectLst/>
                        <a:latin typeface="Calibri" panose="020F0502020204030204" pitchFamily="34" charset="0"/>
                      </a:endParaRPr>
                    </a:p>
                  </a:txBody>
                  <a:tcPr marL="9525" marR="9525" marT="9525"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0" i="0" u="none" strike="noStrike" dirty="0">
                          <a:effectLst/>
                          <a:latin typeface="Calibri" panose="020F0502020204030204" pitchFamily="34" charset="0"/>
                        </a:rPr>
                        <a:t>Geophysical mass flow model developed for granular flows but with multiple rheology options for lahars</a:t>
                      </a:r>
                    </a:p>
                  </a:txBody>
                  <a:tcPr marL="9525" marR="9525" marT="9525" marB="0"/>
                </a:tc>
                <a:tc>
                  <a:txBody>
                    <a:bodyPr/>
                    <a:lstStyle/>
                    <a:p>
                      <a:pPr algn="l" fontAlgn="b"/>
                      <a:r>
                        <a:rPr lang="en-US" sz="1400" b="0" i="0" u="none" strike="noStrike" dirty="0">
                          <a:effectLst/>
                          <a:latin typeface="Calibri" panose="020F0502020204030204" pitchFamily="34" charset="0"/>
                        </a:rPr>
                        <a:t>Not available</a:t>
                      </a:r>
                    </a:p>
                  </a:txBody>
                  <a:tcPr marL="9525" marR="9525" marT="9525" marB="0"/>
                </a:tc>
                <a:tc>
                  <a:txBody>
                    <a:bodyPr/>
                    <a:lstStyle/>
                    <a:p>
                      <a:pPr algn="l" fontAlgn="b"/>
                      <a:r>
                        <a:rPr lang="en-US" sz="1400" u="none" strike="noStrike">
                          <a:effectLst/>
                        </a:rPr>
                        <a:t>1</a:t>
                      </a:r>
                      <a:endParaRPr lang="en-US" sz="1400" b="0" i="0" u="none" strike="noStrike">
                        <a:effectLst/>
                        <a:latin typeface="Calibri" panose="020F0502020204030204" pitchFamily="34" charset="0"/>
                      </a:endParaRPr>
                    </a:p>
                  </a:txBody>
                  <a:tcPr marL="9525" marR="9525" marT="9525" marB="0"/>
                </a:tc>
                <a:tc>
                  <a:txBody>
                    <a:bodyPr/>
                    <a:lstStyle/>
                    <a:p>
                      <a:pPr algn="l" fontAlgn="b"/>
                      <a:r>
                        <a:rPr lang="en-US" sz="1400" u="none" strike="noStrike" dirty="0">
                          <a:effectLst/>
                        </a:rPr>
                        <a:t>0.48</a:t>
                      </a:r>
                      <a:endParaRPr lang="en-US" sz="1400" b="0" i="0" u="none" strike="noStrike" dirty="0">
                        <a:effectLst/>
                        <a:latin typeface="Calibri" panose="020F0502020204030204" pitchFamily="34" charset="0"/>
                      </a:endParaRPr>
                    </a:p>
                  </a:txBody>
                  <a:tcPr marL="9525" marR="9525" marT="9525" marB="0"/>
                </a:tc>
                <a:extLst>
                  <a:ext uri="{0D108BD9-81ED-4DB2-BD59-A6C34878D82A}">
                    <a16:rowId xmlns:a16="http://schemas.microsoft.com/office/drawing/2014/main" val="1325802302"/>
                  </a:ext>
                </a:extLst>
              </a:tr>
            </a:tbl>
          </a:graphicData>
        </a:graphic>
      </p:graphicFrame>
      <p:grpSp>
        <p:nvGrpSpPr>
          <p:cNvPr id="2" name="Group 1">
            <a:extLst>
              <a:ext uri="{FF2B5EF4-FFF2-40B4-BE49-F238E27FC236}">
                <a16:creationId xmlns:a16="http://schemas.microsoft.com/office/drawing/2014/main" id="{6D57E0B7-3B61-AC48-E811-EC26E8F97732}"/>
              </a:ext>
            </a:extLst>
          </p:cNvPr>
          <p:cNvGrpSpPr/>
          <p:nvPr/>
        </p:nvGrpSpPr>
        <p:grpSpPr>
          <a:xfrm>
            <a:off x="0" y="6362366"/>
            <a:ext cx="12301844" cy="640080"/>
            <a:chOff x="0" y="6361501"/>
            <a:chExt cx="12301844" cy="640080"/>
          </a:xfrm>
        </p:grpSpPr>
        <p:sp>
          <p:nvSpPr>
            <p:cNvPr id="3" name="Rectangle 2">
              <a:extLst>
                <a:ext uri="{FF2B5EF4-FFF2-40B4-BE49-F238E27FC236}">
                  <a16:creationId xmlns:a16="http://schemas.microsoft.com/office/drawing/2014/main" id="{1B3617BB-D853-1D27-E2AE-DE7ED8F29865}"/>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4" name="Group 3">
              <a:extLst>
                <a:ext uri="{FF2B5EF4-FFF2-40B4-BE49-F238E27FC236}">
                  <a16:creationId xmlns:a16="http://schemas.microsoft.com/office/drawing/2014/main" id="{9FA56474-17F4-85EC-D4BA-151503F83EBB}"/>
                </a:ext>
              </a:extLst>
            </p:cNvPr>
            <p:cNvGrpSpPr/>
            <p:nvPr/>
          </p:nvGrpSpPr>
          <p:grpSpPr>
            <a:xfrm>
              <a:off x="2" y="6361501"/>
              <a:ext cx="12301842" cy="640080"/>
              <a:chOff x="2" y="6361501"/>
              <a:chExt cx="12301842" cy="640080"/>
            </a:xfrm>
          </p:grpSpPr>
          <p:pic>
            <p:nvPicPr>
              <p:cNvPr id="5" name="Picture 4" descr="USGS.png">
                <a:extLst>
                  <a:ext uri="{FF2B5EF4-FFF2-40B4-BE49-F238E27FC236}">
                    <a16:creationId xmlns:a16="http://schemas.microsoft.com/office/drawing/2014/main" id="{CB71E137-A47F-D0AD-ABBF-3201D8634D3D}"/>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6" name="Picture 5" descr="Horizontal_CMYK_600.tif">
                <a:extLst>
                  <a:ext uri="{FF2B5EF4-FFF2-40B4-BE49-F238E27FC236}">
                    <a16:creationId xmlns:a16="http://schemas.microsoft.com/office/drawing/2014/main" id="{A4F7F962-E332-22C0-6A5D-3FB91E61CBA3}"/>
                  </a:ext>
                </a:extLst>
              </p:cNvPr>
              <p:cNvPicPr>
                <a:picLocks noChangeAspect="1"/>
              </p:cNvPicPr>
              <p:nvPr/>
            </p:nvPicPr>
            <p:blipFill rotWithShape="1">
              <a:blip r:embed="rId3"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7" name="Picture 6">
                <a:extLst>
                  <a:ext uri="{FF2B5EF4-FFF2-40B4-BE49-F238E27FC236}">
                    <a16:creationId xmlns:a16="http://schemas.microsoft.com/office/drawing/2014/main" id="{AC4F511A-D74F-1892-FB7C-D1FAF1FE042E}"/>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1224473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12" name="Table 11">
            <a:extLst>
              <a:ext uri="{FF2B5EF4-FFF2-40B4-BE49-F238E27FC236}">
                <a16:creationId xmlns:a16="http://schemas.microsoft.com/office/drawing/2014/main" id="{8F86FF7A-D051-E61E-91AA-27141B1C0E98}"/>
              </a:ext>
            </a:extLst>
          </p:cNvPr>
          <p:cNvGraphicFramePr>
            <a:graphicFrameLocks noGrp="1"/>
          </p:cNvGraphicFramePr>
          <p:nvPr/>
        </p:nvGraphicFramePr>
        <p:xfrm>
          <a:off x="0" y="0"/>
          <a:ext cx="12192000" cy="6377803"/>
        </p:xfrm>
        <a:graphic>
          <a:graphicData uri="http://schemas.openxmlformats.org/drawingml/2006/table">
            <a:tbl>
              <a:tblPr firstRow="1" bandRow="1">
                <a:tableStyleId>{9D7B26C5-4107-4FEC-AEDC-1716B250A1EF}</a:tableStyleId>
              </a:tblPr>
              <a:tblGrid>
                <a:gridCol w="2195251">
                  <a:extLst>
                    <a:ext uri="{9D8B030D-6E8A-4147-A177-3AD203B41FA5}">
                      <a16:colId xmlns:a16="http://schemas.microsoft.com/office/drawing/2014/main" val="478934912"/>
                    </a:ext>
                  </a:extLst>
                </a:gridCol>
                <a:gridCol w="2181733">
                  <a:extLst>
                    <a:ext uri="{9D8B030D-6E8A-4147-A177-3AD203B41FA5}">
                      <a16:colId xmlns:a16="http://schemas.microsoft.com/office/drawing/2014/main" val="4207103983"/>
                    </a:ext>
                  </a:extLst>
                </a:gridCol>
                <a:gridCol w="4062166">
                  <a:extLst>
                    <a:ext uri="{9D8B030D-6E8A-4147-A177-3AD203B41FA5}">
                      <a16:colId xmlns:a16="http://schemas.microsoft.com/office/drawing/2014/main" val="3084914022"/>
                    </a:ext>
                  </a:extLst>
                </a:gridCol>
                <a:gridCol w="2516508">
                  <a:extLst>
                    <a:ext uri="{9D8B030D-6E8A-4147-A177-3AD203B41FA5}">
                      <a16:colId xmlns:a16="http://schemas.microsoft.com/office/drawing/2014/main" val="866832468"/>
                    </a:ext>
                  </a:extLst>
                </a:gridCol>
                <a:gridCol w="509217">
                  <a:extLst>
                    <a:ext uri="{9D8B030D-6E8A-4147-A177-3AD203B41FA5}">
                      <a16:colId xmlns:a16="http://schemas.microsoft.com/office/drawing/2014/main" val="3730511962"/>
                    </a:ext>
                  </a:extLst>
                </a:gridCol>
                <a:gridCol w="727125">
                  <a:extLst>
                    <a:ext uri="{9D8B030D-6E8A-4147-A177-3AD203B41FA5}">
                      <a16:colId xmlns:a16="http://schemas.microsoft.com/office/drawing/2014/main" val="3044279478"/>
                    </a:ext>
                  </a:extLst>
                </a:gridCol>
              </a:tblGrid>
              <a:tr h="266700">
                <a:tc>
                  <a:txBody>
                    <a:bodyPr/>
                    <a:lstStyle/>
                    <a:p>
                      <a:pPr algn="l" fontAlgn="b"/>
                      <a:r>
                        <a:rPr lang="en-US" sz="1400" b="1" u="none" strike="noStrike" dirty="0">
                          <a:effectLst/>
                        </a:rPr>
                        <a:t>Model</a:t>
                      </a:r>
                      <a:endParaRPr lang="en-US" sz="1400" b="1" i="0" u="none" strike="noStrike" dirty="0">
                        <a:effectLst/>
                        <a:latin typeface="Calibri" panose="020F0502020204030204" pitchFamily="34" charset="0"/>
                      </a:endParaRPr>
                    </a:p>
                  </a:txBody>
                  <a:tcPr marL="9525" marR="9525" marT="9525" marB="0"/>
                </a:tc>
                <a:tc>
                  <a:txBody>
                    <a:bodyPr/>
                    <a:lstStyle/>
                    <a:p>
                      <a:pPr algn="l" fontAlgn="b"/>
                      <a:r>
                        <a:rPr lang="en-US" sz="1400" b="1" i="0" u="none" strike="noStrike" dirty="0">
                          <a:effectLst/>
                          <a:latin typeface="Calibri" panose="020F0502020204030204" pitchFamily="34" charset="0"/>
                        </a:rPr>
                        <a:t>Citation</a:t>
                      </a:r>
                    </a:p>
                  </a:txBody>
                  <a:tcPr marL="9525" marR="9525" marT="9525" marB="0"/>
                </a:tc>
                <a:tc>
                  <a:txBody>
                    <a:bodyPr/>
                    <a:lstStyle/>
                    <a:p>
                      <a:pPr algn="l" fontAlgn="b"/>
                      <a:r>
                        <a:rPr lang="en-US" sz="1400" b="1" i="0" u="none" strike="noStrike" dirty="0">
                          <a:effectLst/>
                          <a:latin typeface="Calibri" panose="020F0502020204030204" pitchFamily="34" charset="0"/>
                        </a:rPr>
                        <a:t>Description/notes</a:t>
                      </a:r>
                    </a:p>
                  </a:txBody>
                  <a:tcPr marL="9525" marR="9525" marT="9525" marB="0"/>
                </a:tc>
                <a:tc>
                  <a:txBody>
                    <a:bodyPr/>
                    <a:lstStyle/>
                    <a:p>
                      <a:pPr algn="l" fontAlgn="b"/>
                      <a:r>
                        <a:rPr lang="en-US" sz="1400" b="1" i="0" u="none" strike="noStrike" dirty="0">
                          <a:effectLst/>
                          <a:latin typeface="Calibri" panose="020F0502020204030204" pitchFamily="34" charset="0"/>
                        </a:rPr>
                        <a:t>Availability</a:t>
                      </a:r>
                    </a:p>
                  </a:txBody>
                  <a:tcPr marL="9525" marR="9525" marT="9525" marB="0"/>
                </a:tc>
                <a:tc>
                  <a:txBody>
                    <a:bodyPr/>
                    <a:lstStyle/>
                    <a:p>
                      <a:pPr algn="l" fontAlgn="b"/>
                      <a:r>
                        <a:rPr lang="en-US" sz="1400" b="1" u="none" strike="noStrike" dirty="0">
                          <a:effectLst/>
                        </a:rPr>
                        <a:t>Count</a:t>
                      </a:r>
                      <a:endParaRPr lang="en-US" sz="1400" b="1" i="0" u="none" strike="noStrike" dirty="0">
                        <a:effectLst/>
                        <a:latin typeface="Calibri" panose="020F0502020204030204" pitchFamily="34" charset="0"/>
                      </a:endParaRPr>
                    </a:p>
                  </a:txBody>
                  <a:tcPr marL="9525" marR="9525" marT="9525" marB="0"/>
                </a:tc>
                <a:tc>
                  <a:txBody>
                    <a:bodyPr/>
                    <a:lstStyle/>
                    <a:p>
                      <a:pPr algn="l" fontAlgn="b"/>
                      <a:r>
                        <a:rPr lang="en-US" sz="1400" b="1" u="none" strike="noStrike" dirty="0">
                          <a:effectLst/>
                        </a:rPr>
                        <a:t>Percent</a:t>
                      </a:r>
                      <a:endParaRPr lang="en-US" sz="1400" b="1" i="0" u="none" strike="noStrike" dirty="0">
                        <a:effectLst/>
                        <a:latin typeface="Calibri" panose="020F0502020204030204" pitchFamily="34" charset="0"/>
                      </a:endParaRPr>
                    </a:p>
                  </a:txBody>
                  <a:tcPr marL="9525" marR="9525" marT="9525" marB="0"/>
                </a:tc>
                <a:extLst>
                  <a:ext uri="{0D108BD9-81ED-4DB2-BD59-A6C34878D82A}">
                    <a16:rowId xmlns:a16="http://schemas.microsoft.com/office/drawing/2014/main" val="821482293"/>
                  </a:ext>
                </a:extLst>
              </a:tr>
              <a:tr h="415698">
                <a:tc>
                  <a:txBody>
                    <a:bodyPr/>
                    <a:lstStyle/>
                    <a:p>
                      <a:pPr algn="l" fontAlgn="b"/>
                      <a:r>
                        <a:rPr lang="en-US" sz="1400" u="none" strike="noStrike" dirty="0">
                          <a:effectLst/>
                        </a:rPr>
                        <a:t>LAHARZ (USGS)</a:t>
                      </a:r>
                      <a:endParaRPr lang="en-US" sz="1400" b="0" i="0" u="none" strike="noStrike" dirty="0">
                        <a:effectLst/>
                        <a:latin typeface="Calibri" panose="020F0502020204030204" pitchFamily="34" charset="0"/>
                      </a:endParaRPr>
                    </a:p>
                  </a:txBody>
                  <a:tcPr marL="9525" marR="9525" marT="9525" marB="0">
                    <a:solidFill>
                      <a:schemeClr val="accent3">
                        <a:lumMod val="75000"/>
                        <a:alpha val="20000"/>
                      </a:schemeClr>
                    </a:solidFill>
                  </a:tcPr>
                </a:tc>
                <a:tc>
                  <a:txBody>
                    <a:bodyPr/>
                    <a:lstStyle/>
                    <a:p>
                      <a:pPr algn="l" fontAlgn="b"/>
                      <a:r>
                        <a:rPr lang="nl-NL" sz="1400" u="none" strike="noStrike" dirty="0">
                          <a:effectLst/>
                        </a:rPr>
                        <a:t>Iverson et al. (1998); Schilling (1998); Schilling (2014)</a:t>
                      </a:r>
                      <a:endParaRPr lang="nl-NL" sz="1400" b="0" i="0" u="none" strike="noStrike" dirty="0">
                        <a:effectLst/>
                        <a:latin typeface="Calibri" panose="020F0502020204030204" pitchFamily="34" charset="0"/>
                      </a:endParaRPr>
                    </a:p>
                  </a:txBody>
                  <a:tcPr marL="9525" marR="9525" marT="9525" marB="0">
                    <a:solidFill>
                      <a:schemeClr val="accent3">
                        <a:lumMod val="75000"/>
                        <a:alpha val="20000"/>
                      </a:schemeClr>
                    </a:solidFill>
                  </a:tcPr>
                </a:tc>
                <a:tc>
                  <a:txBody>
                    <a:bodyPr/>
                    <a:lstStyle/>
                    <a:p>
                      <a:pPr algn="l" fontAlgn="b"/>
                      <a:r>
                        <a:rPr lang="en-US" sz="1400" b="0" i="0" u="none" strike="noStrike" dirty="0">
                          <a:effectLst/>
                          <a:latin typeface="Calibri" panose="020F0502020204030204" pitchFamily="34" charset="0"/>
                        </a:rPr>
                        <a:t>Empirical/statistical model relating volume to planimetric/cross-sectional area</a:t>
                      </a:r>
                    </a:p>
                  </a:txBody>
                  <a:tcPr marL="9525" marR="9525" marT="9525" marB="0">
                    <a:solidFill>
                      <a:schemeClr val="accent3">
                        <a:lumMod val="75000"/>
                        <a:alpha val="20000"/>
                      </a:schemeClr>
                    </a:solidFill>
                  </a:tcPr>
                </a:tc>
                <a:tc>
                  <a:txBody>
                    <a:bodyPr/>
                    <a:lstStyle/>
                    <a:p>
                      <a:pPr algn="l" fontAlgn="b"/>
                      <a:r>
                        <a:rPr lang="en-US" sz="1400" b="0" i="0" u="none" strike="noStrike" dirty="0">
                          <a:effectLst/>
                          <a:latin typeface="Calibri" panose="020F0502020204030204" pitchFamily="34" charset="0"/>
                        </a:rPr>
                        <a:t>Free, open-source ArcGIS, standalone python, VICTOR</a:t>
                      </a:r>
                    </a:p>
                  </a:txBody>
                  <a:tcPr marL="9525" marR="9525" marT="9525" marB="0">
                    <a:solidFill>
                      <a:schemeClr val="accent3">
                        <a:lumMod val="75000"/>
                        <a:alpha val="20000"/>
                      </a:schemeClr>
                    </a:solidFill>
                  </a:tcPr>
                </a:tc>
                <a:tc>
                  <a:txBody>
                    <a:bodyPr/>
                    <a:lstStyle/>
                    <a:p>
                      <a:pPr algn="l" fontAlgn="b"/>
                      <a:r>
                        <a:rPr lang="en-US" sz="1400" u="none" strike="noStrike" dirty="0">
                          <a:effectLst/>
                        </a:rPr>
                        <a:t>149</a:t>
                      </a:r>
                      <a:endParaRPr lang="en-US" sz="1400" b="0" i="0" u="none" strike="noStrike" dirty="0">
                        <a:effectLst/>
                        <a:latin typeface="Calibri" panose="020F0502020204030204" pitchFamily="34" charset="0"/>
                      </a:endParaRPr>
                    </a:p>
                  </a:txBody>
                  <a:tcPr marL="9525" marR="9525" marT="9525" marB="0">
                    <a:solidFill>
                      <a:schemeClr val="accent3">
                        <a:lumMod val="75000"/>
                        <a:alpha val="20000"/>
                      </a:schemeClr>
                    </a:solidFill>
                  </a:tcPr>
                </a:tc>
                <a:tc>
                  <a:txBody>
                    <a:bodyPr/>
                    <a:lstStyle/>
                    <a:p>
                      <a:pPr algn="l" fontAlgn="b"/>
                      <a:r>
                        <a:rPr lang="en-US" sz="1400" u="none" strike="noStrike" dirty="0">
                          <a:effectLst/>
                        </a:rPr>
                        <a:t>71.2</a:t>
                      </a:r>
                      <a:endParaRPr lang="en-US" sz="1400" b="0" i="0" u="none" strike="noStrike" dirty="0">
                        <a:effectLst/>
                        <a:latin typeface="Calibri" panose="020F0502020204030204" pitchFamily="34" charset="0"/>
                      </a:endParaRPr>
                    </a:p>
                  </a:txBody>
                  <a:tcPr marL="9525" marR="9525" marT="9525" marB="0">
                    <a:solidFill>
                      <a:schemeClr val="accent3">
                        <a:lumMod val="75000"/>
                        <a:alpha val="20000"/>
                      </a:schemeClr>
                    </a:solidFill>
                  </a:tcPr>
                </a:tc>
                <a:extLst>
                  <a:ext uri="{0D108BD9-81ED-4DB2-BD59-A6C34878D82A}">
                    <a16:rowId xmlns:a16="http://schemas.microsoft.com/office/drawing/2014/main" val="288923796"/>
                  </a:ext>
                </a:extLst>
              </a:tr>
              <a:tr h="547104">
                <a:tc>
                  <a:txBody>
                    <a:bodyPr/>
                    <a:lstStyle/>
                    <a:p>
                      <a:pPr algn="l" fontAlgn="b"/>
                      <a:r>
                        <a:rPr lang="en-US" sz="1400" u="none" strike="noStrike" dirty="0">
                          <a:effectLst/>
                        </a:rPr>
                        <a:t>FLO-2D</a:t>
                      </a:r>
                      <a:endParaRPr lang="en-US" sz="1400" b="0" i="0" u="none" strike="noStrike" dirty="0">
                        <a:effectLst/>
                        <a:latin typeface="Calibri" panose="020F0502020204030204" pitchFamily="34" charset="0"/>
                      </a:endParaRPr>
                    </a:p>
                  </a:txBody>
                  <a:tcPr marL="9525" marR="9525" marT="9525" marB="0">
                    <a:solidFill>
                      <a:srgbClr val="CC99CC"/>
                    </a:solidFill>
                  </a:tcPr>
                </a:tc>
                <a:tc>
                  <a:txBody>
                    <a:bodyPr/>
                    <a:lstStyle/>
                    <a:p>
                      <a:pPr algn="l" fontAlgn="b"/>
                      <a:r>
                        <a:rPr lang="en-US" sz="1400" u="none" strike="noStrike" dirty="0">
                          <a:effectLst/>
                        </a:rPr>
                        <a:t>O'Brien (1993)</a:t>
                      </a:r>
                      <a:endParaRPr lang="en-US" sz="1400" b="0" i="0" u="none" strike="noStrike" dirty="0">
                        <a:effectLst/>
                        <a:latin typeface="Calibri" panose="020F0502020204030204" pitchFamily="34" charset="0"/>
                      </a:endParaRPr>
                    </a:p>
                  </a:txBody>
                  <a:tcPr marL="9525" marR="9525" marT="9525" marB="0">
                    <a:solidFill>
                      <a:srgbClr val="CC99CC"/>
                    </a:solidFill>
                  </a:tcPr>
                </a:tc>
                <a:tc>
                  <a:txBody>
                    <a:bodyPr/>
                    <a:lstStyle/>
                    <a:p>
                      <a:pPr algn="l" fontAlgn="b"/>
                      <a:r>
                        <a:rPr lang="en-US" sz="1400" b="0" i="0" u="none" strike="noStrike" dirty="0">
                          <a:effectLst/>
                          <a:latin typeface="Calibri" panose="020F0502020204030204" pitchFamily="34" charset="0"/>
                        </a:rPr>
                        <a:t>2D depth averaged geophysical model; Bingham rheology; designed by engineers for floods, floods in urban environments</a:t>
                      </a:r>
                    </a:p>
                  </a:txBody>
                  <a:tcPr marL="9525" marR="9525" marT="9525" marB="0">
                    <a:solidFill>
                      <a:srgbClr val="CC99CC"/>
                    </a:solidFill>
                  </a:tcPr>
                </a:tc>
                <a:tc>
                  <a:txBody>
                    <a:bodyPr/>
                    <a:lstStyle/>
                    <a:p>
                      <a:pPr algn="l" fontAlgn="b"/>
                      <a:r>
                        <a:rPr lang="en-US" sz="1400" b="0" i="0" u="none" strike="noStrike" dirty="0">
                          <a:effectLst/>
                          <a:latin typeface="Calibri" panose="020F0502020204030204" pitchFamily="34" charset="0"/>
                        </a:rPr>
                        <a:t>Commercial product license $</a:t>
                      </a:r>
                    </a:p>
                  </a:txBody>
                  <a:tcPr marL="9525" marR="9525" marT="9525" marB="0">
                    <a:solidFill>
                      <a:srgbClr val="CC99CC"/>
                    </a:solidFill>
                  </a:tcPr>
                </a:tc>
                <a:tc>
                  <a:txBody>
                    <a:bodyPr/>
                    <a:lstStyle/>
                    <a:p>
                      <a:pPr algn="l" fontAlgn="b"/>
                      <a:r>
                        <a:rPr lang="en-US" sz="1400" u="none" strike="noStrike" dirty="0">
                          <a:effectLst/>
                        </a:rPr>
                        <a:t>23</a:t>
                      </a:r>
                      <a:endParaRPr lang="en-US" sz="1400" b="0" i="0" u="none" strike="noStrike" dirty="0">
                        <a:effectLst/>
                        <a:latin typeface="Calibri" panose="020F0502020204030204" pitchFamily="34" charset="0"/>
                      </a:endParaRPr>
                    </a:p>
                  </a:txBody>
                  <a:tcPr marL="9525" marR="9525" marT="9525" marB="0">
                    <a:solidFill>
                      <a:srgbClr val="CC99CC"/>
                    </a:solidFill>
                  </a:tcPr>
                </a:tc>
                <a:tc>
                  <a:txBody>
                    <a:bodyPr/>
                    <a:lstStyle/>
                    <a:p>
                      <a:pPr algn="l" fontAlgn="b"/>
                      <a:r>
                        <a:rPr lang="en-US" sz="1400" u="none" strike="noStrike" dirty="0">
                          <a:effectLst/>
                        </a:rPr>
                        <a:t>11.0</a:t>
                      </a:r>
                      <a:endParaRPr lang="en-US" sz="1400" b="0" i="0" u="none" strike="noStrike" dirty="0">
                        <a:effectLst/>
                        <a:latin typeface="Calibri" panose="020F0502020204030204" pitchFamily="34" charset="0"/>
                      </a:endParaRPr>
                    </a:p>
                  </a:txBody>
                  <a:tcPr marL="9525" marR="9525" marT="9525" marB="0">
                    <a:solidFill>
                      <a:srgbClr val="CC99CC"/>
                    </a:solidFill>
                  </a:tcPr>
                </a:tc>
                <a:extLst>
                  <a:ext uri="{0D108BD9-81ED-4DB2-BD59-A6C34878D82A}">
                    <a16:rowId xmlns:a16="http://schemas.microsoft.com/office/drawing/2014/main" val="4105272591"/>
                  </a:ext>
                </a:extLst>
              </a:tr>
              <a:tr h="500062">
                <a:tc>
                  <a:txBody>
                    <a:bodyPr/>
                    <a:lstStyle/>
                    <a:p>
                      <a:pPr algn="l" fontAlgn="b"/>
                      <a:r>
                        <a:rPr lang="en-US" sz="1400" u="none" strike="noStrike" dirty="0" err="1">
                          <a:effectLst/>
                        </a:rPr>
                        <a:t>LaharFlow</a:t>
                      </a:r>
                      <a:r>
                        <a:rPr lang="en-US" sz="1400" u="none" strike="noStrike" dirty="0">
                          <a:effectLst/>
                        </a:rPr>
                        <a:t>/</a:t>
                      </a:r>
                      <a:r>
                        <a:rPr lang="en-US" sz="1400" u="none" strike="noStrike" dirty="0" err="1">
                          <a:effectLst/>
                        </a:rPr>
                        <a:t>MultiHaz</a:t>
                      </a:r>
                      <a:endParaRPr lang="en-US" sz="1400" b="0" i="0" u="none" strike="noStrike" dirty="0">
                        <a:effectLst/>
                        <a:latin typeface="Calibri" panose="020F0502020204030204" pitchFamily="34" charset="0"/>
                      </a:endParaRPr>
                    </a:p>
                  </a:txBody>
                  <a:tcPr marL="9525" marR="9525" marT="9525" marB="0">
                    <a:solidFill>
                      <a:srgbClr val="99FFFF">
                        <a:alpha val="20000"/>
                      </a:srgbClr>
                    </a:solidFill>
                  </a:tcPr>
                </a:tc>
                <a:tc>
                  <a:txBody>
                    <a:bodyPr/>
                    <a:lstStyle/>
                    <a:p>
                      <a:pPr algn="l" fontAlgn="b"/>
                      <a:r>
                        <a:rPr lang="en-US" sz="1400" u="none" strike="noStrike" dirty="0">
                          <a:effectLst/>
                        </a:rPr>
                        <a:t>Woodhouse (in preparation);</a:t>
                      </a:r>
                    </a:p>
                    <a:p>
                      <a:pPr algn="l" fontAlgn="b"/>
                      <a:r>
                        <a:rPr lang="en-US" sz="1400" b="0" i="0" u="none" strike="noStrike" dirty="0" err="1">
                          <a:effectLst/>
                          <a:latin typeface="Calibri" panose="020F0502020204030204" pitchFamily="34" charset="0"/>
                        </a:rPr>
                        <a:t>Tierz</a:t>
                      </a:r>
                      <a:r>
                        <a:rPr lang="en-US" sz="1400" b="0" i="0" u="none" strike="noStrike" dirty="0">
                          <a:effectLst/>
                          <a:latin typeface="Calibri" panose="020F0502020204030204" pitchFamily="34" charset="0"/>
                        </a:rPr>
                        <a:t> et al. (2017)</a:t>
                      </a:r>
                    </a:p>
                  </a:txBody>
                  <a:tcPr marL="9525" marR="9525" marT="9525" marB="0">
                    <a:solidFill>
                      <a:srgbClr val="99FFFF">
                        <a:alpha val="20000"/>
                      </a:srgbClr>
                    </a:solidFill>
                  </a:tcPr>
                </a:tc>
                <a:tc>
                  <a:txBody>
                    <a:bodyPr/>
                    <a:lstStyle/>
                    <a:p>
                      <a:pPr algn="l" fontAlgn="b"/>
                      <a:r>
                        <a:rPr lang="en-US" sz="1400" b="0" i="0" u="none" strike="noStrike" dirty="0">
                          <a:effectLst/>
                          <a:latin typeface="Calibri" panose="020F0502020204030204" pitchFamily="34" charset="0"/>
                        </a:rPr>
                        <a:t>Depth-averaged geophysical model; two-phase, models erosion and deposition</a:t>
                      </a:r>
                    </a:p>
                  </a:txBody>
                  <a:tcPr marL="9525" marR="9525" marT="9525" marB="0">
                    <a:solidFill>
                      <a:srgbClr val="99FFFF">
                        <a:alpha val="20000"/>
                      </a:srgbClr>
                    </a:solidFill>
                  </a:tcPr>
                </a:tc>
                <a:tc>
                  <a:txBody>
                    <a:bodyPr/>
                    <a:lstStyle/>
                    <a:p>
                      <a:pPr algn="l" fontAlgn="b"/>
                      <a:r>
                        <a:rPr lang="en-US" sz="1400" b="0" i="0" u="none" strike="noStrike" dirty="0">
                          <a:effectLst/>
                          <a:latin typeface="Calibri" panose="020F0502020204030204" pitchFamily="34" charset="0"/>
                        </a:rPr>
                        <a:t>In preparation</a:t>
                      </a:r>
                    </a:p>
                  </a:txBody>
                  <a:tcPr marL="9525" marR="9525" marT="9525" marB="0">
                    <a:solidFill>
                      <a:srgbClr val="99FFFF">
                        <a:alpha val="20000"/>
                      </a:srgbClr>
                    </a:solidFill>
                  </a:tcPr>
                </a:tc>
                <a:tc>
                  <a:txBody>
                    <a:bodyPr/>
                    <a:lstStyle/>
                    <a:p>
                      <a:pPr algn="l" fontAlgn="b"/>
                      <a:r>
                        <a:rPr lang="en-US" sz="1400" u="none" strike="noStrike" dirty="0">
                          <a:effectLst/>
                        </a:rPr>
                        <a:t>6</a:t>
                      </a:r>
                      <a:endParaRPr lang="en-US" sz="1400" b="0" i="0" u="none" strike="noStrike" dirty="0">
                        <a:effectLst/>
                        <a:latin typeface="Calibri" panose="020F0502020204030204" pitchFamily="34" charset="0"/>
                      </a:endParaRPr>
                    </a:p>
                  </a:txBody>
                  <a:tcPr marL="9525" marR="9525" marT="9525" marB="0">
                    <a:solidFill>
                      <a:srgbClr val="99FFFF">
                        <a:alpha val="20000"/>
                      </a:srgbClr>
                    </a:solidFill>
                  </a:tcPr>
                </a:tc>
                <a:tc>
                  <a:txBody>
                    <a:bodyPr/>
                    <a:lstStyle/>
                    <a:p>
                      <a:pPr algn="l" fontAlgn="b"/>
                      <a:r>
                        <a:rPr lang="en-US" sz="1400" b="0" i="0" u="none" strike="noStrike" dirty="0">
                          <a:effectLst/>
                          <a:latin typeface="Calibri" panose="020F0502020204030204" pitchFamily="34" charset="0"/>
                        </a:rPr>
                        <a:t>2.9</a:t>
                      </a:r>
                    </a:p>
                  </a:txBody>
                  <a:tcPr marL="9525" marR="9525" marT="9525" marB="0">
                    <a:solidFill>
                      <a:srgbClr val="99FFFF">
                        <a:alpha val="20000"/>
                      </a:srgbClr>
                    </a:solidFill>
                  </a:tcPr>
                </a:tc>
                <a:extLst>
                  <a:ext uri="{0D108BD9-81ED-4DB2-BD59-A6C34878D82A}">
                    <a16:rowId xmlns:a16="http://schemas.microsoft.com/office/drawing/2014/main" val="390543255"/>
                  </a:ext>
                </a:extLst>
              </a:tr>
              <a:tr h="415698">
                <a:tc>
                  <a:txBody>
                    <a:bodyPr/>
                    <a:lstStyle/>
                    <a:p>
                      <a:pPr algn="l" fontAlgn="b"/>
                      <a:r>
                        <a:rPr lang="en-US" sz="1400" u="none" strike="noStrike" dirty="0">
                          <a:effectLst/>
                        </a:rPr>
                        <a:t>HIMAT-FAO</a:t>
                      </a:r>
                      <a:endParaRPr lang="en-US" sz="1400" b="0" i="0" u="none" strike="noStrike" dirty="0">
                        <a:effectLst/>
                        <a:latin typeface="Calibri" panose="020F0502020204030204" pitchFamily="34" charset="0"/>
                      </a:endParaRPr>
                    </a:p>
                  </a:txBody>
                  <a:tcPr marL="9525" marR="9525" marT="9525" marB="0">
                    <a:solidFill>
                      <a:schemeClr val="tx1">
                        <a:lumMod val="50000"/>
                        <a:lumOff val="50000"/>
                      </a:schemeClr>
                    </a:solidFill>
                  </a:tcPr>
                </a:tc>
                <a:tc>
                  <a:txBody>
                    <a:bodyPr/>
                    <a:lstStyle/>
                    <a:p>
                      <a:pPr algn="l" fontAlgn="b"/>
                      <a:r>
                        <a:rPr lang="en-US" sz="1400" u="none" strike="noStrike" dirty="0">
                          <a:effectLst/>
                        </a:rPr>
                        <a:t>HIMAT-FAO (1987)</a:t>
                      </a:r>
                      <a:endParaRPr lang="en-US" sz="1400" b="0" i="0" u="none" strike="noStrike" dirty="0">
                        <a:effectLst/>
                        <a:latin typeface="Calibri" panose="020F0502020204030204" pitchFamily="34" charset="0"/>
                      </a:endParaRPr>
                    </a:p>
                  </a:txBody>
                  <a:tcPr marL="9525" marR="9525" marT="9525" marB="0">
                    <a:solidFill>
                      <a:schemeClr val="tx1">
                        <a:lumMod val="50000"/>
                        <a:lumOff val="50000"/>
                      </a:schemeClr>
                    </a:solidFill>
                  </a:tcPr>
                </a:tc>
                <a:tc>
                  <a:txBody>
                    <a:bodyPr/>
                    <a:lstStyle/>
                    <a:p>
                      <a:pPr algn="l" fontAlgn="b"/>
                      <a:r>
                        <a:rPr lang="en-US" sz="1400" b="0" i="0" u="none" strike="noStrike" dirty="0">
                          <a:effectLst/>
                          <a:latin typeface="Calibri" panose="020F0502020204030204" pitchFamily="34" charset="0"/>
                        </a:rPr>
                        <a:t>?</a:t>
                      </a:r>
                    </a:p>
                  </a:txBody>
                  <a:tcPr marL="9525" marR="9525" marT="9525" marB="0">
                    <a:solidFill>
                      <a:schemeClr val="tx1">
                        <a:lumMod val="50000"/>
                        <a:lumOff val="50000"/>
                      </a:schemeClr>
                    </a:solidFill>
                  </a:tcPr>
                </a:tc>
                <a:tc>
                  <a:txBody>
                    <a:bodyPr/>
                    <a:lstStyle/>
                    <a:p>
                      <a:pPr algn="l" fontAlgn="b"/>
                      <a:r>
                        <a:rPr lang="en-US" sz="1400" b="0" i="0" u="none" strike="noStrike" dirty="0">
                          <a:effectLst/>
                          <a:latin typeface="Calibri" panose="020F0502020204030204" pitchFamily="34" charset="0"/>
                        </a:rPr>
                        <a:t>?</a:t>
                      </a:r>
                    </a:p>
                  </a:txBody>
                  <a:tcPr marL="9525" marR="9525" marT="9525" marB="0">
                    <a:solidFill>
                      <a:schemeClr val="tx1">
                        <a:lumMod val="50000"/>
                        <a:lumOff val="50000"/>
                      </a:schemeClr>
                    </a:solidFill>
                  </a:tcPr>
                </a:tc>
                <a:tc>
                  <a:txBody>
                    <a:bodyPr/>
                    <a:lstStyle/>
                    <a:p>
                      <a:pPr algn="l" fontAlgn="b"/>
                      <a:r>
                        <a:rPr lang="en-US" sz="1400" u="none" strike="noStrike" dirty="0">
                          <a:effectLst/>
                        </a:rPr>
                        <a:t>4</a:t>
                      </a:r>
                      <a:endParaRPr lang="en-US" sz="1400" b="0" i="0" u="none" strike="noStrike" dirty="0">
                        <a:effectLst/>
                        <a:latin typeface="Calibri" panose="020F0502020204030204" pitchFamily="34" charset="0"/>
                      </a:endParaRPr>
                    </a:p>
                  </a:txBody>
                  <a:tcPr marL="9525" marR="9525" marT="9525" marB="0">
                    <a:solidFill>
                      <a:schemeClr val="tx1">
                        <a:lumMod val="50000"/>
                        <a:lumOff val="50000"/>
                      </a:schemeClr>
                    </a:solidFill>
                  </a:tcPr>
                </a:tc>
                <a:tc>
                  <a:txBody>
                    <a:bodyPr/>
                    <a:lstStyle/>
                    <a:p>
                      <a:pPr algn="l" fontAlgn="b"/>
                      <a:r>
                        <a:rPr lang="en-US" sz="1400" b="0" i="0" u="none" strike="noStrike" dirty="0">
                          <a:effectLst/>
                          <a:latin typeface="Calibri" panose="020F0502020204030204" pitchFamily="34" charset="0"/>
                        </a:rPr>
                        <a:t>1.9</a:t>
                      </a:r>
                    </a:p>
                  </a:txBody>
                  <a:tcPr marL="9525" marR="9525" marT="9525" marB="0">
                    <a:solidFill>
                      <a:schemeClr val="tx1">
                        <a:lumMod val="50000"/>
                        <a:lumOff val="50000"/>
                      </a:schemeClr>
                    </a:solidFill>
                  </a:tcPr>
                </a:tc>
                <a:extLst>
                  <a:ext uri="{0D108BD9-81ED-4DB2-BD59-A6C34878D82A}">
                    <a16:rowId xmlns:a16="http://schemas.microsoft.com/office/drawing/2014/main" val="804365519"/>
                  </a:ext>
                </a:extLst>
              </a:tr>
              <a:tr h="415698">
                <a:tc>
                  <a:txBody>
                    <a:bodyPr/>
                    <a:lstStyle/>
                    <a:p>
                      <a:pPr algn="l" fontAlgn="b"/>
                      <a:r>
                        <a:rPr lang="en-US" sz="1400" u="none" strike="noStrike" dirty="0" err="1">
                          <a:effectLst/>
                        </a:rPr>
                        <a:t>MatHaz</a:t>
                      </a:r>
                      <a:endParaRPr lang="en-US" sz="1400" b="0" i="0" u="none" strike="noStrike" dirty="0">
                        <a:effectLst/>
                        <a:latin typeface="Calibri" panose="020F0502020204030204" pitchFamily="34" charset="0"/>
                      </a:endParaRPr>
                    </a:p>
                  </a:txBody>
                  <a:tcPr marL="9525" marR="9525" marT="9525" marB="0">
                    <a:solidFill>
                      <a:schemeClr val="accent3">
                        <a:lumMod val="75000"/>
                        <a:alpha val="20000"/>
                      </a:schemeClr>
                    </a:solidFill>
                  </a:tcPr>
                </a:tc>
                <a:tc>
                  <a:txBody>
                    <a:bodyPr/>
                    <a:lstStyle/>
                    <a:p>
                      <a:pPr algn="l" fontAlgn="b"/>
                      <a:r>
                        <a:rPr lang="en-US" sz="1400" u="none" strike="noStrike" dirty="0" err="1">
                          <a:effectLst/>
                        </a:rPr>
                        <a:t>Bertin</a:t>
                      </a:r>
                      <a:r>
                        <a:rPr lang="en-US" sz="1400" u="none" strike="noStrike" dirty="0">
                          <a:effectLst/>
                        </a:rPr>
                        <a:t> et al. (2019)</a:t>
                      </a:r>
                      <a:endParaRPr lang="en-US" sz="1400" b="0" i="0" u="none" strike="noStrike" dirty="0">
                        <a:effectLst/>
                        <a:latin typeface="Calibri" panose="020F0502020204030204" pitchFamily="34" charset="0"/>
                      </a:endParaRPr>
                    </a:p>
                  </a:txBody>
                  <a:tcPr marL="9525" marR="9525" marT="9525" marB="0">
                    <a:solidFill>
                      <a:schemeClr val="accent3">
                        <a:lumMod val="75000"/>
                        <a:alpha val="20000"/>
                      </a:schemeClr>
                    </a:solidFill>
                  </a:tcPr>
                </a:tc>
                <a:tc>
                  <a:txBody>
                    <a:bodyPr/>
                    <a:lstStyle/>
                    <a:p>
                      <a:pPr algn="l" fontAlgn="b"/>
                      <a:r>
                        <a:rPr lang="en-US" sz="1400" b="0" i="0" u="none" strike="noStrike" dirty="0">
                          <a:effectLst/>
                          <a:latin typeface="Calibri" panose="020F0502020204030204" pitchFamily="34" charset="0"/>
                        </a:rPr>
                        <a:t>Multi-hazard model; steepest descent/volume-thickness model developed for lava flows, modified for lahars</a:t>
                      </a:r>
                    </a:p>
                  </a:txBody>
                  <a:tcPr marL="9525" marR="9525" marT="9525" marB="0">
                    <a:solidFill>
                      <a:schemeClr val="accent3">
                        <a:lumMod val="75000"/>
                        <a:alpha val="20000"/>
                      </a:schemeClr>
                    </a:solidFill>
                  </a:tcPr>
                </a:tc>
                <a:tc>
                  <a:txBody>
                    <a:bodyPr/>
                    <a:lstStyle/>
                    <a:p>
                      <a:pPr algn="l" fontAlgn="b"/>
                      <a:r>
                        <a:rPr lang="en-US" sz="1400" b="0" i="0" u="none" strike="noStrike" dirty="0">
                          <a:effectLst/>
                          <a:latin typeface="Calibri" panose="020F0502020204030204" pitchFamily="34" charset="0"/>
                        </a:rPr>
                        <a:t>Free, open-source, available on GitHub</a:t>
                      </a:r>
                    </a:p>
                  </a:txBody>
                  <a:tcPr marL="9525" marR="9525" marT="9525" marB="0">
                    <a:solidFill>
                      <a:schemeClr val="accent3">
                        <a:lumMod val="75000"/>
                        <a:alpha val="20000"/>
                      </a:schemeClr>
                    </a:solidFill>
                  </a:tcPr>
                </a:tc>
                <a:tc>
                  <a:txBody>
                    <a:bodyPr/>
                    <a:lstStyle/>
                    <a:p>
                      <a:pPr algn="l" fontAlgn="b"/>
                      <a:r>
                        <a:rPr lang="en-US" sz="1400" u="none" strike="noStrike" dirty="0">
                          <a:effectLst/>
                        </a:rPr>
                        <a:t>3</a:t>
                      </a:r>
                      <a:endParaRPr lang="en-US" sz="1400" b="0" i="0" u="none" strike="noStrike" dirty="0">
                        <a:effectLst/>
                        <a:latin typeface="Calibri" panose="020F0502020204030204" pitchFamily="34" charset="0"/>
                      </a:endParaRPr>
                    </a:p>
                  </a:txBody>
                  <a:tcPr marL="9525" marR="9525" marT="9525" marB="0">
                    <a:solidFill>
                      <a:schemeClr val="accent3">
                        <a:lumMod val="75000"/>
                        <a:alpha val="20000"/>
                      </a:schemeClr>
                    </a:solidFill>
                  </a:tcPr>
                </a:tc>
                <a:tc>
                  <a:txBody>
                    <a:bodyPr/>
                    <a:lstStyle/>
                    <a:p>
                      <a:pPr algn="l" fontAlgn="b"/>
                      <a:r>
                        <a:rPr lang="en-US" sz="1400" u="none" strike="noStrike" dirty="0">
                          <a:effectLst/>
                        </a:rPr>
                        <a:t>1.4</a:t>
                      </a:r>
                      <a:endParaRPr lang="en-US" sz="1400" b="0" i="0" u="none" strike="noStrike" dirty="0">
                        <a:effectLst/>
                        <a:latin typeface="Calibri" panose="020F0502020204030204" pitchFamily="34" charset="0"/>
                      </a:endParaRPr>
                    </a:p>
                  </a:txBody>
                  <a:tcPr marL="9525" marR="9525" marT="9525" marB="0">
                    <a:solidFill>
                      <a:schemeClr val="accent3">
                        <a:lumMod val="75000"/>
                        <a:alpha val="20000"/>
                      </a:schemeClr>
                    </a:solidFill>
                  </a:tcPr>
                </a:tc>
                <a:extLst>
                  <a:ext uri="{0D108BD9-81ED-4DB2-BD59-A6C34878D82A}">
                    <a16:rowId xmlns:a16="http://schemas.microsoft.com/office/drawing/2014/main" val="1470007307"/>
                  </a:ext>
                </a:extLst>
              </a:tr>
              <a:tr h="415698">
                <a:tc>
                  <a:txBody>
                    <a:bodyPr/>
                    <a:lstStyle/>
                    <a:p>
                      <a:pPr algn="l" fontAlgn="b"/>
                      <a:r>
                        <a:rPr lang="en-US" sz="1400" u="none" strike="noStrike" dirty="0">
                          <a:effectLst/>
                        </a:rPr>
                        <a:t>DAMBRK/SMPDBK</a:t>
                      </a:r>
                      <a:endParaRPr lang="en-US" sz="1400" b="0" i="0" u="none" strike="noStrike" dirty="0">
                        <a:effectLst/>
                        <a:latin typeface="Calibri" panose="020F0502020204030204" pitchFamily="34" charset="0"/>
                      </a:endParaRPr>
                    </a:p>
                  </a:txBody>
                  <a:tcPr marL="9525" marR="9525" marT="9525" marB="0">
                    <a:solidFill>
                      <a:schemeClr val="tx1">
                        <a:lumMod val="50000"/>
                        <a:lumOff val="50000"/>
                      </a:schemeClr>
                    </a:solidFill>
                  </a:tcPr>
                </a:tc>
                <a:tc>
                  <a:txBody>
                    <a:bodyPr/>
                    <a:lstStyle/>
                    <a:p>
                      <a:pPr algn="l" fontAlgn="b"/>
                      <a:r>
                        <a:rPr lang="en-US" sz="1400" u="none" strike="noStrike" dirty="0" err="1">
                          <a:effectLst/>
                        </a:rPr>
                        <a:t>Fread</a:t>
                      </a:r>
                      <a:r>
                        <a:rPr lang="en-US" sz="1400" u="none" strike="noStrike" dirty="0">
                          <a:effectLst/>
                        </a:rPr>
                        <a:t> (1984); Wetmore &amp; </a:t>
                      </a:r>
                      <a:r>
                        <a:rPr lang="en-US" sz="1400" u="none" strike="noStrike" dirty="0" err="1">
                          <a:effectLst/>
                        </a:rPr>
                        <a:t>Fread</a:t>
                      </a:r>
                      <a:r>
                        <a:rPr lang="en-US" sz="1400" u="none" strike="noStrike" dirty="0">
                          <a:effectLst/>
                        </a:rPr>
                        <a:t> (1991)</a:t>
                      </a:r>
                      <a:endParaRPr lang="en-US" sz="1400" b="0" i="0" u="none" strike="noStrike" dirty="0">
                        <a:effectLst/>
                        <a:latin typeface="Calibri" panose="020F0502020204030204" pitchFamily="34" charset="0"/>
                      </a:endParaRPr>
                    </a:p>
                  </a:txBody>
                  <a:tcPr marL="9525" marR="9525" marT="9525" marB="0">
                    <a:solidFill>
                      <a:schemeClr val="tx1">
                        <a:lumMod val="50000"/>
                        <a:lumOff val="50000"/>
                      </a:schemeClr>
                    </a:solidFill>
                  </a:tcPr>
                </a:tc>
                <a:tc>
                  <a:txBody>
                    <a:bodyPr/>
                    <a:lstStyle/>
                    <a:p>
                      <a:pPr algn="l" fontAlgn="b"/>
                      <a:r>
                        <a:rPr lang="en-US" sz="1400" b="0" i="0" u="none" strike="noStrike" dirty="0">
                          <a:effectLst/>
                          <a:latin typeface="Calibri" panose="020F0502020204030204" pitchFamily="34" charset="0"/>
                        </a:rPr>
                        <a:t>Designed for dam-break floods from failed reservoir; models flood peak elevation, travel time using flow routing algorithm</a:t>
                      </a:r>
                    </a:p>
                  </a:txBody>
                  <a:tcPr marL="9525" marR="9525" marT="9525" marB="0">
                    <a:solidFill>
                      <a:schemeClr val="tx1">
                        <a:lumMod val="50000"/>
                        <a:lumOff val="50000"/>
                      </a:schemeClr>
                    </a:solidFill>
                  </a:tcPr>
                </a:tc>
                <a:tc>
                  <a:txBody>
                    <a:bodyPr/>
                    <a:lstStyle/>
                    <a:p>
                      <a:pPr algn="l" fontAlgn="b"/>
                      <a:r>
                        <a:rPr lang="en-US" sz="1400" b="0" i="0" u="none" strike="noStrike" dirty="0">
                          <a:effectLst/>
                          <a:latin typeface="Calibri" panose="020F0502020204030204" pitchFamily="34" charset="0"/>
                        </a:rPr>
                        <a:t>Free, open-source, unclear if still supported</a:t>
                      </a:r>
                    </a:p>
                  </a:txBody>
                  <a:tcPr marL="9525" marR="9525" marT="9525" marB="0">
                    <a:solidFill>
                      <a:schemeClr val="tx1">
                        <a:lumMod val="50000"/>
                        <a:lumOff val="50000"/>
                      </a:schemeClr>
                    </a:solidFill>
                  </a:tcPr>
                </a:tc>
                <a:tc>
                  <a:txBody>
                    <a:bodyPr/>
                    <a:lstStyle/>
                    <a:p>
                      <a:pPr algn="l" fontAlgn="b"/>
                      <a:r>
                        <a:rPr lang="en-US" sz="1400" u="none" strike="noStrike" dirty="0">
                          <a:effectLst/>
                        </a:rPr>
                        <a:t>2</a:t>
                      </a:r>
                      <a:endParaRPr lang="en-US" sz="1400" b="0" i="0" u="none" strike="noStrike" dirty="0">
                        <a:effectLst/>
                        <a:latin typeface="Calibri" panose="020F0502020204030204" pitchFamily="34" charset="0"/>
                      </a:endParaRPr>
                    </a:p>
                  </a:txBody>
                  <a:tcPr marL="9525" marR="9525" marT="9525" marB="0">
                    <a:solidFill>
                      <a:schemeClr val="tx1">
                        <a:lumMod val="50000"/>
                        <a:lumOff val="50000"/>
                      </a:schemeClr>
                    </a:solidFill>
                  </a:tcPr>
                </a:tc>
                <a:tc>
                  <a:txBody>
                    <a:bodyPr/>
                    <a:lstStyle/>
                    <a:p>
                      <a:pPr algn="l" fontAlgn="b"/>
                      <a:r>
                        <a:rPr lang="en-US" sz="1400" b="0" i="0" u="none" strike="noStrike" dirty="0">
                          <a:effectLst/>
                          <a:latin typeface="Calibri" panose="020F0502020204030204" pitchFamily="34" charset="0"/>
                        </a:rPr>
                        <a:t>0.9</a:t>
                      </a:r>
                    </a:p>
                  </a:txBody>
                  <a:tcPr marL="9525" marR="9525" marT="9525" marB="0">
                    <a:solidFill>
                      <a:schemeClr val="tx1">
                        <a:lumMod val="50000"/>
                        <a:lumOff val="50000"/>
                      </a:schemeClr>
                    </a:solidFill>
                  </a:tcPr>
                </a:tc>
                <a:extLst>
                  <a:ext uri="{0D108BD9-81ED-4DB2-BD59-A6C34878D82A}">
                    <a16:rowId xmlns:a16="http://schemas.microsoft.com/office/drawing/2014/main" val="1174075985"/>
                  </a:ext>
                </a:extLst>
              </a:tr>
              <a:tr h="415698">
                <a:tc>
                  <a:txBody>
                    <a:bodyPr/>
                    <a:lstStyle/>
                    <a:p>
                      <a:pPr algn="l" fontAlgn="b"/>
                      <a:r>
                        <a:rPr lang="en-US" sz="1400" u="none" strike="noStrike" dirty="0">
                          <a:effectLst/>
                        </a:rPr>
                        <a:t>HYDRAUX (USGS)</a:t>
                      </a:r>
                      <a:endParaRPr lang="en-US" sz="1400" b="0" i="0" u="none" strike="noStrike" dirty="0">
                        <a:effectLst/>
                        <a:latin typeface="Calibri" panose="020F0502020204030204" pitchFamily="34" charset="0"/>
                      </a:endParaRPr>
                    </a:p>
                  </a:txBody>
                  <a:tcPr marL="9525" marR="9525" marT="9525" marB="0">
                    <a:solidFill>
                      <a:schemeClr val="tx1">
                        <a:lumMod val="50000"/>
                        <a:lumOff val="50000"/>
                      </a:schemeClr>
                    </a:solidFill>
                  </a:tcPr>
                </a:tc>
                <a:tc>
                  <a:txBody>
                    <a:bodyPr/>
                    <a:lstStyle/>
                    <a:p>
                      <a:pPr algn="l" fontAlgn="b"/>
                      <a:r>
                        <a:rPr lang="en-US" sz="1400" u="none" strike="noStrike">
                          <a:effectLst/>
                        </a:rPr>
                        <a:t>Hansen (1987); DeLong &amp; Schoellhamer (1989)</a:t>
                      </a:r>
                      <a:endParaRPr lang="en-US" sz="1400" b="0" i="0" u="none" strike="noStrike">
                        <a:effectLst/>
                        <a:latin typeface="Calibri" panose="020F0502020204030204" pitchFamily="34" charset="0"/>
                      </a:endParaRPr>
                    </a:p>
                  </a:txBody>
                  <a:tcPr marL="9525" marR="9525" marT="9525" marB="0">
                    <a:solidFill>
                      <a:schemeClr val="tx1">
                        <a:lumMod val="50000"/>
                        <a:lumOff val="50000"/>
                      </a:schemeClr>
                    </a:solidFill>
                  </a:tcPr>
                </a:tc>
                <a:tc>
                  <a:txBody>
                    <a:bodyPr/>
                    <a:lstStyle/>
                    <a:p>
                      <a:pPr algn="l" fontAlgn="b"/>
                      <a:r>
                        <a:rPr lang="en-US" sz="1400" b="0" i="0" u="none" strike="noStrike" dirty="0">
                          <a:effectLst/>
                          <a:latin typeface="Calibri" panose="020F0502020204030204" pitchFamily="34" charset="0"/>
                        </a:rPr>
                        <a:t>1D shallow water geophysical flow model</a:t>
                      </a:r>
                    </a:p>
                  </a:txBody>
                  <a:tcPr marL="9525" marR="9525" marT="9525" marB="0">
                    <a:solidFill>
                      <a:schemeClr val="tx1">
                        <a:lumMod val="50000"/>
                        <a:lumOff val="50000"/>
                      </a:schemeClr>
                    </a:solidFill>
                  </a:tcPr>
                </a:tc>
                <a:tc>
                  <a:txBody>
                    <a:bodyPr/>
                    <a:lstStyle/>
                    <a:p>
                      <a:pPr algn="l" fontAlgn="b"/>
                      <a:r>
                        <a:rPr lang="en-US" sz="1400" b="0" i="0" u="none" strike="noStrike" dirty="0">
                          <a:effectLst/>
                          <a:latin typeface="Calibri" panose="020F0502020204030204" pitchFamily="34" charset="0"/>
                        </a:rPr>
                        <a:t>FORTRAN, open-source, no longer available/supported</a:t>
                      </a:r>
                    </a:p>
                  </a:txBody>
                  <a:tcPr marL="9525" marR="9525" marT="9525" marB="0">
                    <a:solidFill>
                      <a:schemeClr val="tx1">
                        <a:lumMod val="50000"/>
                        <a:lumOff val="50000"/>
                      </a:schemeClr>
                    </a:solidFill>
                  </a:tcPr>
                </a:tc>
                <a:tc>
                  <a:txBody>
                    <a:bodyPr/>
                    <a:lstStyle/>
                    <a:p>
                      <a:pPr algn="l" fontAlgn="b"/>
                      <a:r>
                        <a:rPr lang="en-US" sz="1400" u="none" strike="noStrike">
                          <a:effectLst/>
                        </a:rPr>
                        <a:t>2</a:t>
                      </a:r>
                      <a:endParaRPr lang="en-US" sz="1400" b="0" i="0" u="none" strike="noStrike">
                        <a:effectLst/>
                        <a:latin typeface="Calibri" panose="020F0502020204030204" pitchFamily="34" charset="0"/>
                      </a:endParaRPr>
                    </a:p>
                  </a:txBody>
                  <a:tcPr marL="9525" marR="9525" marT="9525" marB="0">
                    <a:solidFill>
                      <a:schemeClr val="tx1">
                        <a:lumMod val="50000"/>
                        <a:lumOff val="50000"/>
                      </a:schemeClr>
                    </a:solidFill>
                  </a:tcPr>
                </a:tc>
                <a:tc>
                  <a:txBody>
                    <a:bodyPr/>
                    <a:lstStyle/>
                    <a:p>
                      <a:pPr algn="l" fontAlgn="b"/>
                      <a:r>
                        <a:rPr lang="en-US" sz="1400" b="0" i="0" u="none" strike="noStrike" dirty="0">
                          <a:effectLst/>
                          <a:latin typeface="Calibri" panose="020F0502020204030204" pitchFamily="34" charset="0"/>
                        </a:rPr>
                        <a:t>0.9</a:t>
                      </a:r>
                    </a:p>
                  </a:txBody>
                  <a:tcPr marL="9525" marR="9525" marT="9525" marB="0">
                    <a:solidFill>
                      <a:schemeClr val="tx1">
                        <a:lumMod val="50000"/>
                        <a:lumOff val="50000"/>
                      </a:schemeClr>
                    </a:solidFill>
                  </a:tcPr>
                </a:tc>
                <a:extLst>
                  <a:ext uri="{0D108BD9-81ED-4DB2-BD59-A6C34878D82A}">
                    <a16:rowId xmlns:a16="http://schemas.microsoft.com/office/drawing/2014/main" val="2867946078"/>
                  </a:ext>
                </a:extLst>
              </a:tr>
              <a:tr h="415698">
                <a:tc>
                  <a:txBody>
                    <a:bodyPr/>
                    <a:lstStyle/>
                    <a:p>
                      <a:pPr algn="l" fontAlgn="b"/>
                      <a:r>
                        <a:rPr lang="en-US" sz="1400" u="none" strike="noStrike" dirty="0" err="1">
                          <a:effectLst/>
                        </a:rPr>
                        <a:t>VolcFlow</a:t>
                      </a:r>
                      <a:endParaRPr lang="en-US" sz="1400" b="0" i="0" u="none" strike="noStrike" dirty="0">
                        <a:effectLst/>
                        <a:latin typeface="Calibri" panose="020F0502020204030204" pitchFamily="34" charset="0"/>
                      </a:endParaRPr>
                    </a:p>
                  </a:txBody>
                  <a:tcPr marL="9525" marR="9525" marT="9525" marB="0">
                    <a:solidFill>
                      <a:srgbClr val="CC99CC"/>
                    </a:solidFill>
                  </a:tcPr>
                </a:tc>
                <a:tc>
                  <a:txBody>
                    <a:bodyPr/>
                    <a:lstStyle/>
                    <a:p>
                      <a:pPr algn="l" fontAlgn="b"/>
                      <a:r>
                        <a:rPr lang="en-US" sz="1400" u="none" strike="noStrike" dirty="0" err="1">
                          <a:effectLst/>
                        </a:rPr>
                        <a:t>Kelfoun</a:t>
                      </a:r>
                      <a:r>
                        <a:rPr lang="en-US" sz="1400" u="none" strike="noStrike" dirty="0">
                          <a:effectLst/>
                        </a:rPr>
                        <a:t> &amp; Druitt (2005)</a:t>
                      </a:r>
                      <a:endParaRPr lang="en-US" sz="1400" b="0" i="0" u="none" strike="noStrike" dirty="0">
                        <a:effectLst/>
                        <a:latin typeface="Calibri" panose="020F0502020204030204" pitchFamily="34" charset="0"/>
                      </a:endParaRPr>
                    </a:p>
                  </a:txBody>
                  <a:tcPr marL="9525" marR="9525" marT="9525" marB="0">
                    <a:solidFill>
                      <a:srgbClr val="CC99CC"/>
                    </a:solidFill>
                  </a:tcPr>
                </a:tc>
                <a:tc>
                  <a:txBody>
                    <a:bodyPr/>
                    <a:lstStyle/>
                    <a:p>
                      <a:pPr algn="l" fontAlgn="b"/>
                      <a:r>
                        <a:rPr lang="en-US" sz="1400" b="0" i="0" u="none" strike="noStrike" dirty="0">
                          <a:effectLst/>
                          <a:latin typeface="Calibri" panose="020F0502020204030204" pitchFamily="34" charset="0"/>
                        </a:rPr>
                        <a:t>Geophysical mass flow model developed for granular flows but with multiple rheology options for lahars, one-fluid and two-fluid options</a:t>
                      </a:r>
                    </a:p>
                  </a:txBody>
                  <a:tcPr marL="9525" marR="9525" marT="9525" marB="0">
                    <a:solidFill>
                      <a:srgbClr val="CC99CC"/>
                    </a:solidFill>
                  </a:tcPr>
                </a:tc>
                <a:tc>
                  <a:txBody>
                    <a:bodyPr/>
                    <a:lstStyle/>
                    <a:p>
                      <a:pPr algn="l" fontAlgn="b"/>
                      <a:r>
                        <a:rPr lang="en-US" sz="1400" b="0" i="0" u="none" strike="noStrike" dirty="0">
                          <a:effectLst/>
                          <a:latin typeface="Calibri" panose="020F0502020204030204" pitchFamily="34" charset="0"/>
                        </a:rPr>
                        <a:t>Free, open-source but requires </a:t>
                      </a:r>
                      <a:r>
                        <a:rPr lang="en-US" sz="1400" b="0" i="0" u="none" strike="noStrike" dirty="0" err="1">
                          <a:effectLst/>
                          <a:latin typeface="Calibri" panose="020F0502020204030204" pitchFamily="34" charset="0"/>
                        </a:rPr>
                        <a:t>Matlab</a:t>
                      </a:r>
                      <a:endParaRPr lang="en-US" sz="1400" b="0" i="0" u="none" strike="noStrike" dirty="0">
                        <a:effectLst/>
                        <a:latin typeface="Calibri" panose="020F0502020204030204" pitchFamily="34" charset="0"/>
                      </a:endParaRPr>
                    </a:p>
                  </a:txBody>
                  <a:tcPr marL="9525" marR="9525" marT="9525" marB="0">
                    <a:solidFill>
                      <a:srgbClr val="CC99CC"/>
                    </a:solidFill>
                  </a:tcPr>
                </a:tc>
                <a:tc>
                  <a:txBody>
                    <a:bodyPr/>
                    <a:lstStyle/>
                    <a:p>
                      <a:pPr algn="l" fontAlgn="b"/>
                      <a:r>
                        <a:rPr lang="en-US" sz="1400" u="none" strike="noStrike" dirty="0">
                          <a:effectLst/>
                        </a:rPr>
                        <a:t>2</a:t>
                      </a:r>
                      <a:endParaRPr lang="en-US" sz="1400" b="0" i="0" u="none" strike="noStrike" dirty="0">
                        <a:effectLst/>
                        <a:latin typeface="Calibri" panose="020F0502020204030204" pitchFamily="34" charset="0"/>
                      </a:endParaRPr>
                    </a:p>
                  </a:txBody>
                  <a:tcPr marL="9525" marR="9525" marT="9525" marB="0">
                    <a:solidFill>
                      <a:srgbClr val="CC99CC"/>
                    </a:solidFill>
                  </a:tcPr>
                </a:tc>
                <a:tc>
                  <a:txBody>
                    <a:bodyPr/>
                    <a:lstStyle/>
                    <a:p>
                      <a:pPr algn="l" fontAlgn="b"/>
                      <a:r>
                        <a:rPr lang="en-US" sz="1400" b="0" i="0" u="none" strike="noStrike" dirty="0">
                          <a:effectLst/>
                          <a:latin typeface="Calibri" panose="020F0502020204030204" pitchFamily="34" charset="0"/>
                        </a:rPr>
                        <a:t>0.9</a:t>
                      </a:r>
                    </a:p>
                  </a:txBody>
                  <a:tcPr marL="9525" marR="9525" marT="9525" marB="0">
                    <a:solidFill>
                      <a:srgbClr val="CC99CC"/>
                    </a:solidFill>
                  </a:tcPr>
                </a:tc>
                <a:extLst>
                  <a:ext uri="{0D108BD9-81ED-4DB2-BD59-A6C34878D82A}">
                    <a16:rowId xmlns:a16="http://schemas.microsoft.com/office/drawing/2014/main" val="3857297535"/>
                  </a:ext>
                </a:extLst>
              </a:tr>
              <a:tr h="415698">
                <a:tc>
                  <a:txBody>
                    <a:bodyPr/>
                    <a:lstStyle/>
                    <a:p>
                      <a:pPr algn="l" fontAlgn="b"/>
                      <a:r>
                        <a:rPr lang="en-US" sz="1400" u="none" strike="noStrike" dirty="0">
                          <a:effectLst/>
                        </a:rPr>
                        <a:t>Unnamed cost-distance model</a:t>
                      </a:r>
                      <a:endParaRPr lang="en-US" sz="1400" b="0" i="0" u="none" strike="noStrike" dirty="0">
                        <a:effectLst/>
                        <a:latin typeface="Calibri" panose="020F0502020204030204" pitchFamily="34" charset="0"/>
                      </a:endParaRPr>
                    </a:p>
                  </a:txBody>
                  <a:tcPr marL="9525" marR="9525" marT="9525" marB="0">
                    <a:solidFill>
                      <a:schemeClr val="tx1">
                        <a:lumMod val="50000"/>
                        <a:lumOff val="50000"/>
                      </a:schemeClr>
                    </a:solidFill>
                  </a:tcPr>
                </a:tc>
                <a:tc>
                  <a:txBody>
                    <a:bodyPr/>
                    <a:lstStyle/>
                    <a:p>
                      <a:pPr algn="l" fontAlgn="b"/>
                      <a:r>
                        <a:rPr lang="en-US" sz="1400" u="none" strike="noStrike" dirty="0" err="1">
                          <a:effectLst/>
                        </a:rPr>
                        <a:t>Barrantes</a:t>
                      </a:r>
                      <a:r>
                        <a:rPr lang="en-US" sz="1400" u="none" strike="noStrike" dirty="0">
                          <a:effectLst/>
                        </a:rPr>
                        <a:t> Castillo &amp; </a:t>
                      </a:r>
                      <a:r>
                        <a:rPr lang="en-US" sz="1400" u="none" strike="noStrike" dirty="0" err="1">
                          <a:effectLst/>
                        </a:rPr>
                        <a:t>Malavassi</a:t>
                      </a:r>
                      <a:r>
                        <a:rPr lang="en-US" sz="1400" u="none" strike="noStrike" dirty="0">
                          <a:effectLst/>
                        </a:rPr>
                        <a:t> Rojas (2015)</a:t>
                      </a:r>
                      <a:endParaRPr lang="en-US" sz="1400" b="0" i="0" u="none" strike="noStrike" dirty="0">
                        <a:effectLst/>
                        <a:latin typeface="Calibri" panose="020F0502020204030204" pitchFamily="34" charset="0"/>
                      </a:endParaRPr>
                    </a:p>
                  </a:txBody>
                  <a:tcPr marL="9525" marR="9525" marT="9525" marB="0">
                    <a:solidFill>
                      <a:schemeClr val="tx1">
                        <a:lumMod val="50000"/>
                        <a:lumOff val="50000"/>
                      </a:schemeClr>
                    </a:solidFill>
                  </a:tcPr>
                </a:tc>
                <a:tc>
                  <a:txBody>
                    <a:bodyPr/>
                    <a:lstStyle/>
                    <a:p>
                      <a:pPr algn="l" fontAlgn="b"/>
                      <a:r>
                        <a:rPr lang="en-US" sz="1400" b="0" i="0" u="none" strike="noStrike" dirty="0">
                          <a:effectLst/>
                          <a:latin typeface="Calibri" panose="020F0502020204030204" pitchFamily="34" charset="0"/>
                        </a:rPr>
                        <a:t>GIS-based cost-distance model that determines potential flow paths</a:t>
                      </a:r>
                    </a:p>
                  </a:txBody>
                  <a:tcPr marL="9525" marR="9525" marT="9525" marB="0">
                    <a:solidFill>
                      <a:schemeClr val="tx1">
                        <a:lumMod val="50000"/>
                        <a:lumOff val="50000"/>
                      </a:schemeClr>
                    </a:solidFill>
                  </a:tcPr>
                </a:tc>
                <a:tc>
                  <a:txBody>
                    <a:bodyPr/>
                    <a:lstStyle/>
                    <a:p>
                      <a:pPr algn="l" fontAlgn="b"/>
                      <a:r>
                        <a:rPr lang="en-US" sz="1400" b="0" i="0" u="none" strike="noStrike" dirty="0">
                          <a:effectLst/>
                          <a:latin typeface="Calibri" panose="020F0502020204030204" pitchFamily="34" charset="0"/>
                        </a:rPr>
                        <a:t>Not available, but could implement method in any GIS</a:t>
                      </a:r>
                    </a:p>
                  </a:txBody>
                  <a:tcPr marL="9525" marR="9525" marT="9525" marB="0">
                    <a:solidFill>
                      <a:schemeClr val="tx1">
                        <a:lumMod val="50000"/>
                        <a:lumOff val="50000"/>
                      </a:schemeClr>
                    </a:solidFill>
                  </a:tcPr>
                </a:tc>
                <a:tc>
                  <a:txBody>
                    <a:bodyPr/>
                    <a:lstStyle/>
                    <a:p>
                      <a:pPr algn="l" fontAlgn="b"/>
                      <a:r>
                        <a:rPr lang="en-US" sz="1400" u="none" strike="noStrike" dirty="0">
                          <a:effectLst/>
                        </a:rPr>
                        <a:t>1</a:t>
                      </a:r>
                      <a:endParaRPr lang="en-US" sz="1400" b="0" i="0" u="none" strike="noStrike" dirty="0">
                        <a:effectLst/>
                        <a:latin typeface="Calibri" panose="020F0502020204030204" pitchFamily="34" charset="0"/>
                      </a:endParaRPr>
                    </a:p>
                  </a:txBody>
                  <a:tcPr marL="9525" marR="9525" marT="9525" marB="0">
                    <a:solidFill>
                      <a:schemeClr val="tx1">
                        <a:lumMod val="50000"/>
                        <a:lumOff val="50000"/>
                      </a:schemeClr>
                    </a:solidFill>
                  </a:tcPr>
                </a:tc>
                <a:tc>
                  <a:txBody>
                    <a:bodyPr/>
                    <a:lstStyle/>
                    <a:p>
                      <a:pPr algn="l" fontAlgn="b"/>
                      <a:r>
                        <a:rPr lang="en-US" sz="1400" u="none" strike="noStrike" dirty="0">
                          <a:effectLst/>
                        </a:rPr>
                        <a:t>0.48</a:t>
                      </a:r>
                      <a:endParaRPr lang="en-US" sz="1400" b="0" i="0" u="none" strike="noStrike" dirty="0">
                        <a:effectLst/>
                        <a:latin typeface="Calibri" panose="020F0502020204030204" pitchFamily="34" charset="0"/>
                      </a:endParaRPr>
                    </a:p>
                  </a:txBody>
                  <a:tcPr marL="9525" marR="9525" marT="9525" marB="0">
                    <a:solidFill>
                      <a:schemeClr val="tx1">
                        <a:lumMod val="50000"/>
                        <a:lumOff val="50000"/>
                      </a:schemeClr>
                    </a:solidFill>
                  </a:tcPr>
                </a:tc>
                <a:extLst>
                  <a:ext uri="{0D108BD9-81ED-4DB2-BD59-A6C34878D82A}">
                    <a16:rowId xmlns:a16="http://schemas.microsoft.com/office/drawing/2014/main" val="1003865874"/>
                  </a:ext>
                </a:extLst>
              </a:tr>
              <a:tr h="415698">
                <a:tc>
                  <a:txBody>
                    <a:bodyPr/>
                    <a:lstStyle/>
                    <a:p>
                      <a:pPr algn="l" fontAlgn="b"/>
                      <a:r>
                        <a:rPr lang="en-US" sz="1400" u="none" strike="noStrike" dirty="0">
                          <a:effectLst/>
                        </a:rPr>
                        <a:t>Unnamed lahar model</a:t>
                      </a:r>
                      <a:endParaRPr lang="en-US" sz="1400" b="0" i="0" u="none" strike="noStrike" dirty="0">
                        <a:effectLst/>
                        <a:latin typeface="Calibri" panose="020F0502020204030204" pitchFamily="34" charset="0"/>
                      </a:endParaRPr>
                    </a:p>
                  </a:txBody>
                  <a:tcPr marL="9525" marR="9525" marT="9525" marB="0">
                    <a:solidFill>
                      <a:schemeClr val="tx1">
                        <a:lumMod val="50000"/>
                        <a:lumOff val="50000"/>
                      </a:schemeClr>
                    </a:solidFill>
                  </a:tcPr>
                </a:tc>
                <a:tc>
                  <a:txBody>
                    <a:bodyPr/>
                    <a:lstStyle/>
                    <a:p>
                      <a:pPr algn="l" fontAlgn="b"/>
                      <a:r>
                        <a:rPr lang="en-US" sz="1400" u="none" strike="noStrike" dirty="0">
                          <a:effectLst/>
                        </a:rPr>
                        <a:t>Miyamoto &amp; Ito (2003)</a:t>
                      </a:r>
                      <a:endParaRPr lang="en-US" sz="1400" b="0" i="0" u="none" strike="noStrike" dirty="0">
                        <a:effectLst/>
                        <a:latin typeface="Calibri" panose="020F0502020204030204" pitchFamily="34" charset="0"/>
                      </a:endParaRPr>
                    </a:p>
                  </a:txBody>
                  <a:tcPr marL="9525" marR="9525" marT="9525" marB="0">
                    <a:solidFill>
                      <a:schemeClr val="tx1">
                        <a:lumMod val="50000"/>
                        <a:lumOff val="50000"/>
                      </a:schemeClr>
                    </a:solidFill>
                  </a:tcPr>
                </a:tc>
                <a:tc>
                  <a:txBody>
                    <a:bodyPr/>
                    <a:lstStyle/>
                    <a:p>
                      <a:pPr algn="l" fontAlgn="b"/>
                      <a:r>
                        <a:rPr lang="en-US" sz="1400" b="0" i="0" u="none" strike="noStrike" dirty="0">
                          <a:effectLst/>
                          <a:latin typeface="Calibri" panose="020F0502020204030204" pitchFamily="34" charset="0"/>
                        </a:rPr>
                        <a:t>?</a:t>
                      </a:r>
                    </a:p>
                  </a:txBody>
                  <a:tcPr marL="9525" marR="9525" marT="9525" marB="0">
                    <a:solidFill>
                      <a:schemeClr val="tx1">
                        <a:lumMod val="50000"/>
                        <a:lumOff val="50000"/>
                      </a:schemeClr>
                    </a:solidFill>
                  </a:tcPr>
                </a:tc>
                <a:tc>
                  <a:txBody>
                    <a:bodyPr/>
                    <a:lstStyle/>
                    <a:p>
                      <a:pPr algn="l" fontAlgn="b"/>
                      <a:r>
                        <a:rPr lang="en-US" sz="1400" b="0" i="0" u="none" strike="noStrike" dirty="0">
                          <a:effectLst/>
                          <a:latin typeface="Calibri" panose="020F0502020204030204" pitchFamily="34" charset="0"/>
                        </a:rPr>
                        <a:t>?</a:t>
                      </a:r>
                    </a:p>
                  </a:txBody>
                  <a:tcPr marL="9525" marR="9525" marT="9525" marB="0">
                    <a:solidFill>
                      <a:schemeClr val="tx1">
                        <a:lumMod val="50000"/>
                        <a:lumOff val="50000"/>
                      </a:schemeClr>
                    </a:solidFill>
                  </a:tcPr>
                </a:tc>
                <a:tc>
                  <a:txBody>
                    <a:bodyPr/>
                    <a:lstStyle/>
                    <a:p>
                      <a:pPr algn="l" fontAlgn="b"/>
                      <a:r>
                        <a:rPr lang="en-US" sz="1400" u="none" strike="noStrike" dirty="0">
                          <a:effectLst/>
                        </a:rPr>
                        <a:t>1</a:t>
                      </a:r>
                      <a:endParaRPr lang="en-US" sz="1400" b="0" i="0" u="none" strike="noStrike" dirty="0">
                        <a:effectLst/>
                        <a:latin typeface="Calibri" panose="020F0502020204030204" pitchFamily="34" charset="0"/>
                      </a:endParaRPr>
                    </a:p>
                  </a:txBody>
                  <a:tcPr marL="9525" marR="9525" marT="9525" marB="0">
                    <a:solidFill>
                      <a:schemeClr val="tx1">
                        <a:lumMod val="50000"/>
                        <a:lumOff val="50000"/>
                      </a:schemeClr>
                    </a:solidFill>
                  </a:tcPr>
                </a:tc>
                <a:tc>
                  <a:txBody>
                    <a:bodyPr/>
                    <a:lstStyle/>
                    <a:p>
                      <a:pPr algn="l" fontAlgn="b"/>
                      <a:r>
                        <a:rPr lang="en-US" sz="1400" u="none" strike="noStrike" dirty="0">
                          <a:effectLst/>
                        </a:rPr>
                        <a:t>0.48</a:t>
                      </a:r>
                      <a:endParaRPr lang="en-US" sz="1400" b="0" i="0" u="none" strike="noStrike" dirty="0">
                        <a:effectLst/>
                        <a:latin typeface="Calibri" panose="020F0502020204030204" pitchFamily="34" charset="0"/>
                      </a:endParaRPr>
                    </a:p>
                  </a:txBody>
                  <a:tcPr marL="9525" marR="9525" marT="9525" marB="0">
                    <a:solidFill>
                      <a:schemeClr val="tx1">
                        <a:lumMod val="50000"/>
                        <a:lumOff val="50000"/>
                      </a:schemeClr>
                    </a:solidFill>
                  </a:tcPr>
                </a:tc>
                <a:extLst>
                  <a:ext uri="{0D108BD9-81ED-4DB2-BD59-A6C34878D82A}">
                    <a16:rowId xmlns:a16="http://schemas.microsoft.com/office/drawing/2014/main" val="1908326832"/>
                  </a:ext>
                </a:extLst>
              </a:tr>
              <a:tr h="415698">
                <a:tc>
                  <a:txBody>
                    <a:bodyPr/>
                    <a:lstStyle/>
                    <a:p>
                      <a:pPr algn="l" fontAlgn="b"/>
                      <a:r>
                        <a:rPr lang="en-US" sz="1400" u="none" strike="noStrike" dirty="0">
                          <a:effectLst/>
                        </a:rPr>
                        <a:t>Unnamed lahar travel time model</a:t>
                      </a:r>
                      <a:endParaRPr lang="en-US" sz="1400" b="0" i="0" u="none" strike="noStrike" dirty="0">
                        <a:effectLst/>
                        <a:latin typeface="Calibri" panose="020F0502020204030204" pitchFamily="34" charset="0"/>
                      </a:endParaRPr>
                    </a:p>
                  </a:txBody>
                  <a:tcPr marL="9525" marR="9525" marT="9525" marB="0">
                    <a:solidFill>
                      <a:srgbClr val="99FFFF">
                        <a:alpha val="20000"/>
                      </a:srgbClr>
                    </a:solidFill>
                  </a:tcPr>
                </a:tc>
                <a:tc>
                  <a:txBody>
                    <a:bodyPr/>
                    <a:lstStyle/>
                    <a:p>
                      <a:pPr algn="l" fontAlgn="b"/>
                      <a:r>
                        <a:rPr lang="en-US" sz="1400" u="none" strike="noStrike" dirty="0">
                          <a:effectLst/>
                        </a:rPr>
                        <a:t>Pierson (1998)</a:t>
                      </a:r>
                      <a:endParaRPr lang="en-US" sz="1400" b="0" i="0" u="none" strike="noStrike" dirty="0">
                        <a:effectLst/>
                        <a:latin typeface="Calibri" panose="020F0502020204030204" pitchFamily="34" charset="0"/>
                      </a:endParaRPr>
                    </a:p>
                  </a:txBody>
                  <a:tcPr marL="9525" marR="9525" marT="9525" marB="0">
                    <a:solidFill>
                      <a:srgbClr val="99FFFF">
                        <a:alpha val="20000"/>
                      </a:srgbClr>
                    </a:solidFill>
                  </a:tcPr>
                </a:tc>
                <a:tc>
                  <a:txBody>
                    <a:bodyPr/>
                    <a:lstStyle/>
                    <a:p>
                      <a:pPr algn="l" fontAlgn="b"/>
                      <a:r>
                        <a:rPr lang="en-US" sz="1400" b="0" i="0" u="none" strike="noStrike" dirty="0">
                          <a:effectLst/>
                          <a:latin typeface="Calibri" panose="020F0502020204030204" pitchFamily="34" charset="0"/>
                        </a:rPr>
                        <a:t>Empirical lahar travel time model, does not model inundation</a:t>
                      </a:r>
                    </a:p>
                  </a:txBody>
                  <a:tcPr marL="9525" marR="9525" marT="9525" marB="0">
                    <a:solidFill>
                      <a:srgbClr val="99FFFF">
                        <a:alpha val="20000"/>
                      </a:srgbClr>
                    </a:solidFill>
                  </a:tcPr>
                </a:tc>
                <a:tc>
                  <a:txBody>
                    <a:bodyPr/>
                    <a:lstStyle/>
                    <a:p>
                      <a:pPr algn="l" fontAlgn="b"/>
                      <a:r>
                        <a:rPr lang="en-US" sz="1400" b="0" i="0" u="none" strike="noStrike" dirty="0">
                          <a:effectLst/>
                          <a:latin typeface="Calibri" panose="020F0502020204030204" pitchFamily="34" charset="0"/>
                        </a:rPr>
                        <a:t>Equations relating flow volume, distance, and time available</a:t>
                      </a:r>
                    </a:p>
                  </a:txBody>
                  <a:tcPr marL="9525" marR="9525" marT="9525" marB="0">
                    <a:solidFill>
                      <a:srgbClr val="99FFFF">
                        <a:alpha val="20000"/>
                      </a:srgbClr>
                    </a:solidFill>
                  </a:tcPr>
                </a:tc>
                <a:tc>
                  <a:txBody>
                    <a:bodyPr/>
                    <a:lstStyle/>
                    <a:p>
                      <a:pPr algn="l" fontAlgn="b"/>
                      <a:r>
                        <a:rPr lang="en-US" sz="1400" u="none" strike="noStrike" dirty="0">
                          <a:effectLst/>
                        </a:rPr>
                        <a:t>1</a:t>
                      </a:r>
                      <a:endParaRPr lang="en-US" sz="1400" b="0" i="0" u="none" strike="noStrike" dirty="0">
                        <a:effectLst/>
                        <a:latin typeface="Calibri" panose="020F0502020204030204" pitchFamily="34" charset="0"/>
                      </a:endParaRPr>
                    </a:p>
                  </a:txBody>
                  <a:tcPr marL="9525" marR="9525" marT="9525" marB="0">
                    <a:solidFill>
                      <a:srgbClr val="99FFFF">
                        <a:alpha val="20000"/>
                      </a:srgbClr>
                    </a:solidFill>
                  </a:tcPr>
                </a:tc>
                <a:tc>
                  <a:txBody>
                    <a:bodyPr/>
                    <a:lstStyle/>
                    <a:p>
                      <a:pPr algn="l" fontAlgn="b"/>
                      <a:r>
                        <a:rPr lang="en-US" sz="1400" u="none" strike="noStrike" dirty="0">
                          <a:effectLst/>
                        </a:rPr>
                        <a:t>00.48</a:t>
                      </a:r>
                      <a:endParaRPr lang="en-US" sz="1400" b="0" i="0" u="none" strike="noStrike" dirty="0">
                        <a:effectLst/>
                        <a:latin typeface="Calibri" panose="020F0502020204030204" pitchFamily="34" charset="0"/>
                      </a:endParaRPr>
                    </a:p>
                  </a:txBody>
                  <a:tcPr marL="9525" marR="9525" marT="9525" marB="0">
                    <a:solidFill>
                      <a:srgbClr val="99FFFF">
                        <a:alpha val="20000"/>
                      </a:srgbClr>
                    </a:solidFill>
                  </a:tcPr>
                </a:tc>
                <a:extLst>
                  <a:ext uri="{0D108BD9-81ED-4DB2-BD59-A6C34878D82A}">
                    <a16:rowId xmlns:a16="http://schemas.microsoft.com/office/drawing/2014/main" val="3581391729"/>
                  </a:ext>
                </a:extLst>
              </a:tr>
              <a:tr h="415698">
                <a:tc>
                  <a:txBody>
                    <a:bodyPr/>
                    <a:lstStyle/>
                    <a:p>
                      <a:pPr algn="l" fontAlgn="b"/>
                      <a:r>
                        <a:rPr lang="en-US" sz="1400" u="none" strike="noStrike" dirty="0">
                          <a:effectLst/>
                        </a:rPr>
                        <a:t>Unnamed mass flow model</a:t>
                      </a:r>
                      <a:endParaRPr lang="en-US" sz="1400" b="0" i="0" u="none" strike="noStrike" dirty="0">
                        <a:effectLst/>
                        <a:latin typeface="Calibri" panose="020F0502020204030204" pitchFamily="34" charset="0"/>
                      </a:endParaRPr>
                    </a:p>
                  </a:txBody>
                  <a:tcPr marL="9525" marR="9525" marT="9525" marB="0">
                    <a:solidFill>
                      <a:schemeClr val="tx1">
                        <a:lumMod val="50000"/>
                        <a:lumOff val="50000"/>
                      </a:schemeClr>
                    </a:solidFill>
                  </a:tcPr>
                </a:tc>
                <a:tc>
                  <a:txBody>
                    <a:bodyPr/>
                    <a:lstStyle/>
                    <a:p>
                      <a:pPr algn="l" fontAlgn="b"/>
                      <a:r>
                        <a:rPr lang="en-US" sz="1400" u="none" strike="noStrike" dirty="0" err="1">
                          <a:effectLst/>
                        </a:rPr>
                        <a:t>Mastrolorenzo</a:t>
                      </a:r>
                      <a:r>
                        <a:rPr lang="en-US" sz="1400" u="none" strike="noStrike" dirty="0">
                          <a:effectLst/>
                        </a:rPr>
                        <a:t> &amp; </a:t>
                      </a:r>
                      <a:r>
                        <a:rPr lang="en-US" sz="1400" u="none" strike="noStrike" dirty="0" err="1">
                          <a:effectLst/>
                        </a:rPr>
                        <a:t>Pappalardo</a:t>
                      </a:r>
                      <a:r>
                        <a:rPr lang="en-US" sz="1400" u="none" strike="noStrike" dirty="0">
                          <a:effectLst/>
                        </a:rPr>
                        <a:t> (2010)</a:t>
                      </a:r>
                      <a:endParaRPr lang="en-US" sz="1400" b="0" i="0" u="none" strike="noStrike" dirty="0">
                        <a:effectLst/>
                        <a:latin typeface="Calibri" panose="020F0502020204030204" pitchFamily="34" charset="0"/>
                      </a:endParaRPr>
                    </a:p>
                  </a:txBody>
                  <a:tcPr marL="9525" marR="9525" marT="9525" marB="0">
                    <a:solidFill>
                      <a:schemeClr val="tx1">
                        <a:lumMod val="50000"/>
                        <a:lumOff val="50000"/>
                      </a:schemeClr>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0" i="0" u="none" strike="noStrike" dirty="0">
                          <a:effectLst/>
                          <a:latin typeface="Calibri" panose="020F0502020204030204" pitchFamily="34" charset="0"/>
                        </a:rPr>
                        <a:t>Geophysical mass flow model developed for granular flows but with multiple rheology options for lahars</a:t>
                      </a:r>
                    </a:p>
                  </a:txBody>
                  <a:tcPr marL="9525" marR="9525" marT="9525" marB="0">
                    <a:solidFill>
                      <a:schemeClr val="tx1">
                        <a:lumMod val="50000"/>
                        <a:lumOff val="50000"/>
                      </a:schemeClr>
                    </a:solidFill>
                  </a:tcPr>
                </a:tc>
                <a:tc>
                  <a:txBody>
                    <a:bodyPr/>
                    <a:lstStyle/>
                    <a:p>
                      <a:pPr algn="l" fontAlgn="b"/>
                      <a:r>
                        <a:rPr lang="en-US" sz="1400" b="0" i="0" u="none" strike="noStrike" dirty="0">
                          <a:effectLst/>
                          <a:latin typeface="Calibri" panose="020F0502020204030204" pitchFamily="34" charset="0"/>
                        </a:rPr>
                        <a:t>Not available</a:t>
                      </a:r>
                    </a:p>
                  </a:txBody>
                  <a:tcPr marL="9525" marR="9525" marT="9525" marB="0">
                    <a:solidFill>
                      <a:schemeClr val="tx1">
                        <a:lumMod val="50000"/>
                        <a:lumOff val="50000"/>
                      </a:schemeClr>
                    </a:solidFill>
                  </a:tcPr>
                </a:tc>
                <a:tc>
                  <a:txBody>
                    <a:bodyPr/>
                    <a:lstStyle/>
                    <a:p>
                      <a:pPr algn="l" fontAlgn="b"/>
                      <a:r>
                        <a:rPr lang="en-US" sz="1400" u="none" strike="noStrike" dirty="0">
                          <a:effectLst/>
                        </a:rPr>
                        <a:t>1</a:t>
                      </a:r>
                      <a:endParaRPr lang="en-US" sz="1400" b="0" i="0" u="none" strike="noStrike" dirty="0">
                        <a:effectLst/>
                        <a:latin typeface="Calibri" panose="020F0502020204030204" pitchFamily="34" charset="0"/>
                      </a:endParaRPr>
                    </a:p>
                  </a:txBody>
                  <a:tcPr marL="9525" marR="9525" marT="9525" marB="0">
                    <a:solidFill>
                      <a:schemeClr val="tx1">
                        <a:lumMod val="50000"/>
                        <a:lumOff val="50000"/>
                      </a:schemeClr>
                    </a:solidFill>
                  </a:tcPr>
                </a:tc>
                <a:tc>
                  <a:txBody>
                    <a:bodyPr/>
                    <a:lstStyle/>
                    <a:p>
                      <a:pPr algn="l" fontAlgn="b"/>
                      <a:r>
                        <a:rPr lang="en-US" sz="1400" u="none" strike="noStrike" dirty="0">
                          <a:effectLst/>
                        </a:rPr>
                        <a:t>0.48</a:t>
                      </a:r>
                      <a:endParaRPr lang="en-US" sz="1400" b="0" i="0" u="none" strike="noStrike" dirty="0">
                        <a:effectLst/>
                        <a:latin typeface="Calibri" panose="020F0502020204030204" pitchFamily="34" charset="0"/>
                      </a:endParaRPr>
                    </a:p>
                  </a:txBody>
                  <a:tcPr marL="9525" marR="9525" marT="9525" marB="0">
                    <a:solidFill>
                      <a:schemeClr val="tx1">
                        <a:lumMod val="50000"/>
                        <a:lumOff val="50000"/>
                      </a:schemeClr>
                    </a:solidFill>
                  </a:tcPr>
                </a:tc>
                <a:extLst>
                  <a:ext uri="{0D108BD9-81ED-4DB2-BD59-A6C34878D82A}">
                    <a16:rowId xmlns:a16="http://schemas.microsoft.com/office/drawing/2014/main" val="1325802302"/>
                  </a:ext>
                </a:extLst>
              </a:tr>
            </a:tbl>
          </a:graphicData>
        </a:graphic>
      </p:graphicFrame>
      <p:grpSp>
        <p:nvGrpSpPr>
          <p:cNvPr id="2" name="Group 1">
            <a:extLst>
              <a:ext uri="{FF2B5EF4-FFF2-40B4-BE49-F238E27FC236}">
                <a16:creationId xmlns:a16="http://schemas.microsoft.com/office/drawing/2014/main" id="{BD4F965A-7438-80CE-2FD5-EBF28270876B}"/>
              </a:ext>
            </a:extLst>
          </p:cNvPr>
          <p:cNvGrpSpPr/>
          <p:nvPr/>
        </p:nvGrpSpPr>
        <p:grpSpPr>
          <a:xfrm>
            <a:off x="0" y="6362366"/>
            <a:ext cx="12301844" cy="640080"/>
            <a:chOff x="0" y="6361501"/>
            <a:chExt cx="12301844" cy="640080"/>
          </a:xfrm>
        </p:grpSpPr>
        <p:sp>
          <p:nvSpPr>
            <p:cNvPr id="3" name="Rectangle 2">
              <a:extLst>
                <a:ext uri="{FF2B5EF4-FFF2-40B4-BE49-F238E27FC236}">
                  <a16:creationId xmlns:a16="http://schemas.microsoft.com/office/drawing/2014/main" id="{E7DC6D3D-5105-E3D0-D517-927E8A471178}"/>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4" name="Group 3">
              <a:extLst>
                <a:ext uri="{FF2B5EF4-FFF2-40B4-BE49-F238E27FC236}">
                  <a16:creationId xmlns:a16="http://schemas.microsoft.com/office/drawing/2014/main" id="{577BD5F8-672A-03E6-8BBE-31B4C6CA8F23}"/>
                </a:ext>
              </a:extLst>
            </p:cNvPr>
            <p:cNvGrpSpPr/>
            <p:nvPr/>
          </p:nvGrpSpPr>
          <p:grpSpPr>
            <a:xfrm>
              <a:off x="2" y="6361501"/>
              <a:ext cx="12301842" cy="640080"/>
              <a:chOff x="2" y="6361501"/>
              <a:chExt cx="12301842" cy="640080"/>
            </a:xfrm>
          </p:grpSpPr>
          <p:pic>
            <p:nvPicPr>
              <p:cNvPr id="5" name="Picture 4" descr="USGS.png">
                <a:extLst>
                  <a:ext uri="{FF2B5EF4-FFF2-40B4-BE49-F238E27FC236}">
                    <a16:creationId xmlns:a16="http://schemas.microsoft.com/office/drawing/2014/main" id="{24818743-2482-1E1B-5CAA-A1A8951B05E8}"/>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6" name="Picture 5" descr="Horizontal_CMYK_600.tif">
                <a:extLst>
                  <a:ext uri="{FF2B5EF4-FFF2-40B4-BE49-F238E27FC236}">
                    <a16:creationId xmlns:a16="http://schemas.microsoft.com/office/drawing/2014/main" id="{FADECAA7-03EB-19DE-5737-2C7448D01A2B}"/>
                  </a:ext>
                </a:extLst>
              </p:cNvPr>
              <p:cNvPicPr>
                <a:picLocks noChangeAspect="1"/>
              </p:cNvPicPr>
              <p:nvPr/>
            </p:nvPicPr>
            <p:blipFill rotWithShape="1">
              <a:blip r:embed="rId3"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7" name="Picture 6">
                <a:extLst>
                  <a:ext uri="{FF2B5EF4-FFF2-40B4-BE49-F238E27FC236}">
                    <a16:creationId xmlns:a16="http://schemas.microsoft.com/office/drawing/2014/main" id="{C9FB06A8-95FA-EE04-287C-DE9793582748}"/>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5205708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Modeling volcanic flows</a:t>
            </a:r>
          </a:p>
        </p:txBody>
      </p:sp>
      <p:sp>
        <p:nvSpPr>
          <p:cNvPr id="3" name="Content Placeholder 2"/>
          <p:cNvSpPr>
            <a:spLocks noGrp="1"/>
          </p:cNvSpPr>
          <p:nvPr>
            <p:ph idx="1"/>
          </p:nvPr>
        </p:nvSpPr>
        <p:spPr/>
        <p:txBody>
          <a:bodyPr/>
          <a:lstStyle/>
          <a:p>
            <a:r>
              <a:rPr lang="en-US" dirty="0"/>
              <a:t>“All models are wrong, but some are useful” –statistician George Box</a:t>
            </a:r>
          </a:p>
          <a:p>
            <a:r>
              <a:rPr lang="en-US" dirty="0"/>
              <a:t>Different models are wrong in different ways (make different simplifications and assumptions)</a:t>
            </a:r>
          </a:p>
          <a:p>
            <a:r>
              <a:rPr lang="en-US" dirty="0"/>
              <a:t>Different models might be more wrong (or more useful) for certain questions, types of hazards, or situations</a:t>
            </a:r>
          </a:p>
          <a:p>
            <a:pPr lvl="1"/>
            <a:r>
              <a:rPr lang="en-US" dirty="0"/>
              <a:t>One model might be better for simulating large PDCs than small PDCs, or one model might be better at simulating velocities while another is better at simulating inundation</a:t>
            </a:r>
          </a:p>
          <a:p>
            <a:pPr lvl="1"/>
            <a:r>
              <a:rPr lang="en-US" dirty="0"/>
              <a:t>One model might be better if you only have a short amount of time, or if you have a poor quality DEM</a:t>
            </a:r>
          </a:p>
          <a:p>
            <a:endParaRPr lang="en-US" dirty="0"/>
          </a:p>
        </p:txBody>
      </p:sp>
      <p:grpSp>
        <p:nvGrpSpPr>
          <p:cNvPr id="4" name="Group 3">
            <a:extLst>
              <a:ext uri="{FF2B5EF4-FFF2-40B4-BE49-F238E27FC236}">
                <a16:creationId xmlns:a16="http://schemas.microsoft.com/office/drawing/2014/main" id="{ED230956-AA07-9CC9-D9F9-5D936B0815CD}"/>
              </a:ext>
            </a:extLst>
          </p:cNvPr>
          <p:cNvGrpSpPr/>
          <p:nvPr/>
        </p:nvGrpSpPr>
        <p:grpSpPr>
          <a:xfrm>
            <a:off x="0" y="6362366"/>
            <a:ext cx="12301844" cy="640080"/>
            <a:chOff x="0" y="6361501"/>
            <a:chExt cx="12301844" cy="640080"/>
          </a:xfrm>
        </p:grpSpPr>
        <p:sp>
          <p:nvSpPr>
            <p:cNvPr id="5" name="Rectangle 4">
              <a:extLst>
                <a:ext uri="{FF2B5EF4-FFF2-40B4-BE49-F238E27FC236}">
                  <a16:creationId xmlns:a16="http://schemas.microsoft.com/office/drawing/2014/main" id="{CBC9B6CC-3395-BBC7-783F-EEDE54430078}"/>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6" name="Group 5">
              <a:extLst>
                <a:ext uri="{FF2B5EF4-FFF2-40B4-BE49-F238E27FC236}">
                  <a16:creationId xmlns:a16="http://schemas.microsoft.com/office/drawing/2014/main" id="{848E53A2-7676-D576-2FF4-2E3C5FBA73C6}"/>
                </a:ext>
              </a:extLst>
            </p:cNvPr>
            <p:cNvGrpSpPr/>
            <p:nvPr/>
          </p:nvGrpSpPr>
          <p:grpSpPr>
            <a:xfrm>
              <a:off x="2" y="6361501"/>
              <a:ext cx="12301842" cy="640080"/>
              <a:chOff x="2" y="6361501"/>
              <a:chExt cx="12301842" cy="640080"/>
            </a:xfrm>
          </p:grpSpPr>
          <p:pic>
            <p:nvPicPr>
              <p:cNvPr id="7" name="Picture 6" descr="USGS.png">
                <a:extLst>
                  <a:ext uri="{FF2B5EF4-FFF2-40B4-BE49-F238E27FC236}">
                    <a16:creationId xmlns:a16="http://schemas.microsoft.com/office/drawing/2014/main" id="{2C65C8D5-048E-DD8F-9FCB-EB723C9BE598}"/>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8" name="Picture 7" descr="Horizontal_CMYK_600.tif">
                <a:extLst>
                  <a:ext uri="{FF2B5EF4-FFF2-40B4-BE49-F238E27FC236}">
                    <a16:creationId xmlns:a16="http://schemas.microsoft.com/office/drawing/2014/main" id="{D59AC953-78D4-C9BF-8198-165EF34AA6F0}"/>
                  </a:ext>
                </a:extLst>
              </p:cNvPr>
              <p:cNvPicPr>
                <a:picLocks noChangeAspect="1"/>
              </p:cNvPicPr>
              <p:nvPr/>
            </p:nvPicPr>
            <p:blipFill rotWithShape="1">
              <a:blip r:embed="rId3"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9" name="Picture 8">
                <a:extLst>
                  <a:ext uri="{FF2B5EF4-FFF2-40B4-BE49-F238E27FC236}">
                    <a16:creationId xmlns:a16="http://schemas.microsoft.com/office/drawing/2014/main" id="{6E704E7F-A1A3-0447-3C89-37B035C44A37}"/>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16027721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Down Arrow 13"/>
          <p:cNvSpPr/>
          <p:nvPr/>
        </p:nvSpPr>
        <p:spPr>
          <a:xfrm>
            <a:off x="2031314" y="613738"/>
            <a:ext cx="313040" cy="5845025"/>
          </a:xfrm>
          <a:prstGeom prst="downArrow">
            <a:avLst/>
          </a:prstGeom>
          <a:solidFill>
            <a:srgbClr val="FF0000"/>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p:cNvSpPr txBox="1"/>
          <p:nvPr/>
        </p:nvSpPr>
        <p:spPr>
          <a:xfrm rot="16200000">
            <a:off x="-487202" y="3269204"/>
            <a:ext cx="4852610" cy="369332"/>
          </a:xfrm>
          <a:prstGeom prst="rect">
            <a:avLst/>
          </a:prstGeom>
          <a:noFill/>
        </p:spPr>
        <p:txBody>
          <a:bodyPr wrap="none" rtlCol="0">
            <a:spAutoFit/>
          </a:bodyPr>
          <a:lstStyle/>
          <a:p>
            <a:r>
              <a:rPr lang="en-US" dirty="0"/>
              <a:t>Increasing complexity and computational time</a:t>
            </a:r>
          </a:p>
        </p:txBody>
      </p:sp>
      <p:sp>
        <p:nvSpPr>
          <p:cNvPr id="3" name="Rectangle 2"/>
          <p:cNvSpPr/>
          <p:nvPr/>
        </p:nvSpPr>
        <p:spPr>
          <a:xfrm>
            <a:off x="2529039" y="420234"/>
            <a:ext cx="3742029" cy="1943493"/>
          </a:xfrm>
          <a:prstGeom prst="rect">
            <a:avLst/>
          </a:prstGeom>
          <a:solidFill>
            <a:schemeClr val="bg1"/>
          </a:solidFill>
          <a:ln w="28575">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6271067" y="420234"/>
            <a:ext cx="4093999" cy="1943493"/>
          </a:xfrm>
          <a:prstGeom prst="rect">
            <a:avLst/>
          </a:prstGeom>
          <a:solidFill>
            <a:schemeClr val="bg1"/>
          </a:solidFill>
          <a:ln w="28575">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271066" y="2581368"/>
            <a:ext cx="4093999" cy="1647555"/>
          </a:xfrm>
          <a:prstGeom prst="rect">
            <a:avLst/>
          </a:prstGeom>
          <a:solidFill>
            <a:schemeClr val="bg1"/>
          </a:solidFill>
          <a:ln w="28575">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6241108" y="2698843"/>
            <a:ext cx="4153917" cy="1384996"/>
          </a:xfrm>
          <a:prstGeom prst="rect">
            <a:avLst/>
          </a:prstGeom>
          <a:noFill/>
        </p:spPr>
        <p:txBody>
          <a:bodyPr wrap="square" rtlCol="0">
            <a:spAutoFit/>
          </a:bodyPr>
          <a:lstStyle/>
          <a:p>
            <a:r>
              <a:rPr lang="en-US" sz="1400" b="1" dirty="0"/>
              <a:t>Depth-averaged models</a:t>
            </a:r>
          </a:p>
          <a:p>
            <a:r>
              <a:rPr lang="en-US" sz="1400" dirty="0"/>
              <a:t>-Relatively thin, dense, concentrated flows</a:t>
            </a:r>
          </a:p>
          <a:p>
            <a:r>
              <a:rPr lang="en-US" sz="1400" dirty="0"/>
              <a:t>-Frictional interaction at the bed or constant retarding shear stress controls flow motion</a:t>
            </a:r>
          </a:p>
          <a:p>
            <a:r>
              <a:rPr lang="en-US" sz="1400" dirty="0"/>
              <a:t>-Ex: TITAN2D (Patra et al. 2005), </a:t>
            </a:r>
            <a:r>
              <a:rPr lang="en-US" sz="1400" dirty="0" err="1"/>
              <a:t>VolcFlow</a:t>
            </a:r>
            <a:r>
              <a:rPr lang="en-US" sz="1400" dirty="0"/>
              <a:t> (</a:t>
            </a:r>
            <a:r>
              <a:rPr lang="en-US" sz="1400" dirty="0" err="1"/>
              <a:t>Kelfoun</a:t>
            </a:r>
            <a:r>
              <a:rPr lang="en-US" sz="1400" dirty="0"/>
              <a:t> &amp; Druitt , 2005)</a:t>
            </a:r>
          </a:p>
        </p:txBody>
      </p:sp>
      <p:sp>
        <p:nvSpPr>
          <p:cNvPr id="10" name="Rectangle 9"/>
          <p:cNvSpPr/>
          <p:nvPr/>
        </p:nvSpPr>
        <p:spPr>
          <a:xfrm>
            <a:off x="6271066" y="4228919"/>
            <a:ext cx="4093999" cy="2260790"/>
          </a:xfrm>
          <a:prstGeom prst="rect">
            <a:avLst/>
          </a:prstGeom>
          <a:solidFill>
            <a:schemeClr val="bg1"/>
          </a:solidFill>
          <a:ln w="28575">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p:cNvSpPr txBox="1"/>
          <p:nvPr/>
        </p:nvSpPr>
        <p:spPr>
          <a:xfrm>
            <a:off x="6271066" y="4365684"/>
            <a:ext cx="4153917" cy="2031325"/>
          </a:xfrm>
          <a:prstGeom prst="rect">
            <a:avLst/>
          </a:prstGeom>
          <a:noFill/>
        </p:spPr>
        <p:txBody>
          <a:bodyPr wrap="square" rtlCol="0">
            <a:spAutoFit/>
          </a:bodyPr>
          <a:lstStyle/>
          <a:p>
            <a:r>
              <a:rPr lang="en-US" sz="1400" b="1" dirty="0"/>
              <a:t>Multiphase models</a:t>
            </a:r>
          </a:p>
          <a:p>
            <a:r>
              <a:rPr lang="en-US" sz="1400" dirty="0"/>
              <a:t>-Separate conservation equations for multiple particle types</a:t>
            </a:r>
          </a:p>
          <a:p>
            <a:r>
              <a:rPr lang="en-US" sz="1400" dirty="0"/>
              <a:t>-Drag between the gas and particles transmits momentum between phases</a:t>
            </a:r>
          </a:p>
          <a:p>
            <a:r>
              <a:rPr lang="en-US" sz="1400" dirty="0"/>
              <a:t>-Ex: PDAC (</a:t>
            </a:r>
            <a:r>
              <a:rPr lang="en-US" sz="1400" dirty="0" err="1"/>
              <a:t>Ongaro</a:t>
            </a:r>
            <a:r>
              <a:rPr lang="en-US" sz="1400" dirty="0"/>
              <a:t> et al. 2008), (</a:t>
            </a:r>
            <a:r>
              <a:rPr lang="en-US" sz="1400" dirty="0" err="1"/>
              <a:t>Dufek</a:t>
            </a:r>
            <a:r>
              <a:rPr lang="en-US" sz="1400" dirty="0"/>
              <a:t> &amp; </a:t>
            </a:r>
            <a:r>
              <a:rPr lang="en-US" sz="1400" dirty="0" err="1"/>
              <a:t>Bergantz</a:t>
            </a:r>
            <a:r>
              <a:rPr lang="en-US" sz="1400" dirty="0"/>
              <a:t> 2007)</a:t>
            </a:r>
          </a:p>
          <a:p>
            <a:r>
              <a:rPr lang="en-US" sz="1400" dirty="0"/>
              <a:t>DCLAW (George et al. 2014</a:t>
            </a:r>
          </a:p>
          <a:p>
            <a:endParaRPr lang="en-US" sz="1400" dirty="0"/>
          </a:p>
        </p:txBody>
      </p:sp>
      <p:sp>
        <p:nvSpPr>
          <p:cNvPr id="12" name="TextBox 11"/>
          <p:cNvSpPr txBox="1"/>
          <p:nvPr/>
        </p:nvSpPr>
        <p:spPr>
          <a:xfrm>
            <a:off x="6271066" y="496363"/>
            <a:ext cx="4153917" cy="1815882"/>
          </a:xfrm>
          <a:prstGeom prst="rect">
            <a:avLst/>
          </a:prstGeom>
          <a:noFill/>
        </p:spPr>
        <p:txBody>
          <a:bodyPr wrap="square" rtlCol="0">
            <a:spAutoFit/>
          </a:bodyPr>
          <a:lstStyle/>
          <a:p>
            <a:r>
              <a:rPr lang="en-US" sz="1400" b="1" dirty="0"/>
              <a:t>Empirical models</a:t>
            </a:r>
          </a:p>
          <a:p>
            <a:r>
              <a:rPr lang="en-US" sz="1400" dirty="0"/>
              <a:t>-Based on local and global data</a:t>
            </a:r>
          </a:p>
          <a:p>
            <a:r>
              <a:rPr lang="en-US" sz="1400" dirty="0"/>
              <a:t>-Runout or inundated areas derived from statistical relationships with flow volume</a:t>
            </a:r>
          </a:p>
          <a:p>
            <a:r>
              <a:rPr lang="en-US" sz="1400" dirty="0"/>
              <a:t>-Ex: Energy cone (</a:t>
            </a:r>
            <a:r>
              <a:rPr lang="en-US" sz="1400" dirty="0" err="1"/>
              <a:t>Malin</a:t>
            </a:r>
            <a:r>
              <a:rPr lang="en-US" sz="1400" dirty="0"/>
              <a:t> &amp; Sheridan, 1982), </a:t>
            </a:r>
          </a:p>
          <a:p>
            <a:r>
              <a:rPr lang="en-US" sz="1400" dirty="0"/>
              <a:t>FLOW2D (Sheridan &amp; Macias, 1992),</a:t>
            </a:r>
          </a:p>
          <a:p>
            <a:r>
              <a:rPr lang="en-US" sz="1400" dirty="0"/>
              <a:t>LAHARZ (Iverson et al. 1998, Schilling et al. 2014)</a:t>
            </a:r>
          </a:p>
          <a:p>
            <a:endParaRPr lang="en-US" sz="1400" dirty="0"/>
          </a:p>
        </p:txBody>
      </p:sp>
      <p:pic>
        <p:nvPicPr>
          <p:cNvPr id="13" name="Content Placeholder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71029" y="1359653"/>
            <a:ext cx="2307694" cy="854901"/>
          </a:xfrm>
          <a:prstGeom prst="rect">
            <a:avLst/>
          </a:prstGeom>
        </p:spPr>
      </p:pic>
      <p:sp>
        <p:nvSpPr>
          <p:cNvPr id="18" name="Rectangle 17"/>
          <p:cNvSpPr/>
          <p:nvPr/>
        </p:nvSpPr>
        <p:spPr>
          <a:xfrm>
            <a:off x="2529036" y="2595449"/>
            <a:ext cx="3742029" cy="1633471"/>
          </a:xfrm>
          <a:prstGeom prst="rect">
            <a:avLst/>
          </a:prstGeom>
          <a:noFill/>
          <a:ln w="28575">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2529035" y="4241524"/>
            <a:ext cx="3742029" cy="2248184"/>
          </a:xfrm>
          <a:prstGeom prst="rect">
            <a:avLst/>
          </a:prstGeom>
          <a:solidFill>
            <a:schemeClr val="bg1"/>
          </a:solidFill>
          <a:ln w="28575">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p:cNvPicPr>
            <a:picLocks noChangeAspect="1"/>
          </p:cNvPicPr>
          <p:nvPr/>
        </p:nvPicPr>
        <p:blipFill>
          <a:blip r:embed="rId3"/>
          <a:stretch>
            <a:fillRect/>
          </a:stretch>
        </p:blipFill>
        <p:spPr>
          <a:xfrm>
            <a:off x="4897111" y="4872840"/>
            <a:ext cx="1301660" cy="1466726"/>
          </a:xfrm>
          <a:prstGeom prst="rect">
            <a:avLst/>
          </a:prstGeom>
        </p:spPr>
      </p:pic>
      <p:pic>
        <p:nvPicPr>
          <p:cNvPr id="22" name="Picture 21"/>
          <p:cNvPicPr>
            <a:picLocks noChangeAspect="1"/>
          </p:cNvPicPr>
          <p:nvPr/>
        </p:nvPicPr>
        <p:blipFill>
          <a:blip r:embed="rId4"/>
          <a:stretch>
            <a:fillRect/>
          </a:stretch>
        </p:blipFill>
        <p:spPr>
          <a:xfrm>
            <a:off x="2574041" y="2632794"/>
            <a:ext cx="3667064" cy="1523860"/>
          </a:xfrm>
          <a:prstGeom prst="rect">
            <a:avLst/>
          </a:prstGeom>
        </p:spPr>
      </p:pic>
      <p:sp>
        <p:nvSpPr>
          <p:cNvPr id="25" name="TextBox 24"/>
          <p:cNvSpPr txBox="1"/>
          <p:nvPr/>
        </p:nvSpPr>
        <p:spPr>
          <a:xfrm>
            <a:off x="3002988" y="3901017"/>
            <a:ext cx="1829347" cy="276999"/>
          </a:xfrm>
          <a:prstGeom prst="rect">
            <a:avLst/>
          </a:prstGeom>
          <a:noFill/>
        </p:spPr>
        <p:txBody>
          <a:bodyPr wrap="none" rtlCol="0">
            <a:spAutoFit/>
          </a:bodyPr>
          <a:lstStyle/>
          <a:p>
            <a:r>
              <a:rPr lang="en-US" sz="1200" dirty="0"/>
              <a:t>Depth averaged velocity</a:t>
            </a:r>
          </a:p>
        </p:txBody>
      </p:sp>
      <p:sp>
        <p:nvSpPr>
          <p:cNvPr id="5" name="Rectangle 4"/>
          <p:cNvSpPr/>
          <p:nvPr/>
        </p:nvSpPr>
        <p:spPr>
          <a:xfrm>
            <a:off x="2527290" y="2381583"/>
            <a:ext cx="7867734" cy="233022"/>
          </a:xfrm>
          <a:prstGeom prst="rect">
            <a:avLst/>
          </a:prstGeom>
          <a:solidFill>
            <a:schemeClr val="bg1">
              <a:lumMod val="95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589228" y="2311280"/>
            <a:ext cx="1685077" cy="369332"/>
          </a:xfrm>
          <a:prstGeom prst="rect">
            <a:avLst/>
          </a:prstGeom>
          <a:noFill/>
        </p:spPr>
        <p:txBody>
          <a:bodyPr wrap="none" rtlCol="0">
            <a:spAutoFit/>
          </a:bodyPr>
          <a:lstStyle/>
          <a:p>
            <a:r>
              <a:rPr lang="en-US" dirty="0"/>
              <a:t>Physics-based</a:t>
            </a:r>
          </a:p>
        </p:txBody>
      </p:sp>
      <p:sp>
        <p:nvSpPr>
          <p:cNvPr id="23" name="Rectangle 22"/>
          <p:cNvSpPr/>
          <p:nvPr/>
        </p:nvSpPr>
        <p:spPr>
          <a:xfrm>
            <a:off x="2527290" y="297827"/>
            <a:ext cx="7867734" cy="233022"/>
          </a:xfrm>
          <a:prstGeom prst="rect">
            <a:avLst/>
          </a:prstGeom>
          <a:solidFill>
            <a:schemeClr val="bg1">
              <a:lumMod val="95000"/>
            </a:schemeClr>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p:nvPr/>
        </p:nvSpPr>
        <p:spPr>
          <a:xfrm>
            <a:off x="4947930" y="217397"/>
            <a:ext cx="2980303" cy="369332"/>
          </a:xfrm>
          <a:prstGeom prst="rect">
            <a:avLst/>
          </a:prstGeom>
          <a:noFill/>
        </p:spPr>
        <p:txBody>
          <a:bodyPr wrap="none" rtlCol="0">
            <a:spAutoFit/>
          </a:bodyPr>
          <a:lstStyle/>
          <a:p>
            <a:r>
              <a:rPr lang="en-US" dirty="0"/>
              <a:t>Statistics-based (Empirical)</a:t>
            </a:r>
          </a:p>
        </p:txBody>
      </p:sp>
      <p:grpSp>
        <p:nvGrpSpPr>
          <p:cNvPr id="2" name="Group 1">
            <a:extLst>
              <a:ext uri="{FF2B5EF4-FFF2-40B4-BE49-F238E27FC236}">
                <a16:creationId xmlns:a16="http://schemas.microsoft.com/office/drawing/2014/main" id="{3A213059-8F74-48A3-35A4-50A54E14198C}"/>
              </a:ext>
            </a:extLst>
          </p:cNvPr>
          <p:cNvGrpSpPr/>
          <p:nvPr/>
        </p:nvGrpSpPr>
        <p:grpSpPr>
          <a:xfrm>
            <a:off x="2621233" y="637580"/>
            <a:ext cx="1627861" cy="1343255"/>
            <a:chOff x="43538" y="195415"/>
            <a:chExt cx="4060372" cy="3938429"/>
          </a:xfrm>
        </p:grpSpPr>
        <p:pic>
          <p:nvPicPr>
            <p:cNvPr id="7" name="Picture 5" descr="DEM">
              <a:extLst>
                <a:ext uri="{FF2B5EF4-FFF2-40B4-BE49-F238E27FC236}">
                  <a16:creationId xmlns:a16="http://schemas.microsoft.com/office/drawing/2014/main" id="{EC843674-E1D0-64BF-29A8-186FB672589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3538" y="195415"/>
              <a:ext cx="4060372" cy="3938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Freeform 2">
              <a:extLst>
                <a:ext uri="{FF2B5EF4-FFF2-40B4-BE49-F238E27FC236}">
                  <a16:creationId xmlns:a16="http://schemas.microsoft.com/office/drawing/2014/main" id="{8341323F-3BF9-D225-37A2-DE3EB6FC1DB3}"/>
                </a:ext>
              </a:extLst>
            </p:cNvPr>
            <p:cNvSpPr/>
            <p:nvPr/>
          </p:nvSpPr>
          <p:spPr>
            <a:xfrm>
              <a:off x="2702196" y="1734490"/>
              <a:ext cx="1051765" cy="994358"/>
            </a:xfrm>
            <a:custGeom>
              <a:avLst/>
              <a:gdLst>
                <a:gd name="connsiteX0" fmla="*/ 553560 w 1051765"/>
                <a:gd name="connsiteY0" fmla="*/ 125063 h 994358"/>
                <a:gd name="connsiteX1" fmla="*/ 494104 w 1051765"/>
                <a:gd name="connsiteY1" fmla="*/ 84059 h 994358"/>
                <a:gd name="connsiteX2" fmla="*/ 422346 w 1051765"/>
                <a:gd name="connsiteY2" fmla="*/ 38954 h 994358"/>
                <a:gd name="connsiteX3" fmla="*/ 348538 w 1051765"/>
                <a:gd name="connsiteY3" fmla="*/ 6150 h 994358"/>
                <a:gd name="connsiteX4" fmla="*/ 319834 w 1051765"/>
                <a:gd name="connsiteY4" fmla="*/ 0 h 994358"/>
                <a:gd name="connsiteX5" fmla="*/ 340337 w 1051765"/>
                <a:gd name="connsiteY5" fmla="*/ 45105 h 994358"/>
                <a:gd name="connsiteX6" fmla="*/ 311634 w 1051765"/>
                <a:gd name="connsiteY6" fmla="*/ 86109 h 994358"/>
                <a:gd name="connsiteX7" fmla="*/ 287031 w 1051765"/>
                <a:gd name="connsiteY7" fmla="*/ 106611 h 994358"/>
                <a:gd name="connsiteX8" fmla="*/ 282930 w 1051765"/>
                <a:gd name="connsiteY8" fmla="*/ 123013 h 994358"/>
                <a:gd name="connsiteX9" fmla="*/ 317784 w 1051765"/>
                <a:gd name="connsiteY9" fmla="*/ 123013 h 994358"/>
                <a:gd name="connsiteX10" fmla="*/ 317784 w 1051765"/>
                <a:gd name="connsiteY10" fmla="*/ 164018 h 994358"/>
                <a:gd name="connsiteX11" fmla="*/ 313684 w 1051765"/>
                <a:gd name="connsiteY11" fmla="*/ 184520 h 994358"/>
                <a:gd name="connsiteX12" fmla="*/ 280880 w 1051765"/>
                <a:gd name="connsiteY12" fmla="*/ 161967 h 994358"/>
                <a:gd name="connsiteX13" fmla="*/ 252177 w 1051765"/>
                <a:gd name="connsiteY13" fmla="*/ 155817 h 994358"/>
                <a:gd name="connsiteX14" fmla="*/ 250127 w 1051765"/>
                <a:gd name="connsiteY14" fmla="*/ 198871 h 994358"/>
                <a:gd name="connsiteX15" fmla="*/ 209122 w 1051765"/>
                <a:gd name="connsiteY15" fmla="*/ 190671 h 994358"/>
                <a:gd name="connsiteX16" fmla="*/ 186570 w 1051765"/>
                <a:gd name="connsiteY16" fmla="*/ 176319 h 994358"/>
                <a:gd name="connsiteX17" fmla="*/ 147616 w 1051765"/>
                <a:gd name="connsiteY17" fmla="*/ 213223 h 994358"/>
                <a:gd name="connsiteX18" fmla="*/ 92260 w 1051765"/>
                <a:gd name="connsiteY18" fmla="*/ 221424 h 994358"/>
                <a:gd name="connsiteX19" fmla="*/ 43054 w 1051765"/>
                <a:gd name="connsiteY19" fmla="*/ 243976 h 994358"/>
                <a:gd name="connsiteX20" fmla="*/ 96360 w 1051765"/>
                <a:gd name="connsiteY20" fmla="*/ 276780 h 994358"/>
                <a:gd name="connsiteX21" fmla="*/ 131214 w 1051765"/>
                <a:gd name="connsiteY21" fmla="*/ 317784 h 994358"/>
                <a:gd name="connsiteX22" fmla="*/ 102511 w 1051765"/>
                <a:gd name="connsiteY22" fmla="*/ 321885 h 994358"/>
                <a:gd name="connsiteX23" fmla="*/ 59456 w 1051765"/>
                <a:gd name="connsiteY23" fmla="*/ 321885 h 994358"/>
                <a:gd name="connsiteX24" fmla="*/ 102511 w 1051765"/>
                <a:gd name="connsiteY24" fmla="*/ 369040 h 994358"/>
                <a:gd name="connsiteX25" fmla="*/ 125063 w 1051765"/>
                <a:gd name="connsiteY25" fmla="*/ 379291 h 994358"/>
                <a:gd name="connsiteX26" fmla="*/ 73808 w 1051765"/>
                <a:gd name="connsiteY26" fmla="*/ 397743 h 994358"/>
                <a:gd name="connsiteX27" fmla="*/ 49205 w 1051765"/>
                <a:gd name="connsiteY27" fmla="*/ 412095 h 994358"/>
                <a:gd name="connsiteX28" fmla="*/ 6150 w 1051765"/>
                <a:gd name="connsiteY28" fmla="*/ 397743 h 994358"/>
                <a:gd name="connsiteX29" fmla="*/ 0 w 1051765"/>
                <a:gd name="connsiteY29" fmla="*/ 442848 h 994358"/>
                <a:gd name="connsiteX30" fmla="*/ 77908 w 1051765"/>
                <a:gd name="connsiteY30" fmla="*/ 522807 h 994358"/>
                <a:gd name="connsiteX31" fmla="*/ 102511 w 1051765"/>
                <a:gd name="connsiteY31" fmla="*/ 567912 h 994358"/>
                <a:gd name="connsiteX32" fmla="*/ 102511 w 1051765"/>
                <a:gd name="connsiteY32" fmla="*/ 674523 h 994358"/>
                <a:gd name="connsiteX33" fmla="*/ 161967 w 1051765"/>
                <a:gd name="connsiteY33" fmla="*/ 692975 h 994358"/>
                <a:gd name="connsiteX34" fmla="*/ 176319 w 1051765"/>
                <a:gd name="connsiteY34" fmla="*/ 748332 h 994358"/>
                <a:gd name="connsiteX35" fmla="*/ 211173 w 1051765"/>
                <a:gd name="connsiteY35" fmla="*/ 748332 h 994358"/>
                <a:gd name="connsiteX36" fmla="*/ 213223 w 1051765"/>
                <a:gd name="connsiteY36" fmla="*/ 797537 h 994358"/>
                <a:gd name="connsiteX37" fmla="*/ 225524 w 1051765"/>
                <a:gd name="connsiteY37" fmla="*/ 818039 h 994358"/>
                <a:gd name="connsiteX38" fmla="*/ 200921 w 1051765"/>
                <a:gd name="connsiteY38" fmla="*/ 873395 h 994358"/>
                <a:gd name="connsiteX39" fmla="*/ 192721 w 1051765"/>
                <a:gd name="connsiteY39" fmla="*/ 914400 h 994358"/>
                <a:gd name="connsiteX40" fmla="*/ 293182 w 1051765"/>
                <a:gd name="connsiteY40" fmla="*/ 963605 h 994358"/>
                <a:gd name="connsiteX41" fmla="*/ 387492 w 1051765"/>
                <a:gd name="connsiteY41" fmla="*/ 994358 h 994358"/>
                <a:gd name="connsiteX42" fmla="*/ 432597 w 1051765"/>
                <a:gd name="connsiteY42" fmla="*/ 969756 h 994358"/>
                <a:gd name="connsiteX43" fmla="*/ 455149 w 1051765"/>
                <a:gd name="connsiteY43" fmla="*/ 930801 h 994358"/>
                <a:gd name="connsiteX44" fmla="*/ 504355 w 1051765"/>
                <a:gd name="connsiteY44" fmla="*/ 926701 h 994358"/>
                <a:gd name="connsiteX45" fmla="*/ 524857 w 1051765"/>
                <a:gd name="connsiteY45" fmla="*/ 943103 h 994358"/>
                <a:gd name="connsiteX46" fmla="*/ 526907 w 1051765"/>
                <a:gd name="connsiteY46" fmla="*/ 924651 h 994358"/>
                <a:gd name="connsiteX47" fmla="*/ 531008 w 1051765"/>
                <a:gd name="connsiteY47" fmla="*/ 910299 h 994358"/>
                <a:gd name="connsiteX48" fmla="*/ 531008 w 1051765"/>
                <a:gd name="connsiteY48" fmla="*/ 910299 h 994358"/>
                <a:gd name="connsiteX49" fmla="*/ 520756 w 1051765"/>
                <a:gd name="connsiteY49" fmla="*/ 895948 h 994358"/>
                <a:gd name="connsiteX50" fmla="*/ 518706 w 1051765"/>
                <a:gd name="connsiteY50" fmla="*/ 887747 h 994358"/>
                <a:gd name="connsiteX51" fmla="*/ 510505 w 1051765"/>
                <a:gd name="connsiteY51" fmla="*/ 879546 h 994358"/>
                <a:gd name="connsiteX52" fmla="*/ 506405 w 1051765"/>
                <a:gd name="connsiteY52" fmla="*/ 873395 h 994358"/>
                <a:gd name="connsiteX53" fmla="*/ 506405 w 1051765"/>
                <a:gd name="connsiteY53" fmla="*/ 873395 h 994358"/>
                <a:gd name="connsiteX54" fmla="*/ 547409 w 1051765"/>
                <a:gd name="connsiteY54" fmla="*/ 869295 h 994358"/>
                <a:gd name="connsiteX55" fmla="*/ 621217 w 1051765"/>
                <a:gd name="connsiteY55" fmla="*/ 930801 h 994358"/>
                <a:gd name="connsiteX56" fmla="*/ 654021 w 1051765"/>
                <a:gd name="connsiteY56" fmla="*/ 992308 h 994358"/>
                <a:gd name="connsiteX57" fmla="*/ 670423 w 1051765"/>
                <a:gd name="connsiteY57" fmla="*/ 951304 h 994358"/>
                <a:gd name="connsiteX58" fmla="*/ 649921 w 1051765"/>
                <a:gd name="connsiteY58" fmla="*/ 908249 h 994358"/>
                <a:gd name="connsiteX59" fmla="*/ 664272 w 1051765"/>
                <a:gd name="connsiteY59" fmla="*/ 830340 h 994358"/>
                <a:gd name="connsiteX60" fmla="*/ 699126 w 1051765"/>
                <a:gd name="connsiteY60" fmla="*/ 863144 h 994358"/>
                <a:gd name="connsiteX61" fmla="*/ 752432 w 1051765"/>
                <a:gd name="connsiteY61" fmla="*/ 861094 h 994358"/>
                <a:gd name="connsiteX62" fmla="*/ 820089 w 1051765"/>
                <a:gd name="connsiteY62" fmla="*/ 865194 h 994358"/>
                <a:gd name="connsiteX63" fmla="*/ 889797 w 1051765"/>
                <a:gd name="connsiteY63" fmla="*/ 906199 h 994358"/>
                <a:gd name="connsiteX64" fmla="*/ 908249 w 1051765"/>
                <a:gd name="connsiteY64" fmla="*/ 797537 h 994358"/>
                <a:gd name="connsiteX65" fmla="*/ 922600 w 1051765"/>
                <a:gd name="connsiteY65" fmla="*/ 707327 h 994358"/>
                <a:gd name="connsiteX66" fmla="*/ 904148 w 1051765"/>
                <a:gd name="connsiteY66" fmla="*/ 629419 h 994358"/>
                <a:gd name="connsiteX67" fmla="*/ 957454 w 1051765"/>
                <a:gd name="connsiteY67" fmla="*/ 666323 h 994358"/>
                <a:gd name="connsiteX68" fmla="*/ 1018961 w 1051765"/>
                <a:gd name="connsiteY68" fmla="*/ 660172 h 994358"/>
                <a:gd name="connsiteX69" fmla="*/ 1051765 w 1051765"/>
                <a:gd name="connsiteY69" fmla="*/ 660172 h 994358"/>
                <a:gd name="connsiteX70" fmla="*/ 980007 w 1051765"/>
                <a:gd name="connsiteY70" fmla="*/ 578163 h 994358"/>
                <a:gd name="connsiteX71" fmla="*/ 908249 w 1051765"/>
                <a:gd name="connsiteY71" fmla="*/ 526907 h 994358"/>
                <a:gd name="connsiteX72" fmla="*/ 873395 w 1051765"/>
                <a:gd name="connsiteY72" fmla="*/ 475652 h 994358"/>
                <a:gd name="connsiteX73" fmla="*/ 932852 w 1051765"/>
                <a:gd name="connsiteY73" fmla="*/ 459250 h 994358"/>
                <a:gd name="connsiteX74" fmla="*/ 945153 w 1051765"/>
                <a:gd name="connsiteY74" fmla="*/ 428497 h 994358"/>
                <a:gd name="connsiteX75" fmla="*/ 939002 w 1051765"/>
                <a:gd name="connsiteY75" fmla="*/ 369040 h 994358"/>
                <a:gd name="connsiteX76" fmla="*/ 988208 w 1051765"/>
                <a:gd name="connsiteY76" fmla="*/ 330086 h 994358"/>
                <a:gd name="connsiteX77" fmla="*/ 990258 w 1051765"/>
                <a:gd name="connsiteY77" fmla="*/ 309584 h 994358"/>
                <a:gd name="connsiteX78" fmla="*/ 861094 w 1051765"/>
                <a:gd name="connsiteY78" fmla="*/ 276780 h 994358"/>
                <a:gd name="connsiteX79" fmla="*/ 795487 w 1051765"/>
                <a:gd name="connsiteY79" fmla="*/ 248077 h 994358"/>
                <a:gd name="connsiteX80" fmla="*/ 740130 w 1051765"/>
                <a:gd name="connsiteY80" fmla="*/ 219374 h 994358"/>
                <a:gd name="connsiteX81" fmla="*/ 738080 w 1051765"/>
                <a:gd name="connsiteY81" fmla="*/ 155817 h 994358"/>
                <a:gd name="connsiteX82" fmla="*/ 740130 w 1051765"/>
                <a:gd name="connsiteY82" fmla="*/ 133264 h 994358"/>
                <a:gd name="connsiteX83" fmla="*/ 695026 w 1051765"/>
                <a:gd name="connsiteY83" fmla="*/ 84059 h 994358"/>
                <a:gd name="connsiteX84" fmla="*/ 672473 w 1051765"/>
                <a:gd name="connsiteY84" fmla="*/ 47155 h 994358"/>
                <a:gd name="connsiteX85" fmla="*/ 668373 w 1051765"/>
                <a:gd name="connsiteY85" fmla="*/ 2050 h 994358"/>
                <a:gd name="connsiteX86" fmla="*/ 623268 w 1051765"/>
                <a:gd name="connsiteY86" fmla="*/ 32803 h 994358"/>
                <a:gd name="connsiteX87" fmla="*/ 569962 w 1051765"/>
                <a:gd name="connsiteY87" fmla="*/ 65607 h 994358"/>
                <a:gd name="connsiteX88" fmla="*/ 553560 w 1051765"/>
                <a:gd name="connsiteY88" fmla="*/ 125063 h 994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1051765" h="994358">
                  <a:moveTo>
                    <a:pt x="553560" y="125063"/>
                  </a:moveTo>
                  <a:lnTo>
                    <a:pt x="494104" y="84059"/>
                  </a:lnTo>
                  <a:lnTo>
                    <a:pt x="422346" y="38954"/>
                  </a:lnTo>
                  <a:lnTo>
                    <a:pt x="348538" y="6150"/>
                  </a:lnTo>
                  <a:lnTo>
                    <a:pt x="319834" y="0"/>
                  </a:lnTo>
                  <a:lnTo>
                    <a:pt x="340337" y="45105"/>
                  </a:lnTo>
                  <a:lnTo>
                    <a:pt x="311634" y="86109"/>
                  </a:lnTo>
                  <a:lnTo>
                    <a:pt x="287031" y="106611"/>
                  </a:lnTo>
                  <a:lnTo>
                    <a:pt x="282930" y="123013"/>
                  </a:lnTo>
                  <a:lnTo>
                    <a:pt x="317784" y="123013"/>
                  </a:lnTo>
                  <a:lnTo>
                    <a:pt x="317784" y="164018"/>
                  </a:lnTo>
                  <a:lnTo>
                    <a:pt x="313684" y="184520"/>
                  </a:lnTo>
                  <a:lnTo>
                    <a:pt x="280880" y="161967"/>
                  </a:lnTo>
                  <a:lnTo>
                    <a:pt x="252177" y="155817"/>
                  </a:lnTo>
                  <a:lnTo>
                    <a:pt x="250127" y="198871"/>
                  </a:lnTo>
                  <a:lnTo>
                    <a:pt x="209122" y="190671"/>
                  </a:lnTo>
                  <a:lnTo>
                    <a:pt x="186570" y="176319"/>
                  </a:lnTo>
                  <a:lnTo>
                    <a:pt x="147616" y="213223"/>
                  </a:lnTo>
                  <a:lnTo>
                    <a:pt x="92260" y="221424"/>
                  </a:lnTo>
                  <a:lnTo>
                    <a:pt x="43054" y="243976"/>
                  </a:lnTo>
                  <a:lnTo>
                    <a:pt x="96360" y="276780"/>
                  </a:lnTo>
                  <a:lnTo>
                    <a:pt x="131214" y="317784"/>
                  </a:lnTo>
                  <a:lnTo>
                    <a:pt x="102511" y="321885"/>
                  </a:lnTo>
                  <a:lnTo>
                    <a:pt x="59456" y="321885"/>
                  </a:lnTo>
                  <a:lnTo>
                    <a:pt x="102511" y="369040"/>
                  </a:lnTo>
                  <a:lnTo>
                    <a:pt x="125063" y="379291"/>
                  </a:lnTo>
                  <a:lnTo>
                    <a:pt x="73808" y="397743"/>
                  </a:lnTo>
                  <a:lnTo>
                    <a:pt x="49205" y="412095"/>
                  </a:lnTo>
                  <a:lnTo>
                    <a:pt x="6150" y="397743"/>
                  </a:lnTo>
                  <a:lnTo>
                    <a:pt x="0" y="442848"/>
                  </a:lnTo>
                  <a:lnTo>
                    <a:pt x="77908" y="522807"/>
                  </a:lnTo>
                  <a:lnTo>
                    <a:pt x="102511" y="567912"/>
                  </a:lnTo>
                  <a:lnTo>
                    <a:pt x="102511" y="674523"/>
                  </a:lnTo>
                  <a:lnTo>
                    <a:pt x="161967" y="692975"/>
                  </a:lnTo>
                  <a:lnTo>
                    <a:pt x="176319" y="748332"/>
                  </a:lnTo>
                  <a:lnTo>
                    <a:pt x="211173" y="748332"/>
                  </a:lnTo>
                  <a:cubicBezTo>
                    <a:pt x="211856" y="764734"/>
                    <a:pt x="212540" y="781135"/>
                    <a:pt x="213223" y="797537"/>
                  </a:cubicBezTo>
                  <a:lnTo>
                    <a:pt x="225524" y="818039"/>
                  </a:lnTo>
                  <a:lnTo>
                    <a:pt x="200921" y="873395"/>
                  </a:lnTo>
                  <a:lnTo>
                    <a:pt x="192721" y="914400"/>
                  </a:lnTo>
                  <a:lnTo>
                    <a:pt x="293182" y="963605"/>
                  </a:lnTo>
                  <a:lnTo>
                    <a:pt x="387492" y="994358"/>
                  </a:lnTo>
                  <a:lnTo>
                    <a:pt x="432597" y="969756"/>
                  </a:lnTo>
                  <a:lnTo>
                    <a:pt x="455149" y="930801"/>
                  </a:lnTo>
                  <a:lnTo>
                    <a:pt x="504355" y="926701"/>
                  </a:lnTo>
                  <a:lnTo>
                    <a:pt x="524857" y="943103"/>
                  </a:lnTo>
                  <a:cubicBezTo>
                    <a:pt x="525540" y="936952"/>
                    <a:pt x="525693" y="930719"/>
                    <a:pt x="526907" y="924651"/>
                  </a:cubicBezTo>
                  <a:cubicBezTo>
                    <a:pt x="531224" y="903066"/>
                    <a:pt x="531008" y="918037"/>
                    <a:pt x="531008" y="910299"/>
                  </a:cubicBezTo>
                  <a:lnTo>
                    <a:pt x="531008" y="910299"/>
                  </a:lnTo>
                  <a:cubicBezTo>
                    <a:pt x="527591" y="905515"/>
                    <a:pt x="523571" y="901109"/>
                    <a:pt x="520756" y="895948"/>
                  </a:cubicBezTo>
                  <a:cubicBezTo>
                    <a:pt x="519407" y="893474"/>
                    <a:pt x="520199" y="890136"/>
                    <a:pt x="518706" y="887747"/>
                  </a:cubicBezTo>
                  <a:cubicBezTo>
                    <a:pt x="516657" y="884469"/>
                    <a:pt x="512649" y="882763"/>
                    <a:pt x="510505" y="879546"/>
                  </a:cubicBezTo>
                  <a:lnTo>
                    <a:pt x="506405" y="873395"/>
                  </a:lnTo>
                  <a:lnTo>
                    <a:pt x="506405" y="873395"/>
                  </a:lnTo>
                  <a:lnTo>
                    <a:pt x="547409" y="869295"/>
                  </a:lnTo>
                  <a:lnTo>
                    <a:pt x="621217" y="930801"/>
                  </a:lnTo>
                  <a:lnTo>
                    <a:pt x="654021" y="992308"/>
                  </a:lnTo>
                  <a:lnTo>
                    <a:pt x="670423" y="951304"/>
                  </a:lnTo>
                  <a:lnTo>
                    <a:pt x="649921" y="908249"/>
                  </a:lnTo>
                  <a:lnTo>
                    <a:pt x="664272" y="830340"/>
                  </a:lnTo>
                  <a:lnTo>
                    <a:pt x="699126" y="863144"/>
                  </a:lnTo>
                  <a:lnTo>
                    <a:pt x="752432" y="861094"/>
                  </a:lnTo>
                  <a:lnTo>
                    <a:pt x="820089" y="865194"/>
                  </a:lnTo>
                  <a:lnTo>
                    <a:pt x="889797" y="906199"/>
                  </a:lnTo>
                  <a:lnTo>
                    <a:pt x="908249" y="797537"/>
                  </a:lnTo>
                  <a:lnTo>
                    <a:pt x="922600" y="707327"/>
                  </a:lnTo>
                  <a:lnTo>
                    <a:pt x="904148" y="629419"/>
                  </a:lnTo>
                  <a:lnTo>
                    <a:pt x="957454" y="666323"/>
                  </a:lnTo>
                  <a:lnTo>
                    <a:pt x="1018961" y="660172"/>
                  </a:lnTo>
                  <a:lnTo>
                    <a:pt x="1051765" y="660172"/>
                  </a:lnTo>
                  <a:lnTo>
                    <a:pt x="980007" y="578163"/>
                  </a:lnTo>
                  <a:lnTo>
                    <a:pt x="908249" y="526907"/>
                  </a:lnTo>
                  <a:lnTo>
                    <a:pt x="873395" y="475652"/>
                  </a:lnTo>
                  <a:lnTo>
                    <a:pt x="932852" y="459250"/>
                  </a:lnTo>
                  <a:lnTo>
                    <a:pt x="945153" y="428497"/>
                  </a:lnTo>
                  <a:lnTo>
                    <a:pt x="939002" y="369040"/>
                  </a:lnTo>
                  <a:lnTo>
                    <a:pt x="988208" y="330086"/>
                  </a:lnTo>
                  <a:lnTo>
                    <a:pt x="990258" y="309584"/>
                  </a:lnTo>
                  <a:lnTo>
                    <a:pt x="861094" y="276780"/>
                  </a:lnTo>
                  <a:lnTo>
                    <a:pt x="795487" y="248077"/>
                  </a:lnTo>
                  <a:lnTo>
                    <a:pt x="740130" y="219374"/>
                  </a:lnTo>
                  <a:cubicBezTo>
                    <a:pt x="739447" y="198188"/>
                    <a:pt x="738763" y="177003"/>
                    <a:pt x="738080" y="155817"/>
                  </a:cubicBezTo>
                  <a:lnTo>
                    <a:pt x="740130" y="133264"/>
                  </a:lnTo>
                  <a:lnTo>
                    <a:pt x="695026" y="84059"/>
                  </a:lnTo>
                  <a:lnTo>
                    <a:pt x="672473" y="47155"/>
                  </a:lnTo>
                  <a:lnTo>
                    <a:pt x="668373" y="2050"/>
                  </a:lnTo>
                  <a:lnTo>
                    <a:pt x="623268" y="32803"/>
                  </a:lnTo>
                  <a:lnTo>
                    <a:pt x="569962" y="65607"/>
                  </a:lnTo>
                  <a:lnTo>
                    <a:pt x="553560" y="125063"/>
                  </a:lnTo>
                  <a:close/>
                </a:path>
              </a:pathLst>
            </a:custGeom>
            <a:solidFill>
              <a:srgbClr val="7030A0"/>
            </a:solidFill>
            <a:ln>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26" name="Picture 2" descr="D-Claw – David L George">
            <a:extLst>
              <a:ext uri="{FF2B5EF4-FFF2-40B4-BE49-F238E27FC236}">
                <a16:creationId xmlns:a16="http://schemas.microsoft.com/office/drawing/2014/main" id="{1E87311B-035A-AC9E-C7C0-6C2628AACD9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75715" y="4309110"/>
            <a:ext cx="2060424" cy="17324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30635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An example of different models</a:t>
            </a:r>
          </a:p>
        </p:txBody>
      </p:sp>
      <p:sp>
        <p:nvSpPr>
          <p:cNvPr id="8" name="Text Placeholder 7"/>
          <p:cNvSpPr>
            <a:spLocks noGrp="1"/>
          </p:cNvSpPr>
          <p:nvPr>
            <p:ph type="body" idx="1"/>
          </p:nvPr>
        </p:nvSpPr>
        <p:spPr/>
        <p:txBody>
          <a:bodyPr/>
          <a:lstStyle/>
          <a:p>
            <a:r>
              <a:rPr lang="en-US" sz="2800" dirty="0"/>
              <a:t>LAHARZ (statistical)</a:t>
            </a:r>
            <a:r>
              <a:rPr lang="en-US" sz="2400" dirty="0"/>
              <a:t>	</a:t>
            </a:r>
          </a:p>
        </p:txBody>
      </p:sp>
      <p:sp>
        <p:nvSpPr>
          <p:cNvPr id="9" name="Content Placeholder 8"/>
          <p:cNvSpPr>
            <a:spLocks noGrp="1"/>
          </p:cNvSpPr>
          <p:nvPr>
            <p:ph sz="half" idx="2"/>
          </p:nvPr>
        </p:nvSpPr>
        <p:spPr/>
        <p:txBody>
          <a:bodyPr/>
          <a:lstStyle/>
          <a:p>
            <a:r>
              <a:rPr lang="en-US" sz="2000" dirty="0"/>
              <a:t>Empirically based</a:t>
            </a:r>
          </a:p>
          <a:p>
            <a:r>
              <a:rPr lang="en-US" sz="2000" dirty="0"/>
              <a:t>Few model input parameters (DEM, stream network, start locations, volumes)</a:t>
            </a:r>
          </a:p>
          <a:p>
            <a:r>
              <a:rPr lang="en-US" sz="2000" dirty="0"/>
              <a:t>Vary volumes</a:t>
            </a:r>
          </a:p>
          <a:p>
            <a:r>
              <a:rPr lang="en-US" sz="2000" dirty="0"/>
              <a:t>Gives simple maps of probable lahar inundation for a given volume</a:t>
            </a:r>
          </a:p>
          <a:p>
            <a:r>
              <a:rPr lang="en-US" sz="2000" dirty="0"/>
              <a:t>Quick, not much computing power</a:t>
            </a:r>
          </a:p>
          <a:p>
            <a:endParaRPr lang="en-US" sz="2000" dirty="0"/>
          </a:p>
        </p:txBody>
      </p:sp>
      <p:sp>
        <p:nvSpPr>
          <p:cNvPr id="10" name="Text Placeholder 9"/>
          <p:cNvSpPr>
            <a:spLocks noGrp="1"/>
          </p:cNvSpPr>
          <p:nvPr>
            <p:ph type="body" sz="quarter" idx="3"/>
          </p:nvPr>
        </p:nvSpPr>
        <p:spPr/>
        <p:txBody>
          <a:bodyPr/>
          <a:lstStyle/>
          <a:p>
            <a:r>
              <a:rPr lang="en-US" sz="2800" dirty="0"/>
              <a:t>D-CLAW (physical)</a:t>
            </a:r>
          </a:p>
        </p:txBody>
      </p:sp>
      <p:sp>
        <p:nvSpPr>
          <p:cNvPr id="11" name="Content Placeholder 10"/>
          <p:cNvSpPr>
            <a:spLocks noGrp="1"/>
          </p:cNvSpPr>
          <p:nvPr>
            <p:ph sz="quarter" idx="4"/>
          </p:nvPr>
        </p:nvSpPr>
        <p:spPr/>
        <p:txBody>
          <a:bodyPr/>
          <a:lstStyle/>
          <a:p>
            <a:r>
              <a:rPr lang="en-US" sz="2000" dirty="0"/>
              <a:t>Physical flow model</a:t>
            </a:r>
          </a:p>
          <a:p>
            <a:r>
              <a:rPr lang="en-US" sz="2000" dirty="0"/>
              <a:t>Many model input parameters (DEM, precise 3D source area, 8 different material properties)</a:t>
            </a:r>
          </a:p>
          <a:p>
            <a:r>
              <a:rPr lang="en-US" sz="2000" dirty="0"/>
              <a:t>Input parameters are very difficult to know ahead of time so must be varied with many simulations</a:t>
            </a:r>
          </a:p>
          <a:p>
            <a:r>
              <a:rPr lang="en-US" sz="2000" dirty="0"/>
              <a:t>Simulates dynamics of flows and gives inundation, velocity, pore pressure evolution</a:t>
            </a:r>
          </a:p>
          <a:p>
            <a:r>
              <a:rPr lang="en-US" sz="2000" dirty="0"/>
              <a:t>Computationally demanding</a:t>
            </a:r>
          </a:p>
        </p:txBody>
      </p:sp>
      <p:grpSp>
        <p:nvGrpSpPr>
          <p:cNvPr id="2" name="Group 1">
            <a:extLst>
              <a:ext uri="{FF2B5EF4-FFF2-40B4-BE49-F238E27FC236}">
                <a16:creationId xmlns:a16="http://schemas.microsoft.com/office/drawing/2014/main" id="{DFE7A333-5D1F-849D-0D7D-A77FA0E757D4}"/>
              </a:ext>
            </a:extLst>
          </p:cNvPr>
          <p:cNvGrpSpPr/>
          <p:nvPr/>
        </p:nvGrpSpPr>
        <p:grpSpPr>
          <a:xfrm>
            <a:off x="0" y="6362366"/>
            <a:ext cx="12301844" cy="640080"/>
            <a:chOff x="0" y="6361501"/>
            <a:chExt cx="12301844" cy="640080"/>
          </a:xfrm>
        </p:grpSpPr>
        <p:sp>
          <p:nvSpPr>
            <p:cNvPr id="3" name="Rectangle 2">
              <a:extLst>
                <a:ext uri="{FF2B5EF4-FFF2-40B4-BE49-F238E27FC236}">
                  <a16:creationId xmlns:a16="http://schemas.microsoft.com/office/drawing/2014/main" id="{1A451D01-43B0-F008-E3A4-D8F4AE5DD867}"/>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4" name="Group 3">
              <a:extLst>
                <a:ext uri="{FF2B5EF4-FFF2-40B4-BE49-F238E27FC236}">
                  <a16:creationId xmlns:a16="http://schemas.microsoft.com/office/drawing/2014/main" id="{01C71BAD-9F5B-C352-6CC5-7034AA9A8D41}"/>
                </a:ext>
              </a:extLst>
            </p:cNvPr>
            <p:cNvGrpSpPr/>
            <p:nvPr/>
          </p:nvGrpSpPr>
          <p:grpSpPr>
            <a:xfrm>
              <a:off x="2" y="6361501"/>
              <a:ext cx="12301842" cy="640080"/>
              <a:chOff x="2" y="6361501"/>
              <a:chExt cx="12301842" cy="640080"/>
            </a:xfrm>
          </p:grpSpPr>
          <p:pic>
            <p:nvPicPr>
              <p:cNvPr id="5" name="Picture 4" descr="USGS.png">
                <a:extLst>
                  <a:ext uri="{FF2B5EF4-FFF2-40B4-BE49-F238E27FC236}">
                    <a16:creationId xmlns:a16="http://schemas.microsoft.com/office/drawing/2014/main" id="{B974C3B8-CD6B-15CC-FC81-577F50EAD905}"/>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6" name="Picture 5" descr="Horizontal_CMYK_600.tif">
                <a:extLst>
                  <a:ext uri="{FF2B5EF4-FFF2-40B4-BE49-F238E27FC236}">
                    <a16:creationId xmlns:a16="http://schemas.microsoft.com/office/drawing/2014/main" id="{97FA5BDC-8B98-78F8-1842-E945E2852353}"/>
                  </a:ext>
                </a:extLst>
              </p:cNvPr>
              <p:cNvPicPr>
                <a:picLocks noChangeAspect="1"/>
              </p:cNvPicPr>
              <p:nvPr/>
            </p:nvPicPr>
            <p:blipFill rotWithShape="1">
              <a:blip r:embed="rId3"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12" name="Picture 11">
                <a:extLst>
                  <a:ext uri="{FF2B5EF4-FFF2-40B4-BE49-F238E27FC236}">
                    <a16:creationId xmlns:a16="http://schemas.microsoft.com/office/drawing/2014/main" id="{4B21EC7B-FB2C-E7B1-3E28-32C6E9FCFAE8}"/>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33040615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An example of different models</a:t>
            </a:r>
          </a:p>
        </p:txBody>
      </p:sp>
      <p:sp>
        <p:nvSpPr>
          <p:cNvPr id="8" name="Text Placeholder 7"/>
          <p:cNvSpPr>
            <a:spLocks noGrp="1"/>
          </p:cNvSpPr>
          <p:nvPr>
            <p:ph type="body" idx="1"/>
          </p:nvPr>
        </p:nvSpPr>
        <p:spPr>
          <a:xfrm>
            <a:off x="839788" y="1295400"/>
            <a:ext cx="5157787" cy="823912"/>
          </a:xfrm>
        </p:spPr>
        <p:txBody>
          <a:bodyPr/>
          <a:lstStyle/>
          <a:p>
            <a:r>
              <a:rPr lang="en-US" sz="2800" dirty="0"/>
              <a:t>LAHARZ (statistical)</a:t>
            </a:r>
            <a:r>
              <a:rPr lang="en-US" sz="2400" dirty="0"/>
              <a:t>	</a:t>
            </a:r>
          </a:p>
        </p:txBody>
      </p:sp>
      <p:sp>
        <p:nvSpPr>
          <p:cNvPr id="10" name="Text Placeholder 9"/>
          <p:cNvSpPr>
            <a:spLocks noGrp="1"/>
          </p:cNvSpPr>
          <p:nvPr>
            <p:ph type="body" sz="quarter" idx="3"/>
          </p:nvPr>
        </p:nvSpPr>
        <p:spPr>
          <a:xfrm>
            <a:off x="6172200" y="1295400"/>
            <a:ext cx="5183188" cy="823912"/>
          </a:xfrm>
        </p:spPr>
        <p:txBody>
          <a:bodyPr/>
          <a:lstStyle/>
          <a:p>
            <a:r>
              <a:rPr lang="en-US" sz="2800" dirty="0"/>
              <a:t>D-CLAW (physical)</a:t>
            </a:r>
          </a:p>
        </p:txBody>
      </p:sp>
      <p:grpSp>
        <p:nvGrpSpPr>
          <p:cNvPr id="2" name="Group 1">
            <a:extLst>
              <a:ext uri="{FF2B5EF4-FFF2-40B4-BE49-F238E27FC236}">
                <a16:creationId xmlns:a16="http://schemas.microsoft.com/office/drawing/2014/main" id="{DFE7A333-5D1F-849D-0D7D-A77FA0E757D4}"/>
              </a:ext>
            </a:extLst>
          </p:cNvPr>
          <p:cNvGrpSpPr/>
          <p:nvPr/>
        </p:nvGrpSpPr>
        <p:grpSpPr>
          <a:xfrm>
            <a:off x="0" y="6362366"/>
            <a:ext cx="12301844" cy="640080"/>
            <a:chOff x="0" y="6361501"/>
            <a:chExt cx="12301844" cy="640080"/>
          </a:xfrm>
        </p:grpSpPr>
        <p:sp>
          <p:nvSpPr>
            <p:cNvPr id="3" name="Rectangle 2">
              <a:extLst>
                <a:ext uri="{FF2B5EF4-FFF2-40B4-BE49-F238E27FC236}">
                  <a16:creationId xmlns:a16="http://schemas.microsoft.com/office/drawing/2014/main" id="{1A451D01-43B0-F008-E3A4-D8F4AE5DD867}"/>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4" name="Group 3">
              <a:extLst>
                <a:ext uri="{FF2B5EF4-FFF2-40B4-BE49-F238E27FC236}">
                  <a16:creationId xmlns:a16="http://schemas.microsoft.com/office/drawing/2014/main" id="{01C71BAD-9F5B-C352-6CC5-7034AA9A8D41}"/>
                </a:ext>
              </a:extLst>
            </p:cNvPr>
            <p:cNvGrpSpPr/>
            <p:nvPr/>
          </p:nvGrpSpPr>
          <p:grpSpPr>
            <a:xfrm>
              <a:off x="2" y="6361501"/>
              <a:ext cx="12301842" cy="640080"/>
              <a:chOff x="2" y="6361501"/>
              <a:chExt cx="12301842" cy="640080"/>
            </a:xfrm>
          </p:grpSpPr>
          <p:pic>
            <p:nvPicPr>
              <p:cNvPr id="5" name="Picture 4" descr="USGS.png">
                <a:extLst>
                  <a:ext uri="{FF2B5EF4-FFF2-40B4-BE49-F238E27FC236}">
                    <a16:creationId xmlns:a16="http://schemas.microsoft.com/office/drawing/2014/main" id="{B974C3B8-CD6B-15CC-FC81-577F50EAD905}"/>
                  </a:ext>
                </a:extLst>
              </p:cNvPr>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6" name="Picture 5" descr="Horizontal_CMYK_600.tif">
                <a:extLst>
                  <a:ext uri="{FF2B5EF4-FFF2-40B4-BE49-F238E27FC236}">
                    <a16:creationId xmlns:a16="http://schemas.microsoft.com/office/drawing/2014/main" id="{97FA5BDC-8B98-78F8-1842-E945E2852353}"/>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12" name="Picture 11">
                <a:extLst>
                  <a:ext uri="{FF2B5EF4-FFF2-40B4-BE49-F238E27FC236}">
                    <a16:creationId xmlns:a16="http://schemas.microsoft.com/office/drawing/2014/main" id="{4B21EC7B-FB2C-E7B1-3E28-32C6E9FCFAE8}"/>
                  </a:ext>
                </a:extLst>
              </p:cNvPr>
              <p:cNvPicPr>
                <a:picLocks noChangeAspect="1"/>
              </p:cNvPicPr>
              <p:nvPr/>
            </p:nvPicPr>
            <p:blipFill rotWithShape="1">
              <a:blip r:embed="rId6"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pic>
        <p:nvPicPr>
          <p:cNvPr id="17" name="TyndallGlacierLandslide">
            <a:hlinkClick r:id="" action="ppaction://media"/>
            <a:extLst>
              <a:ext uri="{FF2B5EF4-FFF2-40B4-BE49-F238E27FC236}">
                <a16:creationId xmlns:a16="http://schemas.microsoft.com/office/drawing/2014/main" id="{134E710B-E6DC-0DDE-4673-DE5D8C0B2058}"/>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6309192" y="2188541"/>
            <a:ext cx="4899025" cy="2755900"/>
          </a:xfrm>
          <a:prstGeom prst="rect">
            <a:avLst/>
          </a:prstGeom>
        </p:spPr>
      </p:pic>
      <p:pic>
        <p:nvPicPr>
          <p:cNvPr id="18" name="Picture 5" descr="DEM">
            <a:extLst>
              <a:ext uri="{FF2B5EF4-FFF2-40B4-BE49-F238E27FC236}">
                <a16:creationId xmlns:a16="http://schemas.microsoft.com/office/drawing/2014/main" id="{F2DD4B7B-1989-09AA-E71D-DAC05360FBB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63049" y="2129085"/>
            <a:ext cx="3962400" cy="3843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22627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1562"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17"/>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17"/>
                                        </p:tgtEl>
                                      </p:cBhvr>
                                    </p:cmd>
                                  </p:childTnLst>
                                </p:cTn>
                              </p:par>
                            </p:childTnLst>
                          </p:cTn>
                        </p:par>
                      </p:childTnLst>
                    </p:cTn>
                  </p:par>
                </p:childTnLst>
              </p:cTn>
              <p:nextCondLst>
                <p:cond evt="onClick" delay="0">
                  <p:tgtEl>
                    <p:spTgt spid="17"/>
                  </p:tgtEl>
                </p:cond>
              </p:nextCondLst>
            </p:seq>
            <p:video>
              <p:cMediaNode vol="80000">
                <p:cTn id="12" repeatCount="indefinite" fill="hold" display="0">
                  <p:stCondLst>
                    <p:cond delay="indefinite"/>
                  </p:stCondLst>
                </p:cTn>
                <p:tgtEl>
                  <p:spTgt spid="17"/>
                </p:tgtEl>
              </p:cMediaNode>
            </p:vide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9601200" cy="1325563"/>
          </a:xfrm>
        </p:spPr>
        <p:txBody>
          <a:bodyPr>
            <a:noAutofit/>
          </a:bodyPr>
          <a:lstStyle/>
          <a:p>
            <a:r>
              <a:rPr lang="en-US" sz="3600" b="1" dirty="0"/>
              <a:t>Statistical models </a:t>
            </a:r>
            <a:br>
              <a:rPr lang="en-US" sz="3600" b="1" dirty="0"/>
            </a:br>
            <a:r>
              <a:rPr lang="en-US" sz="3200" b="1" dirty="0"/>
              <a:t>(for example, LAHARZ for lahars, energy cone for PDCs)</a:t>
            </a:r>
            <a:endParaRPr lang="en-US" sz="3600" b="1" dirty="0"/>
          </a:p>
        </p:txBody>
      </p:sp>
      <p:sp>
        <p:nvSpPr>
          <p:cNvPr id="4" name="Rectangle 3"/>
          <p:cNvSpPr/>
          <p:nvPr/>
        </p:nvSpPr>
        <p:spPr>
          <a:xfrm>
            <a:off x="838200" y="1720840"/>
            <a:ext cx="10134600" cy="3200876"/>
          </a:xfrm>
          <a:prstGeom prst="rect">
            <a:avLst/>
          </a:prstGeom>
        </p:spPr>
        <p:txBody>
          <a:bodyPr wrap="square">
            <a:spAutoFit/>
          </a:bodyPr>
          <a:lstStyle/>
          <a:p>
            <a:pPr marL="285750" indent="-285750">
              <a:spcAft>
                <a:spcPts val="600"/>
              </a:spcAft>
              <a:buFont typeface="Arial" panose="020B0604020202020204" pitchFamily="34" charset="0"/>
              <a:buChar char="•"/>
            </a:pPr>
            <a:r>
              <a:rPr lang="en-US" sz="2400" dirty="0"/>
              <a:t>Use statistical/empirical models like LAHARZ (for lahars) or energy cones (for PDCs) for rapid assessment and portrayal of hazard zones</a:t>
            </a:r>
          </a:p>
          <a:p>
            <a:pPr marL="285750" indent="-285750">
              <a:spcAft>
                <a:spcPts val="600"/>
              </a:spcAft>
              <a:buFont typeface="Arial" panose="020B0604020202020204" pitchFamily="34" charset="0"/>
              <a:buChar char="•"/>
            </a:pPr>
            <a:r>
              <a:rPr lang="en-US" sz="2400" dirty="0"/>
              <a:t>Especially good for broad regions (such as an entire volcano) where considerable uncertainty exists about the locations and sizes of future flows. </a:t>
            </a:r>
          </a:p>
          <a:p>
            <a:pPr marL="285750" indent="-285750">
              <a:spcAft>
                <a:spcPts val="600"/>
              </a:spcAft>
              <a:buFont typeface="Arial" panose="020B0604020202020204" pitchFamily="34" charset="0"/>
              <a:buChar char="•"/>
            </a:pPr>
            <a:r>
              <a:rPr lang="en-US" sz="2400" dirty="0"/>
              <a:t>Can run statistical models for the best-fit regression and the upper and lower confidence bounds to show the range of uncertainty (this is now a built-in option in LAHARZ) to reflect the effects of natural variability</a:t>
            </a:r>
          </a:p>
        </p:txBody>
      </p:sp>
      <p:grpSp>
        <p:nvGrpSpPr>
          <p:cNvPr id="3" name="Group 2">
            <a:extLst>
              <a:ext uri="{FF2B5EF4-FFF2-40B4-BE49-F238E27FC236}">
                <a16:creationId xmlns:a16="http://schemas.microsoft.com/office/drawing/2014/main" id="{380A9659-A2C2-1F18-FE4B-0AB301B8D7B7}"/>
              </a:ext>
            </a:extLst>
          </p:cNvPr>
          <p:cNvGrpSpPr/>
          <p:nvPr/>
        </p:nvGrpSpPr>
        <p:grpSpPr>
          <a:xfrm>
            <a:off x="0" y="6362366"/>
            <a:ext cx="12301844" cy="640080"/>
            <a:chOff x="0" y="6361501"/>
            <a:chExt cx="12301844" cy="640080"/>
          </a:xfrm>
        </p:grpSpPr>
        <p:sp>
          <p:nvSpPr>
            <p:cNvPr id="5" name="Rectangle 4">
              <a:extLst>
                <a:ext uri="{FF2B5EF4-FFF2-40B4-BE49-F238E27FC236}">
                  <a16:creationId xmlns:a16="http://schemas.microsoft.com/office/drawing/2014/main" id="{F340D52F-1EDE-002B-D833-EDF8CE98FFB6}"/>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6" name="Group 5">
              <a:extLst>
                <a:ext uri="{FF2B5EF4-FFF2-40B4-BE49-F238E27FC236}">
                  <a16:creationId xmlns:a16="http://schemas.microsoft.com/office/drawing/2014/main" id="{8CC4D2DD-5FB2-D8CD-66C3-643150E4CDEC}"/>
                </a:ext>
              </a:extLst>
            </p:cNvPr>
            <p:cNvGrpSpPr/>
            <p:nvPr/>
          </p:nvGrpSpPr>
          <p:grpSpPr>
            <a:xfrm>
              <a:off x="2" y="6361501"/>
              <a:ext cx="12301842" cy="640080"/>
              <a:chOff x="2" y="6361501"/>
              <a:chExt cx="12301842" cy="640080"/>
            </a:xfrm>
          </p:grpSpPr>
          <p:pic>
            <p:nvPicPr>
              <p:cNvPr id="7" name="Picture 6" descr="USGS.png">
                <a:extLst>
                  <a:ext uri="{FF2B5EF4-FFF2-40B4-BE49-F238E27FC236}">
                    <a16:creationId xmlns:a16="http://schemas.microsoft.com/office/drawing/2014/main" id="{52E1291C-B769-DDBE-5034-28B9957004BD}"/>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8" name="Picture 7" descr="Horizontal_CMYK_600.tif">
                <a:extLst>
                  <a:ext uri="{FF2B5EF4-FFF2-40B4-BE49-F238E27FC236}">
                    <a16:creationId xmlns:a16="http://schemas.microsoft.com/office/drawing/2014/main" id="{7D8A7253-C33B-42DC-B8F0-0E1BD0793D43}"/>
                  </a:ext>
                </a:extLst>
              </p:cNvPr>
              <p:cNvPicPr>
                <a:picLocks noChangeAspect="1"/>
              </p:cNvPicPr>
              <p:nvPr/>
            </p:nvPicPr>
            <p:blipFill rotWithShape="1">
              <a:blip r:embed="rId3"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9" name="Picture 8">
                <a:extLst>
                  <a:ext uri="{FF2B5EF4-FFF2-40B4-BE49-F238E27FC236}">
                    <a16:creationId xmlns:a16="http://schemas.microsoft.com/office/drawing/2014/main" id="{E0F90B90-6E88-6388-6A9C-5015FEF9A1AD}"/>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16410115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Physical models </a:t>
            </a:r>
            <a:br>
              <a:rPr lang="en-US" sz="3600" b="1" dirty="0"/>
            </a:br>
            <a:r>
              <a:rPr lang="en-US" sz="3200" b="1" dirty="0"/>
              <a:t>(for example, DCLAW for lahars, TITAN2D for PDCs)</a:t>
            </a:r>
          </a:p>
        </p:txBody>
      </p:sp>
      <p:sp>
        <p:nvSpPr>
          <p:cNvPr id="3" name="Rectangle 2"/>
          <p:cNvSpPr/>
          <p:nvPr/>
        </p:nvSpPr>
        <p:spPr>
          <a:xfrm>
            <a:off x="990600" y="1524000"/>
            <a:ext cx="10363200" cy="3708708"/>
          </a:xfrm>
          <a:prstGeom prst="rect">
            <a:avLst/>
          </a:prstGeom>
        </p:spPr>
        <p:txBody>
          <a:bodyPr wrap="square">
            <a:spAutoFit/>
          </a:bodyPr>
          <a:lstStyle/>
          <a:p>
            <a:pPr marL="285750" indent="-285750">
              <a:spcAft>
                <a:spcPts val="600"/>
              </a:spcAft>
              <a:buFont typeface="Arial" panose="020B0604020202020204" pitchFamily="34" charset="0"/>
              <a:buChar char="•"/>
            </a:pPr>
            <a:r>
              <a:rPr lang="en-US" sz="2000" dirty="0"/>
              <a:t>Use physically-based models (like DCLAW) to perform more detailed hazard assessments where prior knowledge warrants, and/or the model has input parameters that are more easily estimated (TITAN2D). </a:t>
            </a:r>
          </a:p>
          <a:p>
            <a:pPr marL="285750" indent="-285750">
              <a:spcAft>
                <a:spcPts val="600"/>
              </a:spcAft>
              <a:buFont typeface="Arial" panose="020B0604020202020204" pitchFamily="34" charset="0"/>
              <a:buChar char="•"/>
            </a:pPr>
            <a:r>
              <a:rPr lang="en-US" sz="2000" dirty="0"/>
              <a:t>Such models have great flexibility and explanatory power, but they also have more components—and more sources of uncertainty—than a simple statistical model such as LAHARZ or energy cones. </a:t>
            </a:r>
          </a:p>
          <a:p>
            <a:pPr marL="285750" indent="-285750">
              <a:spcAft>
                <a:spcPts val="600"/>
              </a:spcAft>
              <a:buFont typeface="Arial" panose="020B0604020202020204" pitchFamily="34" charset="0"/>
              <a:buChar char="•"/>
            </a:pPr>
            <a:r>
              <a:rPr lang="en-US" sz="2000" dirty="0"/>
              <a:t>A physically based model like DCLAW such can have excellent explanatory power but still have limited predictive power. Other physical models with fewer input parameters (like TITAN2D for PDCs) are more easily used for forecasting.</a:t>
            </a:r>
          </a:p>
          <a:p>
            <a:pPr marL="285750" indent="-285750">
              <a:spcAft>
                <a:spcPts val="600"/>
              </a:spcAft>
              <a:buFont typeface="Arial" panose="020B0604020202020204" pitchFamily="34" charset="0"/>
              <a:buChar char="•"/>
            </a:pPr>
            <a:r>
              <a:rPr lang="en-US" sz="2000" dirty="0"/>
              <a:t>Thus, they must be used carefully if they’re used in a hazard forecasting mode. One model run ≠ hazard map.</a:t>
            </a:r>
          </a:p>
        </p:txBody>
      </p:sp>
      <p:grpSp>
        <p:nvGrpSpPr>
          <p:cNvPr id="4" name="Group 3">
            <a:extLst>
              <a:ext uri="{FF2B5EF4-FFF2-40B4-BE49-F238E27FC236}">
                <a16:creationId xmlns:a16="http://schemas.microsoft.com/office/drawing/2014/main" id="{FB4F8F3E-BB9A-85F0-9F32-178B38367706}"/>
              </a:ext>
            </a:extLst>
          </p:cNvPr>
          <p:cNvGrpSpPr/>
          <p:nvPr/>
        </p:nvGrpSpPr>
        <p:grpSpPr>
          <a:xfrm>
            <a:off x="0" y="6362366"/>
            <a:ext cx="12301844" cy="640080"/>
            <a:chOff x="0" y="6361501"/>
            <a:chExt cx="12301844" cy="640080"/>
          </a:xfrm>
        </p:grpSpPr>
        <p:sp>
          <p:nvSpPr>
            <p:cNvPr id="5" name="Rectangle 4">
              <a:extLst>
                <a:ext uri="{FF2B5EF4-FFF2-40B4-BE49-F238E27FC236}">
                  <a16:creationId xmlns:a16="http://schemas.microsoft.com/office/drawing/2014/main" id="{0800B57B-D2BA-CB15-9603-D1DF3DC7DE60}"/>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6" name="Group 5">
              <a:extLst>
                <a:ext uri="{FF2B5EF4-FFF2-40B4-BE49-F238E27FC236}">
                  <a16:creationId xmlns:a16="http://schemas.microsoft.com/office/drawing/2014/main" id="{8B4024EC-1DC3-46DB-3FAB-81D52A3DC1B5}"/>
                </a:ext>
              </a:extLst>
            </p:cNvPr>
            <p:cNvGrpSpPr/>
            <p:nvPr/>
          </p:nvGrpSpPr>
          <p:grpSpPr>
            <a:xfrm>
              <a:off x="2" y="6361501"/>
              <a:ext cx="12301842" cy="640080"/>
              <a:chOff x="2" y="6361501"/>
              <a:chExt cx="12301842" cy="640080"/>
            </a:xfrm>
          </p:grpSpPr>
          <p:pic>
            <p:nvPicPr>
              <p:cNvPr id="7" name="Picture 6" descr="USGS.png">
                <a:extLst>
                  <a:ext uri="{FF2B5EF4-FFF2-40B4-BE49-F238E27FC236}">
                    <a16:creationId xmlns:a16="http://schemas.microsoft.com/office/drawing/2014/main" id="{50298E15-B586-DCF5-7727-3DE475185125}"/>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8" name="Picture 7" descr="Horizontal_CMYK_600.tif">
                <a:extLst>
                  <a:ext uri="{FF2B5EF4-FFF2-40B4-BE49-F238E27FC236}">
                    <a16:creationId xmlns:a16="http://schemas.microsoft.com/office/drawing/2014/main" id="{03000D4D-E56B-EA8E-96EF-CA93041D0C5C}"/>
                  </a:ext>
                </a:extLst>
              </p:cNvPr>
              <p:cNvPicPr>
                <a:picLocks noChangeAspect="1"/>
              </p:cNvPicPr>
              <p:nvPr/>
            </p:nvPicPr>
            <p:blipFill rotWithShape="1">
              <a:blip r:embed="rId3"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9" name="Picture 8">
                <a:extLst>
                  <a:ext uri="{FF2B5EF4-FFF2-40B4-BE49-F238E27FC236}">
                    <a16:creationId xmlns:a16="http://schemas.microsoft.com/office/drawing/2014/main" id="{AEF685E0-6A25-A6D0-AE12-00AD6A355EA3}"/>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14770565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6"/>
          <p:cNvSpPr txBox="1">
            <a:spLocks noChangeArrowheads="1"/>
          </p:cNvSpPr>
          <p:nvPr/>
        </p:nvSpPr>
        <p:spPr bwMode="auto">
          <a:xfrm>
            <a:off x="4251325" y="1789113"/>
            <a:ext cx="1841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4339" name="Text Box 8"/>
          <p:cNvSpPr txBox="1">
            <a:spLocks noChangeArrowheads="1"/>
          </p:cNvSpPr>
          <p:nvPr/>
        </p:nvSpPr>
        <p:spPr bwMode="auto">
          <a:xfrm>
            <a:off x="1524000" y="304801"/>
            <a:ext cx="89154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3600" b="1" dirty="0"/>
              <a:t>	  Forecasting lahar inundation</a:t>
            </a:r>
          </a:p>
          <a:p>
            <a:pPr eaLnBrk="1" hangingPunct="1"/>
            <a:r>
              <a:rPr lang="en-US" altLang="en-US" sz="3600" b="1" dirty="0"/>
              <a:t>	       limits using LAHARZ</a:t>
            </a:r>
          </a:p>
        </p:txBody>
      </p:sp>
      <p:pic>
        <p:nvPicPr>
          <p:cNvPr id="14341" name="Picture 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981200"/>
            <a:ext cx="4191000" cy="3143250"/>
          </a:xfrm>
          <a:prstGeom prst="rect">
            <a:avLst/>
          </a:prstGeom>
          <a:solidFill>
            <a:srgbClr val="FFCC00"/>
          </a:solidFill>
          <a:ln w="76200">
            <a:solidFill>
              <a:srgbClr val="000000"/>
            </a:solidFill>
            <a:miter lim="800000"/>
            <a:headEnd/>
            <a:tailEnd/>
          </a:ln>
        </p:spPr>
      </p:pic>
      <p:sp>
        <p:nvSpPr>
          <p:cNvPr id="2065" name="Text Box 17"/>
          <p:cNvSpPr txBox="1">
            <a:spLocks noChangeArrowheads="1"/>
          </p:cNvSpPr>
          <p:nvPr/>
        </p:nvSpPr>
        <p:spPr bwMode="auto">
          <a:xfrm>
            <a:off x="2057401" y="2057400"/>
            <a:ext cx="27924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en-US" sz="1400" b="1">
                <a:solidFill>
                  <a:schemeClr val="bg1"/>
                </a:solidFill>
                <a:effectLst>
                  <a:outerShdw blurRad="38100" dist="38100" dir="2700000" algn="tl">
                    <a:srgbClr val="808080"/>
                  </a:outerShdw>
                </a:effectLst>
                <a:latin typeface="Arial" charset="0"/>
              </a:rPr>
              <a:t>Casita Volcano 1998 lahar path</a:t>
            </a:r>
          </a:p>
        </p:txBody>
      </p:sp>
      <p:sp>
        <p:nvSpPr>
          <p:cNvPr id="14343" name="Rectangle 18"/>
          <p:cNvSpPr>
            <a:spLocks noChangeArrowheads="1"/>
          </p:cNvSpPr>
          <p:nvPr/>
        </p:nvSpPr>
        <p:spPr bwMode="auto">
          <a:xfrm>
            <a:off x="1981200" y="1981200"/>
            <a:ext cx="4191000" cy="3124200"/>
          </a:xfrm>
          <a:prstGeom prst="rect">
            <a:avLst/>
          </a:prstGeom>
          <a:noFill/>
          <a:ln w="76200">
            <a:solidFill>
              <a:srgbClr val="FFCC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pic>
        <p:nvPicPr>
          <p:cNvPr id="14344"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2438400"/>
            <a:ext cx="4419600"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1">
            <a:extLst>
              <a:ext uri="{FF2B5EF4-FFF2-40B4-BE49-F238E27FC236}">
                <a16:creationId xmlns:a16="http://schemas.microsoft.com/office/drawing/2014/main" id="{068B15D7-4CA5-C910-4157-1B83881927F4}"/>
              </a:ext>
            </a:extLst>
          </p:cNvPr>
          <p:cNvGrpSpPr/>
          <p:nvPr/>
        </p:nvGrpSpPr>
        <p:grpSpPr>
          <a:xfrm>
            <a:off x="0" y="6362366"/>
            <a:ext cx="12301844" cy="640080"/>
            <a:chOff x="0" y="6361501"/>
            <a:chExt cx="12301844" cy="640080"/>
          </a:xfrm>
        </p:grpSpPr>
        <p:sp>
          <p:nvSpPr>
            <p:cNvPr id="3" name="Rectangle 2">
              <a:extLst>
                <a:ext uri="{FF2B5EF4-FFF2-40B4-BE49-F238E27FC236}">
                  <a16:creationId xmlns:a16="http://schemas.microsoft.com/office/drawing/2014/main" id="{34B7BBC1-16D0-6C32-5370-018329D33554}"/>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4" name="Group 3">
              <a:extLst>
                <a:ext uri="{FF2B5EF4-FFF2-40B4-BE49-F238E27FC236}">
                  <a16:creationId xmlns:a16="http://schemas.microsoft.com/office/drawing/2014/main" id="{C0B24E3E-5335-03AF-4719-CD2CE11EA5EA}"/>
                </a:ext>
              </a:extLst>
            </p:cNvPr>
            <p:cNvGrpSpPr/>
            <p:nvPr/>
          </p:nvGrpSpPr>
          <p:grpSpPr>
            <a:xfrm>
              <a:off x="2" y="6361501"/>
              <a:ext cx="12301842" cy="640080"/>
              <a:chOff x="2" y="6361501"/>
              <a:chExt cx="12301842" cy="640080"/>
            </a:xfrm>
          </p:grpSpPr>
          <p:pic>
            <p:nvPicPr>
              <p:cNvPr id="5" name="Picture 4" descr="USGS.png">
                <a:extLst>
                  <a:ext uri="{FF2B5EF4-FFF2-40B4-BE49-F238E27FC236}">
                    <a16:creationId xmlns:a16="http://schemas.microsoft.com/office/drawing/2014/main" id="{C5E562DD-FEB7-B2FA-0BF1-FAB9E0A3A80E}"/>
                  </a:ext>
                </a:extLst>
              </p:cNvPr>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6" name="Picture 5" descr="Horizontal_CMYK_600.tif">
                <a:extLst>
                  <a:ext uri="{FF2B5EF4-FFF2-40B4-BE49-F238E27FC236}">
                    <a16:creationId xmlns:a16="http://schemas.microsoft.com/office/drawing/2014/main" id="{B280848F-5DBC-FA09-3BF6-34786C7E19B0}"/>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7" name="Picture 6">
                <a:extLst>
                  <a:ext uri="{FF2B5EF4-FFF2-40B4-BE49-F238E27FC236}">
                    <a16:creationId xmlns:a16="http://schemas.microsoft.com/office/drawing/2014/main" id="{756F23BE-FCB6-64AB-4893-22B8EDA42B41}"/>
                  </a:ext>
                </a:extLst>
              </p:cNvPr>
              <p:cNvPicPr>
                <a:picLocks noChangeAspect="1"/>
              </p:cNvPicPr>
              <p:nvPr/>
            </p:nvPicPr>
            <p:blipFill rotWithShape="1">
              <a:blip r:embed="rId6"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4182849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Acknowledgements</a:t>
            </a:r>
          </a:p>
        </p:txBody>
      </p:sp>
      <p:sp>
        <p:nvSpPr>
          <p:cNvPr id="5" name="Content Placeholder 4"/>
          <p:cNvSpPr>
            <a:spLocks noGrp="1"/>
          </p:cNvSpPr>
          <p:nvPr>
            <p:ph idx="1"/>
          </p:nvPr>
        </p:nvSpPr>
        <p:spPr>
          <a:xfrm>
            <a:off x="838200" y="1527048"/>
            <a:ext cx="10668000" cy="4340352"/>
          </a:xfrm>
        </p:spPr>
        <p:txBody>
          <a:bodyPr>
            <a:normAutofit lnSpcReduction="10000"/>
          </a:bodyPr>
          <a:lstStyle/>
          <a:p>
            <a:r>
              <a:rPr lang="en-US" dirty="0"/>
              <a:t>Many slides presented here are courtesy of Steve Schilling and Julie Griswold</a:t>
            </a:r>
          </a:p>
          <a:p>
            <a:r>
              <a:rPr lang="en-US" dirty="0"/>
              <a:t>Further reading:</a:t>
            </a:r>
          </a:p>
          <a:p>
            <a:pPr lvl="1"/>
            <a:r>
              <a:rPr lang="en-US" dirty="0"/>
              <a:t>Schilling. 1998. LAHARZ: GIS programs for automated mapping of lahar-inundation hazard zones. USGS Open-File Report 98-638</a:t>
            </a:r>
          </a:p>
          <a:p>
            <a:pPr lvl="1"/>
            <a:r>
              <a:rPr lang="en-US" dirty="0"/>
              <a:t>Iverson et al. 1998. Objective delineation of lahar-inundation hazard zones. Geological Society of America Bulletin, 110, 972-984</a:t>
            </a:r>
          </a:p>
          <a:p>
            <a:pPr lvl="1"/>
            <a:r>
              <a:rPr lang="en-US" dirty="0"/>
              <a:t>Griswold &amp; Iverson 2007. Mobility Statistics and Automated Hazard Mapping for Debris Flows and Rock Avalanches. USGS </a:t>
            </a:r>
            <a:r>
              <a:rPr lang="fr-FR" dirty="0"/>
              <a:t>Scientific Investigations Report 2007–5276 Version 1.1</a:t>
            </a:r>
          </a:p>
          <a:p>
            <a:pPr lvl="1"/>
            <a:r>
              <a:rPr lang="fr-FR" dirty="0"/>
              <a:t>Schilling. 2014. </a:t>
            </a:r>
            <a:r>
              <a:rPr lang="en-US" dirty="0" err="1"/>
              <a:t>Laharz_py</a:t>
            </a:r>
            <a:r>
              <a:rPr lang="en-US" dirty="0"/>
              <a:t>: GIS Tools for Automated Mapping of Lahar Inundation Hazard Zones. USGS Open-File Report 2014–1073</a:t>
            </a:r>
          </a:p>
          <a:p>
            <a:pPr marL="274638" lvl="1" indent="0">
              <a:buNone/>
            </a:pPr>
            <a:endParaRPr lang="en-US" dirty="0"/>
          </a:p>
          <a:p>
            <a:pPr lvl="1"/>
            <a:endParaRPr lang="en-US" dirty="0"/>
          </a:p>
          <a:p>
            <a:pPr lvl="1"/>
            <a:endParaRPr lang="en-US" dirty="0"/>
          </a:p>
        </p:txBody>
      </p:sp>
      <p:grpSp>
        <p:nvGrpSpPr>
          <p:cNvPr id="2" name="Group 1">
            <a:extLst>
              <a:ext uri="{FF2B5EF4-FFF2-40B4-BE49-F238E27FC236}">
                <a16:creationId xmlns:a16="http://schemas.microsoft.com/office/drawing/2014/main" id="{AD9810D9-00B2-6819-2D84-7F6FB8F3CA6B}"/>
              </a:ext>
            </a:extLst>
          </p:cNvPr>
          <p:cNvGrpSpPr/>
          <p:nvPr/>
        </p:nvGrpSpPr>
        <p:grpSpPr>
          <a:xfrm>
            <a:off x="0" y="6362366"/>
            <a:ext cx="12301844" cy="640080"/>
            <a:chOff x="0" y="6361501"/>
            <a:chExt cx="12301844" cy="640080"/>
          </a:xfrm>
        </p:grpSpPr>
        <p:sp>
          <p:nvSpPr>
            <p:cNvPr id="3" name="Rectangle 2">
              <a:extLst>
                <a:ext uri="{FF2B5EF4-FFF2-40B4-BE49-F238E27FC236}">
                  <a16:creationId xmlns:a16="http://schemas.microsoft.com/office/drawing/2014/main" id="{389D6265-2DD0-7EEA-CF19-589E3D50B018}"/>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6" name="Group 5">
              <a:extLst>
                <a:ext uri="{FF2B5EF4-FFF2-40B4-BE49-F238E27FC236}">
                  <a16:creationId xmlns:a16="http://schemas.microsoft.com/office/drawing/2014/main" id="{389F0858-E2AE-CCA7-A946-AEBF774C61AC}"/>
                </a:ext>
              </a:extLst>
            </p:cNvPr>
            <p:cNvGrpSpPr/>
            <p:nvPr/>
          </p:nvGrpSpPr>
          <p:grpSpPr>
            <a:xfrm>
              <a:off x="2" y="6361501"/>
              <a:ext cx="12301842" cy="640080"/>
              <a:chOff x="2" y="6361501"/>
              <a:chExt cx="12301842" cy="640080"/>
            </a:xfrm>
          </p:grpSpPr>
          <p:pic>
            <p:nvPicPr>
              <p:cNvPr id="7" name="Picture 6" descr="USGS.png">
                <a:extLst>
                  <a:ext uri="{FF2B5EF4-FFF2-40B4-BE49-F238E27FC236}">
                    <a16:creationId xmlns:a16="http://schemas.microsoft.com/office/drawing/2014/main" id="{9EFCE53B-0A32-6BFA-265E-BF8DEB2DB53E}"/>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8" name="Picture 7" descr="Horizontal_CMYK_600.tif">
                <a:extLst>
                  <a:ext uri="{FF2B5EF4-FFF2-40B4-BE49-F238E27FC236}">
                    <a16:creationId xmlns:a16="http://schemas.microsoft.com/office/drawing/2014/main" id="{22A8231A-F203-B2AE-95A9-09170B9912FC}"/>
                  </a:ext>
                </a:extLst>
              </p:cNvPr>
              <p:cNvPicPr>
                <a:picLocks noChangeAspect="1"/>
              </p:cNvPicPr>
              <p:nvPr/>
            </p:nvPicPr>
            <p:blipFill rotWithShape="1">
              <a:blip r:embed="rId3"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9" name="Picture 8">
                <a:extLst>
                  <a:ext uri="{FF2B5EF4-FFF2-40B4-BE49-F238E27FC236}">
                    <a16:creationId xmlns:a16="http://schemas.microsoft.com/office/drawing/2014/main" id="{ECDBC72E-0976-8F68-5E45-62AA4B5A70ED}"/>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2949822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685799" y="1039150"/>
            <a:ext cx="5105401" cy="5211763"/>
          </a:xfrm>
        </p:spPr>
        <p:txBody>
          <a:bodyPr>
            <a:normAutofit/>
          </a:bodyPr>
          <a:lstStyle/>
          <a:p>
            <a:pPr marL="285750" indent="-285750">
              <a:buFont typeface="Arial" panose="020B0604020202020204" pitchFamily="34" charset="0"/>
              <a:buChar char="•"/>
            </a:pPr>
            <a:r>
              <a:rPr lang="en-US" sz="2400" dirty="0"/>
              <a:t>Objective, reproducible? </a:t>
            </a:r>
          </a:p>
          <a:p>
            <a:pPr marL="285750" indent="-285750">
              <a:buFont typeface="Arial" panose="020B0604020202020204" pitchFamily="34" charset="0"/>
              <a:buChar char="•"/>
            </a:pPr>
            <a:r>
              <a:rPr lang="en-US" sz="2400" dirty="0"/>
              <a:t>Map details send the wrong message? </a:t>
            </a:r>
          </a:p>
          <a:p>
            <a:pPr marL="285750" indent="-285750">
              <a:buFont typeface="Arial" panose="020B0604020202020204" pitchFamily="34" charset="0"/>
              <a:buChar char="•"/>
            </a:pPr>
            <a:r>
              <a:rPr lang="en-US" sz="2400" dirty="0"/>
              <a:t>What are we communicating? </a:t>
            </a:r>
          </a:p>
          <a:p>
            <a:pPr marL="285750" indent="-285750">
              <a:buFont typeface="Arial" panose="020B0604020202020204" pitchFamily="34" charset="0"/>
              <a:buChar char="•"/>
            </a:pPr>
            <a:r>
              <a:rPr lang="en-US" sz="2400" dirty="0"/>
              <a:t>Automated methods? </a:t>
            </a:r>
          </a:p>
          <a:p>
            <a:pPr marL="285750" indent="-285750">
              <a:buFont typeface="Arial" panose="020B0604020202020204" pitchFamily="34" charset="0"/>
              <a:buChar char="•"/>
            </a:pPr>
            <a:r>
              <a:rPr lang="en-US" sz="2400" dirty="0"/>
              <a:t>Access to remote areas? </a:t>
            </a:r>
          </a:p>
          <a:p>
            <a:pPr marL="285750" indent="-285750">
              <a:buFont typeface="Arial" panose="020B0604020202020204" pitchFamily="34" charset="0"/>
              <a:buChar char="•"/>
            </a:pPr>
            <a:r>
              <a:rPr lang="en-US" sz="2400" dirty="0"/>
              <a:t>Geologic history/maps completed? </a:t>
            </a:r>
          </a:p>
          <a:p>
            <a:pPr marL="285750" indent="-285750">
              <a:buFont typeface="Arial" panose="020B0604020202020204" pitchFamily="34" charset="0"/>
              <a:buChar char="•"/>
            </a:pPr>
            <a:r>
              <a:rPr lang="en-US" sz="2400" dirty="0"/>
              <a:t>Time during crisis for field work? </a:t>
            </a:r>
          </a:p>
          <a:p>
            <a:pPr marL="285750" indent="-285750">
              <a:buFont typeface="Arial" panose="020B0604020202020204" pitchFamily="34" charset="0"/>
              <a:buChar char="•"/>
            </a:pPr>
            <a:endParaRPr lang="en-US" sz="2400" dirty="0"/>
          </a:p>
        </p:txBody>
      </p:sp>
      <p:pic>
        <p:nvPicPr>
          <p:cNvPr id="53250" name="Picture 2" descr="http://thewatchers.adorraeli.com/data/uploads/2011/06/screen_poster_lahar_haz.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0800" y="256078"/>
            <a:ext cx="4562475" cy="6029326"/>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 1">
            <a:extLst>
              <a:ext uri="{FF2B5EF4-FFF2-40B4-BE49-F238E27FC236}">
                <a16:creationId xmlns:a16="http://schemas.microsoft.com/office/drawing/2014/main" id="{756C7459-7D00-5CCB-FB5A-85067C8CD2B1}"/>
              </a:ext>
            </a:extLst>
          </p:cNvPr>
          <p:cNvGrpSpPr/>
          <p:nvPr/>
        </p:nvGrpSpPr>
        <p:grpSpPr>
          <a:xfrm>
            <a:off x="0" y="6362366"/>
            <a:ext cx="12301844" cy="640080"/>
            <a:chOff x="0" y="6361501"/>
            <a:chExt cx="12301844" cy="640080"/>
          </a:xfrm>
        </p:grpSpPr>
        <p:sp>
          <p:nvSpPr>
            <p:cNvPr id="3" name="Rectangle 2">
              <a:extLst>
                <a:ext uri="{FF2B5EF4-FFF2-40B4-BE49-F238E27FC236}">
                  <a16:creationId xmlns:a16="http://schemas.microsoft.com/office/drawing/2014/main" id="{B8F3EA9E-AB3B-9A32-7D55-C6EA59857FDE}"/>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5" name="Group 4">
              <a:extLst>
                <a:ext uri="{FF2B5EF4-FFF2-40B4-BE49-F238E27FC236}">
                  <a16:creationId xmlns:a16="http://schemas.microsoft.com/office/drawing/2014/main" id="{64661031-F591-F916-3C72-2EA047B28C72}"/>
                </a:ext>
              </a:extLst>
            </p:cNvPr>
            <p:cNvGrpSpPr/>
            <p:nvPr/>
          </p:nvGrpSpPr>
          <p:grpSpPr>
            <a:xfrm>
              <a:off x="2" y="6361501"/>
              <a:ext cx="12301842" cy="640080"/>
              <a:chOff x="2" y="6361501"/>
              <a:chExt cx="12301842" cy="640080"/>
            </a:xfrm>
          </p:grpSpPr>
          <p:pic>
            <p:nvPicPr>
              <p:cNvPr id="6" name="Picture 5" descr="USGS.png">
                <a:extLst>
                  <a:ext uri="{FF2B5EF4-FFF2-40B4-BE49-F238E27FC236}">
                    <a16:creationId xmlns:a16="http://schemas.microsoft.com/office/drawing/2014/main" id="{1F53F6B3-6D7A-9449-A6A1-C2F3C3FCF32A}"/>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7" name="Picture 6" descr="Horizontal_CMYK_600.tif">
                <a:extLst>
                  <a:ext uri="{FF2B5EF4-FFF2-40B4-BE49-F238E27FC236}">
                    <a16:creationId xmlns:a16="http://schemas.microsoft.com/office/drawing/2014/main" id="{90A8C99D-4271-6ACC-042E-461B822B1FFC}"/>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8" name="Picture 7">
                <a:extLst>
                  <a:ext uri="{FF2B5EF4-FFF2-40B4-BE49-F238E27FC236}">
                    <a16:creationId xmlns:a16="http://schemas.microsoft.com/office/drawing/2014/main" id="{D9C436F0-03CD-38F1-0CFC-D09AD6113A32}"/>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31023275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7798" y="442798"/>
            <a:ext cx="3932237" cy="1600200"/>
          </a:xfrm>
        </p:spPr>
        <p:txBody>
          <a:bodyPr>
            <a:normAutofit/>
          </a:bodyPr>
          <a:lstStyle/>
          <a:p>
            <a:r>
              <a:rPr lang="en-US" sz="3600" b="1" dirty="0"/>
              <a:t>LAHARZ</a:t>
            </a:r>
          </a:p>
        </p:txBody>
      </p:sp>
      <p:sp>
        <p:nvSpPr>
          <p:cNvPr id="3" name="Text Placeholder 2"/>
          <p:cNvSpPr>
            <a:spLocks noGrp="1"/>
          </p:cNvSpPr>
          <p:nvPr>
            <p:ph type="body" sz="half" idx="2"/>
          </p:nvPr>
        </p:nvSpPr>
        <p:spPr>
          <a:xfrm>
            <a:off x="228600" y="2241216"/>
            <a:ext cx="4114800" cy="3811588"/>
          </a:xfrm>
        </p:spPr>
        <p:txBody>
          <a:bodyPr>
            <a:normAutofit/>
          </a:bodyPr>
          <a:lstStyle/>
          <a:p>
            <a:r>
              <a:rPr lang="en-US" altLang="en-US" sz="2000" b="1" dirty="0"/>
              <a:t>Goal:  </a:t>
            </a:r>
            <a:r>
              <a:rPr lang="en-US" altLang="en-US" sz="2000" dirty="0"/>
              <a:t>a rapid, objective, reproducible method for forecasting lateral and distal inundation limits that define hazard zones</a:t>
            </a:r>
          </a:p>
          <a:p>
            <a:r>
              <a:rPr lang="en-US" altLang="en-US" sz="2000" b="1" dirty="0"/>
              <a:t>Guiding Philosophy:  </a:t>
            </a:r>
            <a:r>
              <a:rPr lang="en-US" altLang="en-US" sz="2000" dirty="0"/>
              <a:t>Global data on areas inundated by past lahars provide a basis for forecasting future inundation limits at particular locations</a:t>
            </a:r>
          </a:p>
          <a:p>
            <a:endParaRPr lang="en-US" altLang="en-US" sz="2000" b="1" dirty="0"/>
          </a:p>
          <a:p>
            <a:endParaRPr lang="en-US" sz="2000" dirty="0"/>
          </a:p>
        </p:txBody>
      </p:sp>
      <p:pic>
        <p:nvPicPr>
          <p:cNvPr id="5" name="Picture 5" descr="DE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9200" y="42455"/>
            <a:ext cx="6400800" cy="6208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Group 3">
            <a:extLst>
              <a:ext uri="{FF2B5EF4-FFF2-40B4-BE49-F238E27FC236}">
                <a16:creationId xmlns:a16="http://schemas.microsoft.com/office/drawing/2014/main" id="{F0C325D1-1F02-2F17-6570-173F4D66E2F0}"/>
              </a:ext>
            </a:extLst>
          </p:cNvPr>
          <p:cNvGrpSpPr/>
          <p:nvPr/>
        </p:nvGrpSpPr>
        <p:grpSpPr>
          <a:xfrm>
            <a:off x="0" y="6362366"/>
            <a:ext cx="12301844" cy="640080"/>
            <a:chOff x="0" y="6361501"/>
            <a:chExt cx="12301844" cy="640080"/>
          </a:xfrm>
        </p:grpSpPr>
        <p:sp>
          <p:nvSpPr>
            <p:cNvPr id="6" name="Rectangle 5">
              <a:extLst>
                <a:ext uri="{FF2B5EF4-FFF2-40B4-BE49-F238E27FC236}">
                  <a16:creationId xmlns:a16="http://schemas.microsoft.com/office/drawing/2014/main" id="{D3E3D2AF-C523-C03B-7B96-4B6240023DA2}"/>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7" name="Group 6">
              <a:extLst>
                <a:ext uri="{FF2B5EF4-FFF2-40B4-BE49-F238E27FC236}">
                  <a16:creationId xmlns:a16="http://schemas.microsoft.com/office/drawing/2014/main" id="{07DE4A88-1713-0B2F-AD84-E2FF0FF5A348}"/>
                </a:ext>
              </a:extLst>
            </p:cNvPr>
            <p:cNvGrpSpPr/>
            <p:nvPr/>
          </p:nvGrpSpPr>
          <p:grpSpPr>
            <a:xfrm>
              <a:off x="2" y="6361501"/>
              <a:ext cx="12301842" cy="640080"/>
              <a:chOff x="2" y="6361501"/>
              <a:chExt cx="12301842" cy="640080"/>
            </a:xfrm>
          </p:grpSpPr>
          <p:pic>
            <p:nvPicPr>
              <p:cNvPr id="8" name="Picture 7" descr="USGS.png">
                <a:extLst>
                  <a:ext uri="{FF2B5EF4-FFF2-40B4-BE49-F238E27FC236}">
                    <a16:creationId xmlns:a16="http://schemas.microsoft.com/office/drawing/2014/main" id="{04749841-D932-18E4-29F2-6C9BD3EDA1C7}"/>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9" name="Picture 8" descr="Horizontal_CMYK_600.tif">
                <a:extLst>
                  <a:ext uri="{FF2B5EF4-FFF2-40B4-BE49-F238E27FC236}">
                    <a16:creationId xmlns:a16="http://schemas.microsoft.com/office/drawing/2014/main" id="{8947A271-6A3B-6E03-E1C5-D63A0D9755C0}"/>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10" name="Picture 9">
                <a:extLst>
                  <a:ext uri="{FF2B5EF4-FFF2-40B4-BE49-F238E27FC236}">
                    <a16:creationId xmlns:a16="http://schemas.microsoft.com/office/drawing/2014/main" id="{DADAB9E8-F0FB-DB79-51CC-048AACF6C205}"/>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372869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4"/>
          <p:cNvSpPr txBox="1">
            <a:spLocks noChangeArrowheads="1"/>
          </p:cNvSpPr>
          <p:nvPr/>
        </p:nvSpPr>
        <p:spPr bwMode="auto">
          <a:xfrm>
            <a:off x="1828800" y="120650"/>
            <a:ext cx="88392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b="1" i="1" dirty="0"/>
          </a:p>
          <a:p>
            <a:pPr eaLnBrk="1" hangingPunct="1"/>
            <a:r>
              <a:rPr lang="en-US" altLang="en-US" sz="2000" b="1" i="1" dirty="0"/>
              <a:t>					</a:t>
            </a:r>
            <a:endParaRPr lang="en-US" altLang="en-US" sz="2400" b="1" i="1" dirty="0"/>
          </a:p>
        </p:txBody>
      </p:sp>
      <p:sp>
        <p:nvSpPr>
          <p:cNvPr id="2" name="Title 1"/>
          <p:cNvSpPr>
            <a:spLocks noGrp="1"/>
          </p:cNvSpPr>
          <p:nvPr>
            <p:ph type="title"/>
          </p:nvPr>
        </p:nvSpPr>
        <p:spPr>
          <a:xfrm>
            <a:off x="228600" y="304800"/>
            <a:ext cx="3869140" cy="990600"/>
          </a:xfrm>
        </p:spPr>
        <p:txBody>
          <a:bodyPr/>
          <a:lstStyle/>
          <a:p>
            <a:r>
              <a:rPr lang="en-US" b="1" dirty="0"/>
              <a:t>LAHARZ principles</a:t>
            </a:r>
          </a:p>
        </p:txBody>
      </p:sp>
      <p:sp>
        <p:nvSpPr>
          <p:cNvPr id="4" name="Text Placeholder 3"/>
          <p:cNvSpPr>
            <a:spLocks noGrp="1"/>
          </p:cNvSpPr>
          <p:nvPr>
            <p:ph type="body" sz="half" idx="2"/>
          </p:nvPr>
        </p:nvSpPr>
        <p:spPr>
          <a:xfrm>
            <a:off x="228600" y="1371601"/>
            <a:ext cx="4491036" cy="4754563"/>
          </a:xfrm>
        </p:spPr>
        <p:txBody>
          <a:bodyPr>
            <a:normAutofit/>
          </a:bodyPr>
          <a:lstStyle/>
          <a:p>
            <a:r>
              <a:rPr lang="en-US" sz="2000" dirty="0"/>
              <a:t>1) inundation by past lahars provides a basis for predicting inundation by future lahars </a:t>
            </a:r>
          </a:p>
          <a:p>
            <a:r>
              <a:rPr lang="en-US" sz="2000" dirty="0"/>
              <a:t>2) distal lahar hazards are confined to valleys that start on volcano flanks</a:t>
            </a:r>
          </a:p>
          <a:p>
            <a:r>
              <a:rPr lang="en-US" sz="2000" dirty="0"/>
              <a:t>3) lahar volume largely controls the extent of inundation downstream</a:t>
            </a:r>
          </a:p>
          <a:p>
            <a:r>
              <a:rPr lang="en-US" sz="2000" dirty="0"/>
              <a:t>4) voluminous lahars occur less often than small lahars </a:t>
            </a:r>
          </a:p>
          <a:p>
            <a:r>
              <a:rPr lang="en-US" sz="2000" dirty="0"/>
              <a:t>5) no one can foretell the exact size of the next lahar to descend a given drainage </a:t>
            </a:r>
          </a:p>
          <a:p>
            <a:r>
              <a:rPr lang="en-US" sz="2000" dirty="0"/>
              <a:t>(Iverson et al., 1998). </a:t>
            </a:r>
          </a:p>
        </p:txBody>
      </p:sp>
      <p:grpSp>
        <p:nvGrpSpPr>
          <p:cNvPr id="3" name="Group 2">
            <a:extLst>
              <a:ext uri="{FF2B5EF4-FFF2-40B4-BE49-F238E27FC236}">
                <a16:creationId xmlns:a16="http://schemas.microsoft.com/office/drawing/2014/main" id="{954648DC-7E73-93B1-8EE0-CED9D010916B}"/>
              </a:ext>
            </a:extLst>
          </p:cNvPr>
          <p:cNvGrpSpPr/>
          <p:nvPr/>
        </p:nvGrpSpPr>
        <p:grpSpPr>
          <a:xfrm>
            <a:off x="0" y="6362366"/>
            <a:ext cx="12301844" cy="640080"/>
            <a:chOff x="0" y="6361501"/>
            <a:chExt cx="12301844" cy="640080"/>
          </a:xfrm>
        </p:grpSpPr>
        <p:sp>
          <p:nvSpPr>
            <p:cNvPr id="6" name="Rectangle 5">
              <a:extLst>
                <a:ext uri="{FF2B5EF4-FFF2-40B4-BE49-F238E27FC236}">
                  <a16:creationId xmlns:a16="http://schemas.microsoft.com/office/drawing/2014/main" id="{071F0201-6D5A-4369-F143-13CE4392C00C}"/>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7" name="Group 6">
              <a:extLst>
                <a:ext uri="{FF2B5EF4-FFF2-40B4-BE49-F238E27FC236}">
                  <a16:creationId xmlns:a16="http://schemas.microsoft.com/office/drawing/2014/main" id="{A5DFFCB0-531A-A20F-0D55-7DF927FD9F88}"/>
                </a:ext>
              </a:extLst>
            </p:cNvPr>
            <p:cNvGrpSpPr/>
            <p:nvPr/>
          </p:nvGrpSpPr>
          <p:grpSpPr>
            <a:xfrm>
              <a:off x="2" y="6361501"/>
              <a:ext cx="12301842" cy="640080"/>
              <a:chOff x="2" y="6361501"/>
              <a:chExt cx="12301842" cy="640080"/>
            </a:xfrm>
          </p:grpSpPr>
          <p:pic>
            <p:nvPicPr>
              <p:cNvPr id="8" name="Picture 7" descr="USGS.png">
                <a:extLst>
                  <a:ext uri="{FF2B5EF4-FFF2-40B4-BE49-F238E27FC236}">
                    <a16:creationId xmlns:a16="http://schemas.microsoft.com/office/drawing/2014/main" id="{B2045D5B-BA7A-9A31-CACC-E19535E192A8}"/>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9" name="Picture 8" descr="Horizontal_CMYK_600.tif">
                <a:extLst>
                  <a:ext uri="{FF2B5EF4-FFF2-40B4-BE49-F238E27FC236}">
                    <a16:creationId xmlns:a16="http://schemas.microsoft.com/office/drawing/2014/main" id="{5D202F12-1E3C-C2CA-A65B-14D031D32161}"/>
                  </a:ext>
                </a:extLst>
              </p:cNvPr>
              <p:cNvPicPr>
                <a:picLocks noChangeAspect="1"/>
              </p:cNvPicPr>
              <p:nvPr/>
            </p:nvPicPr>
            <p:blipFill rotWithShape="1">
              <a:blip r:embed="rId3"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10" name="Picture 9">
                <a:extLst>
                  <a:ext uri="{FF2B5EF4-FFF2-40B4-BE49-F238E27FC236}">
                    <a16:creationId xmlns:a16="http://schemas.microsoft.com/office/drawing/2014/main" id="{89813D68-13DD-9EE0-013A-B8E551415DFB}"/>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pic>
        <p:nvPicPr>
          <p:cNvPr id="11" name="Picture 5" descr="finaljapan">
            <a:extLst>
              <a:ext uri="{FF2B5EF4-FFF2-40B4-BE49-F238E27FC236}">
                <a16:creationId xmlns:a16="http://schemas.microsoft.com/office/drawing/2014/main" id="{594C680B-CA78-B10B-28B4-FD8C7EFCEE8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42590" y="304800"/>
            <a:ext cx="5043488" cy="6027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 Box 6">
            <a:extLst>
              <a:ext uri="{FF2B5EF4-FFF2-40B4-BE49-F238E27FC236}">
                <a16:creationId xmlns:a16="http://schemas.microsoft.com/office/drawing/2014/main" id="{0A9E184F-E114-D810-3067-68E0181B0428}"/>
              </a:ext>
            </a:extLst>
          </p:cNvPr>
          <p:cNvSpPr txBox="1">
            <a:spLocks noChangeArrowheads="1"/>
          </p:cNvSpPr>
          <p:nvPr/>
        </p:nvSpPr>
        <p:spPr bwMode="auto">
          <a:xfrm>
            <a:off x="4950971" y="5570564"/>
            <a:ext cx="5043488" cy="400110"/>
          </a:xfrm>
          <a:prstGeom prst="rect">
            <a:avLst/>
          </a:prstGeom>
          <a:solidFill>
            <a:srgbClr val="F2F2F2"/>
          </a:solidFill>
          <a:ln>
            <a:noFill/>
          </a:ln>
          <a:effec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b="1" i="1" dirty="0"/>
              <a:t>B</a:t>
            </a:r>
            <a:r>
              <a:rPr lang="en-US" altLang="en-US" sz="2000" dirty="0"/>
              <a:t> is total </a:t>
            </a:r>
            <a:r>
              <a:rPr lang="en-US" altLang="en-US" sz="2000" dirty="0" err="1"/>
              <a:t>planimetric</a:t>
            </a:r>
            <a:r>
              <a:rPr lang="en-US" altLang="en-US" sz="2000" dirty="0"/>
              <a:t> area inundated</a:t>
            </a:r>
          </a:p>
        </p:txBody>
      </p:sp>
      <p:sp>
        <p:nvSpPr>
          <p:cNvPr id="13" name="Rectangle 12">
            <a:extLst>
              <a:ext uri="{FF2B5EF4-FFF2-40B4-BE49-F238E27FC236}">
                <a16:creationId xmlns:a16="http://schemas.microsoft.com/office/drawing/2014/main" id="{FB75E218-0F7C-F989-EB2D-D12D760E89C1}"/>
              </a:ext>
            </a:extLst>
          </p:cNvPr>
          <p:cNvSpPr/>
          <p:nvPr/>
        </p:nvSpPr>
        <p:spPr>
          <a:xfrm>
            <a:off x="7380990" y="1752600"/>
            <a:ext cx="2525010" cy="990600"/>
          </a:xfrm>
          <a:prstGeom prst="rect">
            <a:avLst/>
          </a:prstGeom>
          <a:solidFill>
            <a:srgbClr val="7F7F7F">
              <a:alpha val="5294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Line 7">
            <a:extLst>
              <a:ext uri="{FF2B5EF4-FFF2-40B4-BE49-F238E27FC236}">
                <a16:creationId xmlns:a16="http://schemas.microsoft.com/office/drawing/2014/main" id="{C85D9D80-DF4E-0FDE-79E4-0A40D667BB18}"/>
              </a:ext>
            </a:extLst>
          </p:cNvPr>
          <p:cNvSpPr>
            <a:spLocks noChangeShapeType="1"/>
          </p:cNvSpPr>
          <p:nvPr/>
        </p:nvSpPr>
        <p:spPr bwMode="auto">
          <a:xfrm flipV="1">
            <a:off x="6926158" y="5010208"/>
            <a:ext cx="1447800" cy="457200"/>
          </a:xfrm>
          <a:prstGeom prst="line">
            <a:avLst/>
          </a:prstGeom>
          <a:noFill/>
          <a:ln w="762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Text Box 8">
            <a:extLst>
              <a:ext uri="{FF2B5EF4-FFF2-40B4-BE49-F238E27FC236}">
                <a16:creationId xmlns:a16="http://schemas.microsoft.com/office/drawing/2014/main" id="{5DE36E1F-FB1E-2C06-E36E-E9A943D9461E}"/>
              </a:ext>
            </a:extLst>
          </p:cNvPr>
          <p:cNvSpPr txBox="1">
            <a:spLocks noChangeArrowheads="1"/>
          </p:cNvSpPr>
          <p:nvPr/>
        </p:nvSpPr>
        <p:spPr bwMode="auto">
          <a:xfrm>
            <a:off x="7380991" y="1756242"/>
            <a:ext cx="2605087" cy="1015663"/>
          </a:xfrm>
          <a:prstGeom prst="rect">
            <a:avLst/>
          </a:prstGeom>
          <a:solidFill>
            <a:schemeClr val="bg1">
              <a:lumMod val="65000"/>
            </a:schemeClr>
          </a:solidFill>
          <a:ln>
            <a:noFill/>
          </a:ln>
          <a:effec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b="1" i="1" dirty="0">
                <a:solidFill>
                  <a:srgbClr val="FFFF00"/>
                </a:solidFill>
              </a:rPr>
              <a:t>A</a:t>
            </a:r>
            <a:r>
              <a:rPr lang="en-US" altLang="en-US" sz="2000" dirty="0">
                <a:solidFill>
                  <a:srgbClr val="FFFF00"/>
                </a:solidFill>
              </a:rPr>
              <a:t> is maximum cross-</a:t>
            </a:r>
          </a:p>
          <a:p>
            <a:pPr eaLnBrk="1" hangingPunct="1"/>
            <a:r>
              <a:rPr lang="en-US" altLang="en-US" sz="2000" dirty="0">
                <a:solidFill>
                  <a:srgbClr val="FFFF00"/>
                </a:solidFill>
              </a:rPr>
              <a:t>sectional area inundated</a:t>
            </a:r>
          </a:p>
        </p:txBody>
      </p:sp>
      <p:sp>
        <p:nvSpPr>
          <p:cNvPr id="16" name="Line 9">
            <a:extLst>
              <a:ext uri="{FF2B5EF4-FFF2-40B4-BE49-F238E27FC236}">
                <a16:creationId xmlns:a16="http://schemas.microsoft.com/office/drawing/2014/main" id="{890E320D-567C-A85A-2C73-F090C805198F}"/>
              </a:ext>
            </a:extLst>
          </p:cNvPr>
          <p:cNvSpPr>
            <a:spLocks noChangeShapeType="1"/>
          </p:cNvSpPr>
          <p:nvPr/>
        </p:nvSpPr>
        <p:spPr bwMode="auto">
          <a:xfrm flipH="1">
            <a:off x="5867400" y="2362201"/>
            <a:ext cx="1433512" cy="914400"/>
          </a:xfrm>
          <a:prstGeom prst="line">
            <a:avLst/>
          </a:prstGeom>
          <a:noFill/>
          <a:ln w="7620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Text Box 10">
            <a:extLst>
              <a:ext uri="{FF2B5EF4-FFF2-40B4-BE49-F238E27FC236}">
                <a16:creationId xmlns:a16="http://schemas.microsoft.com/office/drawing/2014/main" id="{82634CBC-50C1-BE54-645C-276E8C0E8D79}"/>
              </a:ext>
            </a:extLst>
          </p:cNvPr>
          <p:cNvSpPr txBox="1">
            <a:spLocks noChangeArrowheads="1"/>
          </p:cNvSpPr>
          <p:nvPr/>
        </p:nvSpPr>
        <p:spPr bwMode="auto">
          <a:xfrm>
            <a:off x="8315573" y="4715273"/>
            <a:ext cx="4413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b="1" i="1" dirty="0">
                <a:solidFill>
                  <a:srgbClr val="FF3300"/>
                </a:solidFill>
              </a:rPr>
              <a:t>B</a:t>
            </a:r>
          </a:p>
        </p:txBody>
      </p:sp>
    </p:spTree>
    <p:extLst>
      <p:ext uri="{BB962C8B-B14F-4D97-AF65-F5344CB8AC3E}">
        <p14:creationId xmlns:p14="http://schemas.microsoft.com/office/powerpoint/2010/main" val="19268584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4"/>
          <p:cNvSpPr txBox="1">
            <a:spLocks noChangeArrowheads="1"/>
          </p:cNvSpPr>
          <p:nvPr/>
        </p:nvSpPr>
        <p:spPr bwMode="auto">
          <a:xfrm>
            <a:off x="1828800" y="120650"/>
            <a:ext cx="8839200"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b="1" i="1" dirty="0"/>
          </a:p>
          <a:p>
            <a:pPr eaLnBrk="1" hangingPunct="1"/>
            <a:r>
              <a:rPr lang="en-US" altLang="en-US" sz="2000" b="1" i="1" dirty="0"/>
              <a:t>					</a:t>
            </a:r>
            <a:endParaRPr lang="en-US" altLang="en-US" sz="2400" b="1" i="1" dirty="0"/>
          </a:p>
        </p:txBody>
      </p:sp>
      <p:pic>
        <p:nvPicPr>
          <p:cNvPr id="24579" name="Picture 5" descr="finaljapa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42590" y="304800"/>
            <a:ext cx="5043488" cy="6027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0" name="Text Box 6"/>
          <p:cNvSpPr txBox="1">
            <a:spLocks noChangeArrowheads="1"/>
          </p:cNvSpPr>
          <p:nvPr/>
        </p:nvSpPr>
        <p:spPr bwMode="auto">
          <a:xfrm>
            <a:off x="4950971" y="5570564"/>
            <a:ext cx="5043488" cy="400110"/>
          </a:xfrm>
          <a:prstGeom prst="rect">
            <a:avLst/>
          </a:prstGeom>
          <a:solidFill>
            <a:srgbClr val="F2F2F2"/>
          </a:solidFill>
          <a:ln>
            <a:noFill/>
          </a:ln>
          <a:effec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b="1" i="1" dirty="0"/>
              <a:t>B</a:t>
            </a:r>
            <a:r>
              <a:rPr lang="en-US" altLang="en-US" sz="2000" dirty="0"/>
              <a:t> is total </a:t>
            </a:r>
            <a:r>
              <a:rPr lang="en-US" altLang="en-US" sz="2000" dirty="0" err="1"/>
              <a:t>planimetric</a:t>
            </a:r>
            <a:r>
              <a:rPr lang="en-US" altLang="en-US" sz="2000" dirty="0"/>
              <a:t> area inundated</a:t>
            </a:r>
          </a:p>
        </p:txBody>
      </p:sp>
      <p:sp>
        <p:nvSpPr>
          <p:cNvPr id="5" name="Rectangle 4"/>
          <p:cNvSpPr/>
          <p:nvPr/>
        </p:nvSpPr>
        <p:spPr>
          <a:xfrm>
            <a:off x="7380990" y="1752600"/>
            <a:ext cx="2525010" cy="990600"/>
          </a:xfrm>
          <a:prstGeom prst="rect">
            <a:avLst/>
          </a:prstGeom>
          <a:solidFill>
            <a:srgbClr val="7F7F7F">
              <a:alpha val="5294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81" name="Line 7"/>
          <p:cNvSpPr>
            <a:spLocks noChangeShapeType="1"/>
          </p:cNvSpPr>
          <p:nvPr/>
        </p:nvSpPr>
        <p:spPr bwMode="auto">
          <a:xfrm flipV="1">
            <a:off x="6926158" y="5010208"/>
            <a:ext cx="1447800" cy="457200"/>
          </a:xfrm>
          <a:prstGeom prst="line">
            <a:avLst/>
          </a:prstGeom>
          <a:noFill/>
          <a:ln w="76200">
            <a:solidFill>
              <a:srgbClr val="FF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2" name="Text Box 8"/>
          <p:cNvSpPr txBox="1">
            <a:spLocks noChangeArrowheads="1"/>
          </p:cNvSpPr>
          <p:nvPr/>
        </p:nvSpPr>
        <p:spPr bwMode="auto">
          <a:xfrm>
            <a:off x="7380991" y="1756242"/>
            <a:ext cx="2605087" cy="1015663"/>
          </a:xfrm>
          <a:prstGeom prst="rect">
            <a:avLst/>
          </a:prstGeom>
          <a:solidFill>
            <a:schemeClr val="bg1">
              <a:lumMod val="65000"/>
            </a:schemeClr>
          </a:solidFill>
          <a:ln>
            <a:noFill/>
          </a:ln>
          <a:effec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b="1" i="1" dirty="0">
                <a:solidFill>
                  <a:srgbClr val="FFFF00"/>
                </a:solidFill>
              </a:rPr>
              <a:t>A</a:t>
            </a:r>
            <a:r>
              <a:rPr lang="en-US" altLang="en-US" sz="2000" dirty="0">
                <a:solidFill>
                  <a:srgbClr val="FFFF00"/>
                </a:solidFill>
              </a:rPr>
              <a:t> is maximum cross-</a:t>
            </a:r>
          </a:p>
          <a:p>
            <a:pPr eaLnBrk="1" hangingPunct="1"/>
            <a:r>
              <a:rPr lang="en-US" altLang="en-US" sz="2000" dirty="0">
                <a:solidFill>
                  <a:srgbClr val="FFFF00"/>
                </a:solidFill>
              </a:rPr>
              <a:t>sectional area inundated</a:t>
            </a:r>
          </a:p>
        </p:txBody>
      </p:sp>
      <p:sp>
        <p:nvSpPr>
          <p:cNvPr id="24583" name="Line 9"/>
          <p:cNvSpPr>
            <a:spLocks noChangeShapeType="1"/>
          </p:cNvSpPr>
          <p:nvPr/>
        </p:nvSpPr>
        <p:spPr bwMode="auto">
          <a:xfrm flipH="1">
            <a:off x="5867400" y="2362201"/>
            <a:ext cx="1433512" cy="914400"/>
          </a:xfrm>
          <a:prstGeom prst="line">
            <a:avLst/>
          </a:prstGeom>
          <a:noFill/>
          <a:ln w="76200">
            <a:solidFill>
              <a:srgbClr val="FF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4" name="Text Box 10"/>
          <p:cNvSpPr txBox="1">
            <a:spLocks noChangeArrowheads="1"/>
          </p:cNvSpPr>
          <p:nvPr/>
        </p:nvSpPr>
        <p:spPr bwMode="auto">
          <a:xfrm>
            <a:off x="8315573" y="4715273"/>
            <a:ext cx="4413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b="1" i="1" dirty="0">
                <a:solidFill>
                  <a:srgbClr val="FF3300"/>
                </a:solidFill>
              </a:rPr>
              <a:t>B</a:t>
            </a:r>
          </a:p>
        </p:txBody>
      </p:sp>
      <p:sp>
        <p:nvSpPr>
          <p:cNvPr id="2" name="Title 1"/>
          <p:cNvSpPr>
            <a:spLocks noGrp="1"/>
          </p:cNvSpPr>
          <p:nvPr>
            <p:ph type="title"/>
          </p:nvPr>
        </p:nvSpPr>
        <p:spPr>
          <a:xfrm>
            <a:off x="304800" y="299968"/>
            <a:ext cx="3798627" cy="990600"/>
          </a:xfrm>
        </p:spPr>
        <p:txBody>
          <a:bodyPr/>
          <a:lstStyle/>
          <a:p>
            <a:r>
              <a:rPr lang="en-US" b="1" dirty="0"/>
              <a:t>LAHARZ principles</a:t>
            </a:r>
          </a:p>
        </p:txBody>
      </p:sp>
      <p:sp>
        <p:nvSpPr>
          <p:cNvPr id="4" name="Text Placeholder 3"/>
          <p:cNvSpPr>
            <a:spLocks noGrp="1"/>
          </p:cNvSpPr>
          <p:nvPr>
            <p:ph type="body" sz="half" idx="2"/>
          </p:nvPr>
        </p:nvSpPr>
        <p:spPr>
          <a:xfrm>
            <a:off x="304800" y="1469887"/>
            <a:ext cx="4038600" cy="4656277"/>
          </a:xfrm>
        </p:spPr>
        <p:txBody>
          <a:bodyPr>
            <a:normAutofit/>
          </a:bodyPr>
          <a:lstStyle/>
          <a:p>
            <a:r>
              <a:rPr lang="en-US" altLang="en-US" sz="2000" dirty="0"/>
              <a:t>Any flow advancing down-valley produces lateral and distal limits in other words: </a:t>
            </a:r>
          </a:p>
          <a:p>
            <a:r>
              <a:rPr lang="en-US" altLang="en-US" sz="2000" dirty="0"/>
              <a:t>cross-sectional (A) and planimetric (B) inundation areas that are influenced by topography and flow volume, </a:t>
            </a:r>
            <a:r>
              <a:rPr lang="en-US" altLang="en-US" sz="2000" i="1" dirty="0"/>
              <a:t>V.  </a:t>
            </a:r>
          </a:p>
          <a:p>
            <a:r>
              <a:rPr lang="en-US" altLang="en-US" sz="2000" i="1" dirty="0"/>
              <a:t>LAHARZ considers these two influences (topography and volume).  The method uses three variables only: Volume (V), cross-sectional area (A), and planimetric area (B).</a:t>
            </a:r>
          </a:p>
          <a:p>
            <a:endParaRPr lang="en-US" sz="1800" dirty="0"/>
          </a:p>
        </p:txBody>
      </p:sp>
      <p:grpSp>
        <p:nvGrpSpPr>
          <p:cNvPr id="3" name="Group 2">
            <a:extLst>
              <a:ext uri="{FF2B5EF4-FFF2-40B4-BE49-F238E27FC236}">
                <a16:creationId xmlns:a16="http://schemas.microsoft.com/office/drawing/2014/main" id="{238DB7B7-292E-0CEF-5677-507AD43981C1}"/>
              </a:ext>
            </a:extLst>
          </p:cNvPr>
          <p:cNvGrpSpPr/>
          <p:nvPr/>
        </p:nvGrpSpPr>
        <p:grpSpPr>
          <a:xfrm>
            <a:off x="0" y="6362366"/>
            <a:ext cx="12301844" cy="640080"/>
            <a:chOff x="0" y="6361501"/>
            <a:chExt cx="12301844" cy="640080"/>
          </a:xfrm>
        </p:grpSpPr>
        <p:sp>
          <p:nvSpPr>
            <p:cNvPr id="6" name="Rectangle 5">
              <a:extLst>
                <a:ext uri="{FF2B5EF4-FFF2-40B4-BE49-F238E27FC236}">
                  <a16:creationId xmlns:a16="http://schemas.microsoft.com/office/drawing/2014/main" id="{60C63D5E-FB24-110E-D9BF-2E388636AEC5}"/>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7" name="Group 6">
              <a:extLst>
                <a:ext uri="{FF2B5EF4-FFF2-40B4-BE49-F238E27FC236}">
                  <a16:creationId xmlns:a16="http://schemas.microsoft.com/office/drawing/2014/main" id="{B45A09C4-E3C4-2B0D-E622-8E2321D0E1F4}"/>
                </a:ext>
              </a:extLst>
            </p:cNvPr>
            <p:cNvGrpSpPr/>
            <p:nvPr/>
          </p:nvGrpSpPr>
          <p:grpSpPr>
            <a:xfrm>
              <a:off x="2" y="6361501"/>
              <a:ext cx="12301842" cy="640080"/>
              <a:chOff x="2" y="6361501"/>
              <a:chExt cx="12301842" cy="640080"/>
            </a:xfrm>
          </p:grpSpPr>
          <p:pic>
            <p:nvPicPr>
              <p:cNvPr id="8" name="Picture 7" descr="USGS.png">
                <a:extLst>
                  <a:ext uri="{FF2B5EF4-FFF2-40B4-BE49-F238E27FC236}">
                    <a16:creationId xmlns:a16="http://schemas.microsoft.com/office/drawing/2014/main" id="{C8DBF3DA-C6DD-9E5A-7659-BA7592B98CD7}"/>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9" name="Picture 8" descr="Horizontal_CMYK_600.tif">
                <a:extLst>
                  <a:ext uri="{FF2B5EF4-FFF2-40B4-BE49-F238E27FC236}">
                    <a16:creationId xmlns:a16="http://schemas.microsoft.com/office/drawing/2014/main" id="{D6E2EFB4-5670-3BFB-0E09-F83E9AC68BB1}"/>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10" name="Picture 9">
                <a:extLst>
                  <a:ext uri="{FF2B5EF4-FFF2-40B4-BE49-F238E27FC236}">
                    <a16:creationId xmlns:a16="http://schemas.microsoft.com/office/drawing/2014/main" id="{E8E2311B-4FF2-F035-B9EA-C282AB189B87}"/>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38519097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p:cNvGrpSpPr/>
          <p:nvPr/>
        </p:nvGrpSpPr>
        <p:grpSpPr>
          <a:xfrm>
            <a:off x="6746612" y="179625"/>
            <a:ext cx="3749736" cy="2215575"/>
            <a:chOff x="1295400" y="1295400"/>
            <a:chExt cx="6581775" cy="3790950"/>
          </a:xfrm>
        </p:grpSpPr>
        <p:pic>
          <p:nvPicPr>
            <p:cNvPr id="20" name="Picture 19"/>
            <p:cNvPicPr>
              <a:picLocks noChangeAspect="1"/>
            </p:cNvPicPr>
            <p:nvPr/>
          </p:nvPicPr>
          <p:blipFill>
            <a:blip r:embed="rId2"/>
            <a:stretch>
              <a:fillRect/>
            </a:stretch>
          </p:blipFill>
          <p:spPr>
            <a:xfrm>
              <a:off x="1295400" y="1295400"/>
              <a:ext cx="6581775" cy="3790950"/>
            </a:xfrm>
            <a:prstGeom prst="rect">
              <a:avLst/>
            </a:prstGeom>
          </p:spPr>
        </p:pic>
        <p:sp>
          <p:nvSpPr>
            <p:cNvPr id="21" name="Rectangle 20"/>
            <p:cNvSpPr/>
            <p:nvPr/>
          </p:nvSpPr>
          <p:spPr>
            <a:xfrm>
              <a:off x="5715000" y="3505200"/>
              <a:ext cx="1371600" cy="685800"/>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3429000" y="4359456"/>
              <a:ext cx="1371600" cy="364944"/>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rot="19022293">
              <a:off x="4522676" y="3815033"/>
              <a:ext cx="1401741" cy="364944"/>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rot="19022293">
              <a:off x="5458502" y="3019480"/>
              <a:ext cx="973087" cy="364944"/>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p:nvSpPr>
          <p:spPr>
            <a:xfrm>
              <a:off x="6113513" y="2722565"/>
              <a:ext cx="820687" cy="364944"/>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1676400" y="2722565"/>
              <a:ext cx="820687" cy="364944"/>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rot="3351653" flipH="1">
              <a:off x="2223949" y="3294433"/>
              <a:ext cx="973087" cy="364944"/>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rot="2021791" flipH="1">
              <a:off x="2515861" y="3980514"/>
              <a:ext cx="1401741" cy="364944"/>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rot="3564310" flipH="1">
              <a:off x="2076018" y="3071100"/>
              <a:ext cx="973087" cy="364944"/>
            </a:xfrm>
            <a:prstGeom prst="rect">
              <a:avLst/>
            </a:prstGeom>
            <a:solidFill>
              <a:srgbClr val="E5E5E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TextBox 29"/>
          <p:cNvSpPr txBox="1">
            <a:spLocks noChangeArrowheads="1"/>
          </p:cNvSpPr>
          <p:nvPr/>
        </p:nvSpPr>
        <p:spPr bwMode="auto">
          <a:xfrm>
            <a:off x="6633649" y="2374690"/>
            <a:ext cx="466506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b="1" i="1" dirty="0"/>
              <a:t>Max cross-sectional area (A) </a:t>
            </a:r>
            <a:r>
              <a:rPr lang="en-US" altLang="en-US" sz="2000" b="1" dirty="0"/>
              <a:t>= c</a:t>
            </a:r>
            <a:r>
              <a:rPr lang="en-US" altLang="en-US" sz="2000" b="1" baseline="-25000" dirty="0"/>
              <a:t>1</a:t>
            </a:r>
            <a:r>
              <a:rPr lang="en-US" altLang="en-US" sz="2000" b="1" i="1" dirty="0"/>
              <a:t>V </a:t>
            </a:r>
            <a:r>
              <a:rPr lang="en-US" altLang="en-US" sz="2000" b="1" baseline="30000" dirty="0"/>
              <a:t>2/3</a:t>
            </a:r>
            <a:endParaRPr lang="en-US" altLang="en-US" sz="2000" dirty="0"/>
          </a:p>
        </p:txBody>
      </p:sp>
      <p:pic>
        <p:nvPicPr>
          <p:cNvPr id="31" name="Picture 30"/>
          <p:cNvPicPr>
            <a:picLocks noChangeAspect="1"/>
          </p:cNvPicPr>
          <p:nvPr/>
        </p:nvPicPr>
        <p:blipFill>
          <a:blip r:embed="rId3">
            <a:clrChange>
              <a:clrFrom>
                <a:srgbClr val="FFFFFF"/>
              </a:clrFrom>
              <a:clrTo>
                <a:srgbClr val="FFFFFF">
                  <a:alpha val="0"/>
                </a:srgbClr>
              </a:clrTo>
            </a:clrChange>
          </a:blip>
          <a:stretch>
            <a:fillRect/>
          </a:stretch>
        </p:blipFill>
        <p:spPr>
          <a:xfrm>
            <a:off x="6021243" y="3421726"/>
            <a:ext cx="4736297" cy="2371657"/>
          </a:xfrm>
          <a:prstGeom prst="rect">
            <a:avLst/>
          </a:prstGeom>
        </p:spPr>
      </p:pic>
      <p:sp>
        <p:nvSpPr>
          <p:cNvPr id="32" name="Rectangle 31"/>
          <p:cNvSpPr/>
          <p:nvPr/>
        </p:nvSpPr>
        <p:spPr>
          <a:xfrm>
            <a:off x="7118557" y="5825471"/>
            <a:ext cx="3828420" cy="400110"/>
          </a:xfrm>
          <a:prstGeom prst="rect">
            <a:avLst/>
          </a:prstGeom>
        </p:spPr>
        <p:txBody>
          <a:bodyPr wrap="none">
            <a:spAutoFit/>
          </a:bodyPr>
          <a:lstStyle/>
          <a:p>
            <a:pPr eaLnBrk="1" hangingPunct="1"/>
            <a:r>
              <a:rPr lang="en-US" altLang="en-US" sz="2000" b="1" i="1" dirty="0"/>
              <a:t>Total planimetric area </a:t>
            </a:r>
            <a:r>
              <a:rPr lang="en-US" altLang="en-US" sz="2000" b="1" dirty="0"/>
              <a:t>= c</a:t>
            </a:r>
            <a:r>
              <a:rPr lang="en-US" altLang="en-US" sz="2000" b="1" baseline="-25000" dirty="0"/>
              <a:t>2</a:t>
            </a:r>
            <a:r>
              <a:rPr lang="en-US" altLang="en-US" sz="2000" b="1" i="1" dirty="0"/>
              <a:t>V </a:t>
            </a:r>
            <a:r>
              <a:rPr lang="en-US" altLang="en-US" sz="2000" b="1" baseline="30000" dirty="0"/>
              <a:t>2/3</a:t>
            </a:r>
          </a:p>
        </p:txBody>
      </p:sp>
      <p:sp>
        <p:nvSpPr>
          <p:cNvPr id="28673" name="Text Placeholder 28672"/>
          <p:cNvSpPr>
            <a:spLocks noGrp="1"/>
          </p:cNvSpPr>
          <p:nvPr>
            <p:ph type="body" sz="half" idx="2"/>
          </p:nvPr>
        </p:nvSpPr>
        <p:spPr>
          <a:xfrm>
            <a:off x="289593" y="1905822"/>
            <a:ext cx="3965540" cy="4144963"/>
          </a:xfrm>
        </p:spPr>
        <p:txBody>
          <a:bodyPr>
            <a:normAutofit/>
          </a:bodyPr>
          <a:lstStyle/>
          <a:p>
            <a:r>
              <a:rPr lang="en-US" sz="2000" dirty="0"/>
              <a:t>Cross-sectional and </a:t>
            </a:r>
            <a:r>
              <a:rPr lang="en-US" sz="2000" dirty="0" err="1"/>
              <a:t>planimetric</a:t>
            </a:r>
            <a:r>
              <a:rPr lang="en-US" sz="2000" dirty="0"/>
              <a:t> area of inundation are proportional to flow volume</a:t>
            </a:r>
            <a:r>
              <a:rPr lang="en-US" sz="2000" baseline="30000" dirty="0"/>
              <a:t>2/3 </a:t>
            </a:r>
          </a:p>
          <a:p>
            <a:r>
              <a:rPr lang="en-US" sz="2000" dirty="0"/>
              <a:t>The coefficients c</a:t>
            </a:r>
            <a:r>
              <a:rPr lang="en-US" sz="2000" baseline="-25000" dirty="0"/>
              <a:t>1</a:t>
            </a:r>
            <a:r>
              <a:rPr lang="en-US" sz="2000" dirty="0"/>
              <a:t> and c</a:t>
            </a:r>
            <a:r>
              <a:rPr lang="en-US" sz="2000" baseline="-25000" dirty="0"/>
              <a:t>2</a:t>
            </a:r>
            <a:r>
              <a:rPr lang="en-US" sz="2000" dirty="0"/>
              <a:t> are determined from measuring the maximum cross-sectional area, </a:t>
            </a:r>
            <a:r>
              <a:rPr lang="en-US" sz="2000" dirty="0" err="1"/>
              <a:t>planimetric</a:t>
            </a:r>
            <a:r>
              <a:rPr lang="en-US" sz="2000" dirty="0"/>
              <a:t> area, and volume of many flows and performing regression analysis</a:t>
            </a:r>
          </a:p>
          <a:p>
            <a:endParaRPr lang="en-US" sz="2000" dirty="0"/>
          </a:p>
        </p:txBody>
      </p:sp>
      <p:sp>
        <p:nvSpPr>
          <p:cNvPr id="37" name="Title 2"/>
          <p:cNvSpPr txBox="1">
            <a:spLocks/>
          </p:cNvSpPr>
          <p:nvPr/>
        </p:nvSpPr>
        <p:spPr bwMode="auto">
          <a:xfrm>
            <a:off x="289593" y="834842"/>
            <a:ext cx="3918202"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noAutofit/>
          </a:bodyPr>
          <a:lstStyle>
            <a:lvl1pPr algn="l" rtl="0" fontAlgn="base">
              <a:spcBef>
                <a:spcPct val="0"/>
              </a:spcBef>
              <a:spcAft>
                <a:spcPct val="0"/>
              </a:spcAft>
              <a:buNone/>
              <a:defRPr sz="2200" b="1" kern="1200">
                <a:solidFill>
                  <a:schemeClr val="accent2">
                    <a:lumMod val="50000"/>
                  </a:schemeClr>
                </a:solidFill>
                <a:latin typeface="+mj-lt"/>
                <a:ea typeface="+mj-ea"/>
                <a:cs typeface="+mj-cs"/>
              </a:defRPr>
            </a:lvl1pPr>
            <a:lvl2pPr algn="ctr" rtl="0" fontAlgn="base">
              <a:spcBef>
                <a:spcPct val="0"/>
              </a:spcBef>
              <a:spcAft>
                <a:spcPct val="0"/>
              </a:spcAft>
              <a:defRPr sz="3300">
                <a:solidFill>
                  <a:srgbClr val="838383"/>
                </a:solidFill>
                <a:latin typeface="Calibri" panose="020F0502020204030204" pitchFamily="34" charset="0"/>
              </a:defRPr>
            </a:lvl2pPr>
            <a:lvl3pPr algn="ctr" rtl="0" fontAlgn="base">
              <a:spcBef>
                <a:spcPct val="0"/>
              </a:spcBef>
              <a:spcAft>
                <a:spcPct val="0"/>
              </a:spcAft>
              <a:defRPr sz="3300">
                <a:solidFill>
                  <a:srgbClr val="838383"/>
                </a:solidFill>
                <a:latin typeface="Calibri" panose="020F0502020204030204" pitchFamily="34" charset="0"/>
              </a:defRPr>
            </a:lvl3pPr>
            <a:lvl4pPr algn="ctr" rtl="0" fontAlgn="base">
              <a:spcBef>
                <a:spcPct val="0"/>
              </a:spcBef>
              <a:spcAft>
                <a:spcPct val="0"/>
              </a:spcAft>
              <a:defRPr sz="3300">
                <a:solidFill>
                  <a:srgbClr val="838383"/>
                </a:solidFill>
                <a:latin typeface="Calibri" panose="020F0502020204030204" pitchFamily="34" charset="0"/>
              </a:defRPr>
            </a:lvl4pPr>
            <a:lvl5pPr algn="ctr" rtl="0" fontAlgn="base">
              <a:spcBef>
                <a:spcPct val="0"/>
              </a:spcBef>
              <a:spcAft>
                <a:spcPct val="0"/>
              </a:spcAft>
              <a:defRPr sz="3300">
                <a:solidFill>
                  <a:srgbClr val="838383"/>
                </a:solidFill>
                <a:latin typeface="Calibri" panose="020F0502020204030204" pitchFamily="34" charset="0"/>
              </a:defRPr>
            </a:lvl5pPr>
            <a:lvl6pPr marL="457200" algn="ctr" rtl="0" fontAlgn="base">
              <a:spcBef>
                <a:spcPct val="0"/>
              </a:spcBef>
              <a:spcAft>
                <a:spcPct val="0"/>
              </a:spcAft>
              <a:defRPr sz="3300">
                <a:solidFill>
                  <a:srgbClr val="838383"/>
                </a:solidFill>
                <a:latin typeface="Calibri" panose="020F0502020204030204" pitchFamily="34" charset="0"/>
              </a:defRPr>
            </a:lvl6pPr>
            <a:lvl7pPr marL="914400" algn="ctr" rtl="0" fontAlgn="base">
              <a:spcBef>
                <a:spcPct val="0"/>
              </a:spcBef>
              <a:spcAft>
                <a:spcPct val="0"/>
              </a:spcAft>
              <a:defRPr sz="3300">
                <a:solidFill>
                  <a:srgbClr val="838383"/>
                </a:solidFill>
                <a:latin typeface="Calibri" panose="020F0502020204030204" pitchFamily="34" charset="0"/>
              </a:defRPr>
            </a:lvl7pPr>
            <a:lvl8pPr marL="1371600" algn="ctr" rtl="0" fontAlgn="base">
              <a:spcBef>
                <a:spcPct val="0"/>
              </a:spcBef>
              <a:spcAft>
                <a:spcPct val="0"/>
              </a:spcAft>
              <a:defRPr sz="3300">
                <a:solidFill>
                  <a:srgbClr val="838383"/>
                </a:solidFill>
                <a:latin typeface="Calibri" panose="020F0502020204030204" pitchFamily="34" charset="0"/>
              </a:defRPr>
            </a:lvl8pPr>
            <a:lvl9pPr marL="1828800" algn="ctr" rtl="0" fontAlgn="base">
              <a:spcBef>
                <a:spcPct val="0"/>
              </a:spcBef>
              <a:spcAft>
                <a:spcPct val="0"/>
              </a:spcAft>
              <a:defRPr sz="3300">
                <a:solidFill>
                  <a:srgbClr val="838383"/>
                </a:solidFill>
                <a:latin typeface="Calibri" panose="020F0502020204030204" pitchFamily="34" charset="0"/>
              </a:defRPr>
            </a:lvl9pPr>
          </a:lstStyle>
          <a:p>
            <a:pPr eaLnBrk="1" hangingPunct="1"/>
            <a:r>
              <a:rPr lang="en-US" sz="3200" dirty="0">
                <a:solidFill>
                  <a:schemeClr val="tx1"/>
                </a:solidFill>
              </a:rPr>
              <a:t>LAHARZ equations:</a:t>
            </a:r>
            <a:br>
              <a:rPr lang="en-US" sz="3200" dirty="0">
                <a:solidFill>
                  <a:schemeClr val="tx1"/>
                </a:solidFill>
              </a:rPr>
            </a:br>
            <a:r>
              <a:rPr lang="en-US" sz="3200" dirty="0">
                <a:solidFill>
                  <a:schemeClr val="tx1"/>
                </a:solidFill>
              </a:rPr>
              <a:t>Use past events to forecast future events</a:t>
            </a:r>
          </a:p>
        </p:txBody>
      </p:sp>
      <p:sp>
        <p:nvSpPr>
          <p:cNvPr id="2" name="Rounded Rectangular Callout 1"/>
          <p:cNvSpPr/>
          <p:nvPr/>
        </p:nvSpPr>
        <p:spPr>
          <a:xfrm>
            <a:off x="4509139" y="4526405"/>
            <a:ext cx="1741062" cy="1585704"/>
          </a:xfrm>
          <a:prstGeom prst="wedgeRoundRectCallout">
            <a:avLst>
              <a:gd name="adj1" fmla="val 113782"/>
              <a:gd name="adj2" fmla="val -63792"/>
              <a:gd name="adj3" fmla="val 16667"/>
            </a:avLst>
          </a:prstGeom>
          <a:solidFill>
            <a:schemeClr val="bg2">
              <a:lumMod val="90000"/>
            </a:schemeClr>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lateral limits of any evidence of high-flow lines.</a:t>
            </a:r>
          </a:p>
        </p:txBody>
      </p:sp>
      <p:sp>
        <p:nvSpPr>
          <p:cNvPr id="33" name="Rounded Rectangular Callout 32"/>
          <p:cNvSpPr/>
          <p:nvPr/>
        </p:nvSpPr>
        <p:spPr>
          <a:xfrm>
            <a:off x="4476549" y="179625"/>
            <a:ext cx="2042193" cy="3320254"/>
          </a:xfrm>
          <a:prstGeom prst="wedgeRoundRectCallout">
            <a:avLst>
              <a:gd name="adj1" fmla="val 107722"/>
              <a:gd name="adj2" fmla="val -39395"/>
              <a:gd name="adj3" fmla="val 16667"/>
            </a:avLst>
          </a:prstGeom>
          <a:solidFill>
            <a:schemeClr val="bg2">
              <a:lumMod val="90000"/>
            </a:schemeClr>
          </a:solidFill>
          <a:ln>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high-flow marks indicated by strandlines, levees, embedded gravels, or the height of stripped bark on the trunks of adjacent trees, and the height of log jams. </a:t>
            </a:r>
          </a:p>
        </p:txBody>
      </p:sp>
      <p:grpSp>
        <p:nvGrpSpPr>
          <p:cNvPr id="3" name="Group 2">
            <a:extLst>
              <a:ext uri="{FF2B5EF4-FFF2-40B4-BE49-F238E27FC236}">
                <a16:creationId xmlns:a16="http://schemas.microsoft.com/office/drawing/2014/main" id="{C79D0514-9F08-B902-F37F-E30F12ACC732}"/>
              </a:ext>
            </a:extLst>
          </p:cNvPr>
          <p:cNvGrpSpPr/>
          <p:nvPr/>
        </p:nvGrpSpPr>
        <p:grpSpPr>
          <a:xfrm>
            <a:off x="0" y="6362366"/>
            <a:ext cx="12301844" cy="640080"/>
            <a:chOff x="0" y="6361501"/>
            <a:chExt cx="12301844" cy="640080"/>
          </a:xfrm>
        </p:grpSpPr>
        <p:sp>
          <p:nvSpPr>
            <p:cNvPr id="4" name="Rectangle 3">
              <a:extLst>
                <a:ext uri="{FF2B5EF4-FFF2-40B4-BE49-F238E27FC236}">
                  <a16:creationId xmlns:a16="http://schemas.microsoft.com/office/drawing/2014/main" id="{288F9428-D1A2-EB74-0B1F-0044BAC2B20B}"/>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5" name="Group 4">
              <a:extLst>
                <a:ext uri="{FF2B5EF4-FFF2-40B4-BE49-F238E27FC236}">
                  <a16:creationId xmlns:a16="http://schemas.microsoft.com/office/drawing/2014/main" id="{3D20777A-74E2-8D06-0D2C-62BA3D2662B5}"/>
                </a:ext>
              </a:extLst>
            </p:cNvPr>
            <p:cNvGrpSpPr/>
            <p:nvPr/>
          </p:nvGrpSpPr>
          <p:grpSpPr>
            <a:xfrm>
              <a:off x="2" y="6361501"/>
              <a:ext cx="12301842" cy="640080"/>
              <a:chOff x="2" y="6361501"/>
              <a:chExt cx="12301842" cy="640080"/>
            </a:xfrm>
          </p:grpSpPr>
          <p:pic>
            <p:nvPicPr>
              <p:cNvPr id="6" name="Picture 5" descr="USGS.png">
                <a:extLst>
                  <a:ext uri="{FF2B5EF4-FFF2-40B4-BE49-F238E27FC236}">
                    <a16:creationId xmlns:a16="http://schemas.microsoft.com/office/drawing/2014/main" id="{27A95F53-3765-869D-1EB8-A8414F9C5C18}"/>
                  </a:ext>
                </a:extLst>
              </p:cNvPr>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7" name="Picture 6" descr="Horizontal_CMYK_600.tif">
                <a:extLst>
                  <a:ext uri="{FF2B5EF4-FFF2-40B4-BE49-F238E27FC236}">
                    <a16:creationId xmlns:a16="http://schemas.microsoft.com/office/drawing/2014/main" id="{4473DE5C-F05F-1F17-930B-D3FE32740A37}"/>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8" name="Picture 7">
                <a:extLst>
                  <a:ext uri="{FF2B5EF4-FFF2-40B4-BE49-F238E27FC236}">
                    <a16:creationId xmlns:a16="http://schemas.microsoft.com/office/drawing/2014/main" id="{2E738614-1C10-0A58-70BF-78BA13D4B975}"/>
                  </a:ext>
                </a:extLst>
              </p:cNvPr>
              <p:cNvPicPr>
                <a:picLocks noChangeAspect="1"/>
              </p:cNvPicPr>
              <p:nvPr/>
            </p:nvPicPr>
            <p:blipFill rotWithShape="1">
              <a:blip r:embed="rId6"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1070926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b="10434"/>
          <a:stretch/>
        </p:blipFill>
        <p:spPr bwMode="auto">
          <a:xfrm>
            <a:off x="1752600" y="304800"/>
            <a:ext cx="8458200"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483" name="Text Box 5"/>
          <p:cNvSpPr txBox="1">
            <a:spLocks noChangeArrowheads="1"/>
          </p:cNvSpPr>
          <p:nvPr/>
        </p:nvSpPr>
        <p:spPr bwMode="auto">
          <a:xfrm>
            <a:off x="8610600" y="166688"/>
            <a:ext cx="1936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a:t>Takahashi, 1981</a:t>
            </a:r>
          </a:p>
        </p:txBody>
      </p:sp>
      <p:grpSp>
        <p:nvGrpSpPr>
          <p:cNvPr id="2" name="Group 1">
            <a:extLst>
              <a:ext uri="{FF2B5EF4-FFF2-40B4-BE49-F238E27FC236}">
                <a16:creationId xmlns:a16="http://schemas.microsoft.com/office/drawing/2014/main" id="{C24A0EEB-5171-200E-35B8-9B9B640FDCA9}"/>
              </a:ext>
            </a:extLst>
          </p:cNvPr>
          <p:cNvGrpSpPr/>
          <p:nvPr/>
        </p:nvGrpSpPr>
        <p:grpSpPr>
          <a:xfrm>
            <a:off x="0" y="6362366"/>
            <a:ext cx="12301844" cy="640080"/>
            <a:chOff x="0" y="6361501"/>
            <a:chExt cx="12301844" cy="640080"/>
          </a:xfrm>
        </p:grpSpPr>
        <p:sp>
          <p:nvSpPr>
            <p:cNvPr id="3" name="Rectangle 2">
              <a:extLst>
                <a:ext uri="{FF2B5EF4-FFF2-40B4-BE49-F238E27FC236}">
                  <a16:creationId xmlns:a16="http://schemas.microsoft.com/office/drawing/2014/main" id="{33099F7A-BC33-5B04-7BA1-0D28B5911E30}"/>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4" name="Group 3">
              <a:extLst>
                <a:ext uri="{FF2B5EF4-FFF2-40B4-BE49-F238E27FC236}">
                  <a16:creationId xmlns:a16="http://schemas.microsoft.com/office/drawing/2014/main" id="{67D0CFE0-B99C-9B57-7372-AC44CBCBEA6B}"/>
                </a:ext>
              </a:extLst>
            </p:cNvPr>
            <p:cNvGrpSpPr/>
            <p:nvPr/>
          </p:nvGrpSpPr>
          <p:grpSpPr>
            <a:xfrm>
              <a:off x="2" y="6361501"/>
              <a:ext cx="12301842" cy="640080"/>
              <a:chOff x="2" y="6361501"/>
              <a:chExt cx="12301842" cy="640080"/>
            </a:xfrm>
          </p:grpSpPr>
          <p:pic>
            <p:nvPicPr>
              <p:cNvPr id="5" name="Picture 4" descr="USGS.png">
                <a:extLst>
                  <a:ext uri="{FF2B5EF4-FFF2-40B4-BE49-F238E27FC236}">
                    <a16:creationId xmlns:a16="http://schemas.microsoft.com/office/drawing/2014/main" id="{ECD46C48-9EA3-6937-1B90-2D263D692448}"/>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6" name="Picture 5" descr="Horizontal_CMYK_600.tif">
                <a:extLst>
                  <a:ext uri="{FF2B5EF4-FFF2-40B4-BE49-F238E27FC236}">
                    <a16:creationId xmlns:a16="http://schemas.microsoft.com/office/drawing/2014/main" id="{FE8537D6-FCDC-3148-4A14-33F0B40EB165}"/>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7" name="Picture 6">
                <a:extLst>
                  <a:ext uri="{FF2B5EF4-FFF2-40B4-BE49-F238E27FC236}">
                    <a16:creationId xmlns:a16="http://schemas.microsoft.com/office/drawing/2014/main" id="{DAEC91CE-5551-7CFC-742F-676DF45D3643}"/>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26134528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b="8739"/>
          <a:stretch/>
        </p:blipFill>
        <p:spPr bwMode="auto">
          <a:xfrm>
            <a:off x="1905000" y="220664"/>
            <a:ext cx="8229600" cy="5951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507" name="Text Box 5"/>
          <p:cNvSpPr txBox="1">
            <a:spLocks noChangeArrowheads="1"/>
          </p:cNvSpPr>
          <p:nvPr/>
        </p:nvSpPr>
        <p:spPr bwMode="auto">
          <a:xfrm>
            <a:off x="8610600" y="166688"/>
            <a:ext cx="1936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a:t>Takahashi, 1981</a:t>
            </a:r>
          </a:p>
        </p:txBody>
      </p:sp>
      <p:grpSp>
        <p:nvGrpSpPr>
          <p:cNvPr id="2" name="Group 1">
            <a:extLst>
              <a:ext uri="{FF2B5EF4-FFF2-40B4-BE49-F238E27FC236}">
                <a16:creationId xmlns:a16="http://schemas.microsoft.com/office/drawing/2014/main" id="{2745807C-6736-3AF9-79A3-9BDFADD7F94D}"/>
              </a:ext>
            </a:extLst>
          </p:cNvPr>
          <p:cNvGrpSpPr/>
          <p:nvPr/>
        </p:nvGrpSpPr>
        <p:grpSpPr>
          <a:xfrm>
            <a:off x="0" y="6362366"/>
            <a:ext cx="12301844" cy="640080"/>
            <a:chOff x="0" y="6361501"/>
            <a:chExt cx="12301844" cy="640080"/>
          </a:xfrm>
        </p:grpSpPr>
        <p:sp>
          <p:nvSpPr>
            <p:cNvPr id="3" name="Rectangle 2">
              <a:extLst>
                <a:ext uri="{FF2B5EF4-FFF2-40B4-BE49-F238E27FC236}">
                  <a16:creationId xmlns:a16="http://schemas.microsoft.com/office/drawing/2014/main" id="{D9D26516-32BF-E31F-FBE0-5A9A8B3A4AAC}"/>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4" name="Group 3">
              <a:extLst>
                <a:ext uri="{FF2B5EF4-FFF2-40B4-BE49-F238E27FC236}">
                  <a16:creationId xmlns:a16="http://schemas.microsoft.com/office/drawing/2014/main" id="{1C7D9C3D-EEE7-F31A-CE27-7A3A0464CD1A}"/>
                </a:ext>
              </a:extLst>
            </p:cNvPr>
            <p:cNvGrpSpPr/>
            <p:nvPr/>
          </p:nvGrpSpPr>
          <p:grpSpPr>
            <a:xfrm>
              <a:off x="2" y="6361501"/>
              <a:ext cx="12301842" cy="640080"/>
              <a:chOff x="2" y="6361501"/>
              <a:chExt cx="12301842" cy="640080"/>
            </a:xfrm>
          </p:grpSpPr>
          <p:pic>
            <p:nvPicPr>
              <p:cNvPr id="5" name="Picture 4" descr="USGS.png">
                <a:extLst>
                  <a:ext uri="{FF2B5EF4-FFF2-40B4-BE49-F238E27FC236}">
                    <a16:creationId xmlns:a16="http://schemas.microsoft.com/office/drawing/2014/main" id="{C19E139C-2C88-DB86-9733-8BF980DBF1E3}"/>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6" name="Picture 5" descr="Horizontal_CMYK_600.tif">
                <a:extLst>
                  <a:ext uri="{FF2B5EF4-FFF2-40B4-BE49-F238E27FC236}">
                    <a16:creationId xmlns:a16="http://schemas.microsoft.com/office/drawing/2014/main" id="{97DC468A-C6D2-C938-37D2-153207AAEBDC}"/>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7" name="Picture 6">
                <a:extLst>
                  <a:ext uri="{FF2B5EF4-FFF2-40B4-BE49-F238E27FC236}">
                    <a16:creationId xmlns:a16="http://schemas.microsoft.com/office/drawing/2014/main" id="{B16F8F87-C9B2-1F9F-A644-DCACDEF89CB8}"/>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40894777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b="11919"/>
          <a:stretch/>
        </p:blipFill>
        <p:spPr bwMode="auto">
          <a:xfrm>
            <a:off x="1981200" y="388938"/>
            <a:ext cx="8153400" cy="5630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555" name="Text Box 3"/>
          <p:cNvSpPr txBox="1">
            <a:spLocks noChangeArrowheads="1"/>
          </p:cNvSpPr>
          <p:nvPr/>
        </p:nvSpPr>
        <p:spPr bwMode="auto">
          <a:xfrm>
            <a:off x="8610600" y="166688"/>
            <a:ext cx="19367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a:t>Takahashi, 1981</a:t>
            </a:r>
          </a:p>
        </p:txBody>
      </p:sp>
      <p:grpSp>
        <p:nvGrpSpPr>
          <p:cNvPr id="2" name="Group 1">
            <a:extLst>
              <a:ext uri="{FF2B5EF4-FFF2-40B4-BE49-F238E27FC236}">
                <a16:creationId xmlns:a16="http://schemas.microsoft.com/office/drawing/2014/main" id="{B620C235-7996-C4A4-7D00-253FF36C28E2}"/>
              </a:ext>
            </a:extLst>
          </p:cNvPr>
          <p:cNvGrpSpPr/>
          <p:nvPr/>
        </p:nvGrpSpPr>
        <p:grpSpPr>
          <a:xfrm>
            <a:off x="0" y="6362366"/>
            <a:ext cx="12301844" cy="640080"/>
            <a:chOff x="0" y="6361501"/>
            <a:chExt cx="12301844" cy="640080"/>
          </a:xfrm>
        </p:grpSpPr>
        <p:sp>
          <p:nvSpPr>
            <p:cNvPr id="3" name="Rectangle 2">
              <a:extLst>
                <a:ext uri="{FF2B5EF4-FFF2-40B4-BE49-F238E27FC236}">
                  <a16:creationId xmlns:a16="http://schemas.microsoft.com/office/drawing/2014/main" id="{86473995-EDEA-11C9-326B-C31AD3FA19D2}"/>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4" name="Group 3">
              <a:extLst>
                <a:ext uri="{FF2B5EF4-FFF2-40B4-BE49-F238E27FC236}">
                  <a16:creationId xmlns:a16="http://schemas.microsoft.com/office/drawing/2014/main" id="{1646EED4-0901-2089-E2CD-8D5D7C208CD0}"/>
                </a:ext>
              </a:extLst>
            </p:cNvPr>
            <p:cNvGrpSpPr/>
            <p:nvPr/>
          </p:nvGrpSpPr>
          <p:grpSpPr>
            <a:xfrm>
              <a:off x="2" y="6361501"/>
              <a:ext cx="12301842" cy="640080"/>
              <a:chOff x="2" y="6361501"/>
              <a:chExt cx="12301842" cy="640080"/>
            </a:xfrm>
          </p:grpSpPr>
          <p:pic>
            <p:nvPicPr>
              <p:cNvPr id="5" name="Picture 4" descr="USGS.png">
                <a:extLst>
                  <a:ext uri="{FF2B5EF4-FFF2-40B4-BE49-F238E27FC236}">
                    <a16:creationId xmlns:a16="http://schemas.microsoft.com/office/drawing/2014/main" id="{34E46EF5-C7A1-F96B-F1BF-96076CAAA6FC}"/>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6" name="Picture 5" descr="Horizontal_CMYK_600.tif">
                <a:extLst>
                  <a:ext uri="{FF2B5EF4-FFF2-40B4-BE49-F238E27FC236}">
                    <a16:creationId xmlns:a16="http://schemas.microsoft.com/office/drawing/2014/main" id="{735C7593-ED1F-509B-56C8-96B2D0892296}"/>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7" name="Picture 6">
                <a:extLst>
                  <a:ext uri="{FF2B5EF4-FFF2-40B4-BE49-F238E27FC236}">
                    <a16:creationId xmlns:a16="http://schemas.microsoft.com/office/drawing/2014/main" id="{AB8EE626-F0F5-90A7-FB96-1BF6F100CD4B}"/>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36419316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5" descr="MSH80_mudline_muddy_river_with_USGS_scientist_10-23-8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31845"/>
            <a:ext cx="9144000" cy="60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5" name="Text Box 6"/>
          <p:cNvSpPr txBox="1">
            <a:spLocks noChangeArrowheads="1"/>
          </p:cNvSpPr>
          <p:nvPr/>
        </p:nvSpPr>
        <p:spPr bwMode="auto">
          <a:xfrm>
            <a:off x="5610178" y="5410200"/>
            <a:ext cx="5041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b="1" dirty="0">
                <a:solidFill>
                  <a:srgbClr val="CC0000"/>
                </a:solidFill>
              </a:rPr>
              <a:t>Lahar Deposit- Mount St. Helens</a:t>
            </a:r>
          </a:p>
        </p:txBody>
      </p:sp>
      <p:grpSp>
        <p:nvGrpSpPr>
          <p:cNvPr id="2" name="Group 1">
            <a:extLst>
              <a:ext uri="{FF2B5EF4-FFF2-40B4-BE49-F238E27FC236}">
                <a16:creationId xmlns:a16="http://schemas.microsoft.com/office/drawing/2014/main" id="{7D71A63D-FCF4-4C9A-2ED8-F42E537C6DD8}"/>
              </a:ext>
            </a:extLst>
          </p:cNvPr>
          <p:cNvGrpSpPr/>
          <p:nvPr/>
        </p:nvGrpSpPr>
        <p:grpSpPr>
          <a:xfrm>
            <a:off x="0" y="6362366"/>
            <a:ext cx="12301844" cy="640080"/>
            <a:chOff x="0" y="6361501"/>
            <a:chExt cx="12301844" cy="640080"/>
          </a:xfrm>
        </p:grpSpPr>
        <p:sp>
          <p:nvSpPr>
            <p:cNvPr id="3" name="Rectangle 2">
              <a:extLst>
                <a:ext uri="{FF2B5EF4-FFF2-40B4-BE49-F238E27FC236}">
                  <a16:creationId xmlns:a16="http://schemas.microsoft.com/office/drawing/2014/main" id="{D27CEC7C-05E0-B18A-A4E8-CE01CEE19424}"/>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4" name="Group 3">
              <a:extLst>
                <a:ext uri="{FF2B5EF4-FFF2-40B4-BE49-F238E27FC236}">
                  <a16:creationId xmlns:a16="http://schemas.microsoft.com/office/drawing/2014/main" id="{A9BECDB0-C653-FE59-75CE-4F7D0210C0DE}"/>
                </a:ext>
              </a:extLst>
            </p:cNvPr>
            <p:cNvGrpSpPr/>
            <p:nvPr/>
          </p:nvGrpSpPr>
          <p:grpSpPr>
            <a:xfrm>
              <a:off x="2" y="6361501"/>
              <a:ext cx="12301842" cy="640080"/>
              <a:chOff x="2" y="6361501"/>
              <a:chExt cx="12301842" cy="640080"/>
            </a:xfrm>
          </p:grpSpPr>
          <p:pic>
            <p:nvPicPr>
              <p:cNvPr id="5" name="Picture 4" descr="USGS.png">
                <a:extLst>
                  <a:ext uri="{FF2B5EF4-FFF2-40B4-BE49-F238E27FC236}">
                    <a16:creationId xmlns:a16="http://schemas.microsoft.com/office/drawing/2014/main" id="{526C096B-1603-E04F-7E4B-9CBF2B76B22E}"/>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6" name="Picture 5" descr="Horizontal_CMYK_600.tif">
                <a:extLst>
                  <a:ext uri="{FF2B5EF4-FFF2-40B4-BE49-F238E27FC236}">
                    <a16:creationId xmlns:a16="http://schemas.microsoft.com/office/drawing/2014/main" id="{8B1C06ED-2453-AFEB-9A9D-AA85C8EDCA9F}"/>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7" name="Picture 6">
                <a:extLst>
                  <a:ext uri="{FF2B5EF4-FFF2-40B4-BE49-F238E27FC236}">
                    <a16:creationId xmlns:a16="http://schemas.microsoft.com/office/drawing/2014/main" id="{0926CAE5-1F51-FBB2-8FEA-B2A63A04140D}"/>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7536196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828800" y="381000"/>
            <a:ext cx="3733800" cy="5840700"/>
          </a:xfrm>
          <a:prstGeom prst="rect">
            <a:avLst/>
          </a:prstGeom>
        </p:spPr>
      </p:pic>
      <p:sp>
        <p:nvSpPr>
          <p:cNvPr id="3" name="Rectangle 2"/>
          <p:cNvSpPr/>
          <p:nvPr/>
        </p:nvSpPr>
        <p:spPr>
          <a:xfrm>
            <a:off x="5562600" y="5486401"/>
            <a:ext cx="4572000" cy="646331"/>
          </a:xfrm>
          <a:prstGeom prst="rect">
            <a:avLst/>
          </a:prstGeom>
        </p:spPr>
        <p:txBody>
          <a:bodyPr>
            <a:spAutoFit/>
          </a:bodyPr>
          <a:lstStyle/>
          <a:p>
            <a:r>
              <a:rPr lang="en-US" dirty="0">
                <a:solidFill>
                  <a:srgbClr val="000000"/>
                </a:solidFill>
                <a:latin typeface="Arial Narrow" panose="020B0606020202030204" pitchFamily="34" charset="0"/>
              </a:rPr>
              <a:t>Photograph taken by Lyn Topinka, U.S. Geological Survey, 1980 </a:t>
            </a:r>
            <a:endParaRPr lang="en-US" dirty="0"/>
          </a:p>
        </p:txBody>
      </p:sp>
      <p:sp>
        <p:nvSpPr>
          <p:cNvPr id="4" name="Rectangle 3"/>
          <p:cNvSpPr/>
          <p:nvPr/>
        </p:nvSpPr>
        <p:spPr>
          <a:xfrm>
            <a:off x="5562600" y="5053499"/>
            <a:ext cx="3847528" cy="369332"/>
          </a:xfrm>
          <a:prstGeom prst="rect">
            <a:avLst/>
          </a:prstGeom>
        </p:spPr>
        <p:txBody>
          <a:bodyPr wrap="none">
            <a:spAutoFit/>
          </a:bodyPr>
          <a:lstStyle/>
          <a:p>
            <a:r>
              <a:rPr lang="en-US" dirty="0">
                <a:solidFill>
                  <a:srgbClr val="000000"/>
                </a:solidFill>
                <a:latin typeface="Arial Narrow" panose="020B0606020202030204" pitchFamily="34" charset="0"/>
              </a:rPr>
              <a:t>May 18, 1980 eruption of Mount St. Helens </a:t>
            </a:r>
            <a:endParaRPr lang="en-US" dirty="0"/>
          </a:p>
        </p:txBody>
      </p:sp>
      <p:grpSp>
        <p:nvGrpSpPr>
          <p:cNvPr id="5" name="Group 4">
            <a:extLst>
              <a:ext uri="{FF2B5EF4-FFF2-40B4-BE49-F238E27FC236}">
                <a16:creationId xmlns:a16="http://schemas.microsoft.com/office/drawing/2014/main" id="{116886EE-1A79-382E-37BC-A85D994C71A2}"/>
              </a:ext>
            </a:extLst>
          </p:cNvPr>
          <p:cNvGrpSpPr/>
          <p:nvPr/>
        </p:nvGrpSpPr>
        <p:grpSpPr>
          <a:xfrm>
            <a:off x="0" y="6362366"/>
            <a:ext cx="12301844" cy="640080"/>
            <a:chOff x="0" y="6361501"/>
            <a:chExt cx="12301844" cy="640080"/>
          </a:xfrm>
        </p:grpSpPr>
        <p:sp>
          <p:nvSpPr>
            <p:cNvPr id="6" name="Rectangle 5">
              <a:extLst>
                <a:ext uri="{FF2B5EF4-FFF2-40B4-BE49-F238E27FC236}">
                  <a16:creationId xmlns:a16="http://schemas.microsoft.com/office/drawing/2014/main" id="{7A276C86-0E7F-D161-E3BA-13218CD8D037}"/>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7" name="Group 6">
              <a:extLst>
                <a:ext uri="{FF2B5EF4-FFF2-40B4-BE49-F238E27FC236}">
                  <a16:creationId xmlns:a16="http://schemas.microsoft.com/office/drawing/2014/main" id="{346E934E-97DF-D923-0E0F-75ABA2EA3B2E}"/>
                </a:ext>
              </a:extLst>
            </p:cNvPr>
            <p:cNvGrpSpPr/>
            <p:nvPr/>
          </p:nvGrpSpPr>
          <p:grpSpPr>
            <a:xfrm>
              <a:off x="2" y="6361501"/>
              <a:ext cx="12301842" cy="640080"/>
              <a:chOff x="2" y="6361501"/>
              <a:chExt cx="12301842" cy="640080"/>
            </a:xfrm>
          </p:grpSpPr>
          <p:pic>
            <p:nvPicPr>
              <p:cNvPr id="8" name="Picture 7" descr="USGS.png">
                <a:extLst>
                  <a:ext uri="{FF2B5EF4-FFF2-40B4-BE49-F238E27FC236}">
                    <a16:creationId xmlns:a16="http://schemas.microsoft.com/office/drawing/2014/main" id="{A501CDC1-12F2-331A-8F91-D2AFB5887616}"/>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9" name="Picture 8" descr="Horizontal_CMYK_600.tif">
                <a:extLst>
                  <a:ext uri="{FF2B5EF4-FFF2-40B4-BE49-F238E27FC236}">
                    <a16:creationId xmlns:a16="http://schemas.microsoft.com/office/drawing/2014/main" id="{05F113DC-2F20-7C36-D7C4-C30A655333C0}"/>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10" name="Picture 9">
                <a:extLst>
                  <a:ext uri="{FF2B5EF4-FFF2-40B4-BE49-F238E27FC236}">
                    <a16:creationId xmlns:a16="http://schemas.microsoft.com/office/drawing/2014/main" id="{8DC86236-ADCE-E9A3-4E3C-A70B550AD320}"/>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22278971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p:cNvGrpSpPr/>
          <p:nvPr/>
        </p:nvGrpSpPr>
        <p:grpSpPr>
          <a:xfrm>
            <a:off x="4306916" y="0"/>
            <a:ext cx="3962400" cy="3429000"/>
            <a:chOff x="1290445" y="967566"/>
            <a:chExt cx="4724400" cy="4343400"/>
          </a:xfrm>
        </p:grpSpPr>
        <p:pic>
          <p:nvPicPr>
            <p:cNvPr id="33" name="Picture 4" descr="Slide3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0445" y="967566"/>
              <a:ext cx="47244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 name="Line 12"/>
            <p:cNvSpPr>
              <a:spLocks noChangeShapeType="1"/>
            </p:cNvSpPr>
            <p:nvPr/>
          </p:nvSpPr>
          <p:spPr bwMode="auto">
            <a:xfrm flipV="1">
              <a:off x="1976245" y="1424766"/>
              <a:ext cx="3657600" cy="297180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2" name="Group 1"/>
          <p:cNvGrpSpPr/>
          <p:nvPr/>
        </p:nvGrpSpPr>
        <p:grpSpPr>
          <a:xfrm>
            <a:off x="4306916" y="3429001"/>
            <a:ext cx="3962400" cy="3429000"/>
            <a:chOff x="4419600" y="1828800"/>
            <a:chExt cx="4724400" cy="4343400"/>
          </a:xfrm>
        </p:grpSpPr>
        <p:pic>
          <p:nvPicPr>
            <p:cNvPr id="34" name="Picture 5" descr="Slide4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9600" y="1828800"/>
              <a:ext cx="47244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 name="Line 13"/>
            <p:cNvSpPr>
              <a:spLocks noChangeShapeType="1"/>
            </p:cNvSpPr>
            <p:nvPr/>
          </p:nvSpPr>
          <p:spPr bwMode="auto">
            <a:xfrm flipV="1">
              <a:off x="5105400" y="2209800"/>
              <a:ext cx="3505200" cy="274320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aphicFrame>
        <p:nvGraphicFramePr>
          <p:cNvPr id="18" name="Table 17"/>
          <p:cNvGraphicFramePr>
            <a:graphicFrameLocks noGrp="1"/>
          </p:cNvGraphicFramePr>
          <p:nvPr>
            <p:extLst>
              <p:ext uri="{D42A27DB-BD31-4B8C-83A1-F6EECF244321}">
                <p14:modId xmlns:p14="http://schemas.microsoft.com/office/powerpoint/2010/main" val="2504769910"/>
              </p:ext>
            </p:extLst>
          </p:nvPr>
        </p:nvGraphicFramePr>
        <p:xfrm>
          <a:off x="8616971" y="5143501"/>
          <a:ext cx="2580968" cy="1051814"/>
        </p:xfrm>
        <a:graphic>
          <a:graphicData uri="http://schemas.openxmlformats.org/drawingml/2006/table">
            <a:tbl>
              <a:tblPr firstRow="1" firstCol="1" bandRow="1">
                <a:tableStyleId>{F2DE63D5-997A-4646-A377-4702673A728D}</a:tableStyleId>
              </a:tblPr>
              <a:tblGrid>
                <a:gridCol w="1294958">
                  <a:extLst>
                    <a:ext uri="{9D8B030D-6E8A-4147-A177-3AD203B41FA5}">
                      <a16:colId xmlns:a16="http://schemas.microsoft.com/office/drawing/2014/main" val="20000"/>
                    </a:ext>
                  </a:extLst>
                </a:gridCol>
                <a:gridCol w="681860">
                  <a:extLst>
                    <a:ext uri="{9D8B030D-6E8A-4147-A177-3AD203B41FA5}">
                      <a16:colId xmlns:a16="http://schemas.microsoft.com/office/drawing/2014/main" val="20001"/>
                    </a:ext>
                  </a:extLst>
                </a:gridCol>
                <a:gridCol w="604150">
                  <a:extLst>
                    <a:ext uri="{9D8B030D-6E8A-4147-A177-3AD203B41FA5}">
                      <a16:colId xmlns:a16="http://schemas.microsoft.com/office/drawing/2014/main" val="20002"/>
                    </a:ext>
                  </a:extLst>
                </a:gridCol>
              </a:tblGrid>
              <a:tr h="210230">
                <a:tc>
                  <a:txBody>
                    <a:bodyPr/>
                    <a:lstStyle/>
                    <a:p>
                      <a:pPr marL="0" marR="0">
                        <a:lnSpc>
                          <a:spcPct val="115000"/>
                        </a:lnSpc>
                        <a:spcBef>
                          <a:spcPts val="0"/>
                        </a:spcBef>
                        <a:spcAft>
                          <a:spcPts val="0"/>
                        </a:spcAft>
                      </a:pPr>
                      <a:r>
                        <a:rPr lang="en-US" sz="1600" dirty="0">
                          <a:solidFill>
                            <a:schemeClr val="tx1"/>
                          </a:solidFill>
                          <a:effectLst/>
                        </a:rPr>
                        <a:t>Flow Type</a:t>
                      </a:r>
                      <a:endParaRPr lang="en-US" sz="1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70" marR="68570" marT="0" marB="0"/>
                </a:tc>
                <a:tc>
                  <a:txBody>
                    <a:bodyPr/>
                    <a:lstStyle/>
                    <a:p>
                      <a:pPr marL="0" marR="0">
                        <a:lnSpc>
                          <a:spcPct val="115000"/>
                        </a:lnSpc>
                        <a:spcBef>
                          <a:spcPts val="0"/>
                        </a:spcBef>
                        <a:spcAft>
                          <a:spcPts val="0"/>
                        </a:spcAft>
                      </a:pPr>
                      <a:r>
                        <a:rPr lang="en-US" sz="1600" dirty="0">
                          <a:solidFill>
                            <a:schemeClr val="tx1"/>
                          </a:solidFill>
                          <a:effectLst/>
                        </a:rPr>
                        <a:t> C</a:t>
                      </a:r>
                      <a:r>
                        <a:rPr lang="en-US" sz="1600" baseline="-25000" dirty="0">
                          <a:solidFill>
                            <a:schemeClr val="tx1"/>
                          </a:solidFill>
                          <a:effectLst/>
                        </a:rPr>
                        <a:t>1</a:t>
                      </a:r>
                      <a:endParaRPr lang="en-US" sz="1600" baseline="-25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70" marR="68570" marT="0" marB="0"/>
                </a:tc>
                <a:tc>
                  <a:txBody>
                    <a:bodyPr/>
                    <a:lstStyle/>
                    <a:p>
                      <a:pPr marL="0" marR="0">
                        <a:lnSpc>
                          <a:spcPct val="115000"/>
                        </a:lnSpc>
                        <a:spcBef>
                          <a:spcPts val="0"/>
                        </a:spcBef>
                        <a:spcAft>
                          <a:spcPts val="0"/>
                        </a:spcAft>
                      </a:pPr>
                      <a:r>
                        <a:rPr lang="en-US" sz="1600" dirty="0">
                          <a:solidFill>
                            <a:schemeClr val="tx1"/>
                          </a:solidFill>
                          <a:effectLst/>
                        </a:rPr>
                        <a:t>C</a:t>
                      </a:r>
                      <a:r>
                        <a:rPr lang="en-US" sz="1600" baseline="-25000" dirty="0">
                          <a:solidFill>
                            <a:schemeClr val="tx1"/>
                          </a:solidFill>
                          <a:effectLst/>
                        </a:rPr>
                        <a:t>2</a:t>
                      </a:r>
                      <a:endParaRPr lang="en-US" sz="1600" baseline="-25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70" marR="68570" marT="0" marB="0"/>
                </a:tc>
                <a:extLst>
                  <a:ext uri="{0D108BD9-81ED-4DB2-BD59-A6C34878D82A}">
                    <a16:rowId xmlns:a16="http://schemas.microsoft.com/office/drawing/2014/main" val="10000"/>
                  </a:ext>
                </a:extLst>
              </a:tr>
              <a:tr h="210230">
                <a:tc>
                  <a:txBody>
                    <a:bodyPr/>
                    <a:lstStyle/>
                    <a:p>
                      <a:pPr marL="0" marR="0">
                        <a:lnSpc>
                          <a:spcPct val="115000"/>
                        </a:lnSpc>
                        <a:spcBef>
                          <a:spcPts val="0"/>
                        </a:spcBef>
                        <a:spcAft>
                          <a:spcPts val="0"/>
                        </a:spcAft>
                      </a:pPr>
                      <a:r>
                        <a:rPr lang="en-US" sz="1600" b="0" dirty="0">
                          <a:solidFill>
                            <a:schemeClr val="tx1"/>
                          </a:solidFill>
                          <a:effectLst/>
                        </a:rPr>
                        <a:t>Lahars</a:t>
                      </a:r>
                      <a:endParaRPr lang="en-US" sz="1600" b="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70" marR="68570" marT="0" marB="0"/>
                </a:tc>
                <a:tc>
                  <a:txBody>
                    <a:bodyPr/>
                    <a:lstStyle/>
                    <a:p>
                      <a:pPr marL="0" marR="0">
                        <a:lnSpc>
                          <a:spcPct val="115000"/>
                        </a:lnSpc>
                        <a:spcBef>
                          <a:spcPts val="0"/>
                        </a:spcBef>
                        <a:spcAft>
                          <a:spcPts val="0"/>
                        </a:spcAft>
                      </a:pPr>
                      <a:r>
                        <a:rPr lang="en-US" sz="1600" dirty="0">
                          <a:solidFill>
                            <a:schemeClr val="tx1"/>
                          </a:solidFill>
                          <a:effectLst/>
                        </a:rPr>
                        <a:t>0.05</a:t>
                      </a:r>
                      <a:endParaRPr lang="en-US" sz="1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70" marR="68570" marT="0" marB="0"/>
                </a:tc>
                <a:tc>
                  <a:txBody>
                    <a:bodyPr/>
                    <a:lstStyle/>
                    <a:p>
                      <a:pPr marL="0" marR="0">
                        <a:lnSpc>
                          <a:spcPct val="115000"/>
                        </a:lnSpc>
                        <a:spcBef>
                          <a:spcPts val="0"/>
                        </a:spcBef>
                        <a:spcAft>
                          <a:spcPts val="0"/>
                        </a:spcAft>
                      </a:pPr>
                      <a:r>
                        <a:rPr lang="en-US" sz="1600" dirty="0">
                          <a:solidFill>
                            <a:schemeClr val="tx1"/>
                          </a:solidFill>
                          <a:effectLst/>
                        </a:rPr>
                        <a:t>200</a:t>
                      </a:r>
                      <a:endParaRPr lang="en-US" sz="1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70" marR="68570" marT="0" marB="0"/>
                </a:tc>
                <a:extLst>
                  <a:ext uri="{0D108BD9-81ED-4DB2-BD59-A6C34878D82A}">
                    <a16:rowId xmlns:a16="http://schemas.microsoft.com/office/drawing/2014/main" val="10001"/>
                  </a:ext>
                </a:extLst>
              </a:tr>
              <a:tr h="210230">
                <a:tc>
                  <a:txBody>
                    <a:bodyPr/>
                    <a:lstStyle/>
                    <a:p>
                      <a:pPr marL="0" marR="0">
                        <a:lnSpc>
                          <a:spcPct val="115000"/>
                        </a:lnSpc>
                        <a:spcBef>
                          <a:spcPts val="600"/>
                        </a:spcBef>
                        <a:spcAft>
                          <a:spcPts val="0"/>
                        </a:spcAft>
                      </a:pPr>
                      <a:r>
                        <a:rPr lang="en-US" sz="1600" b="0" dirty="0">
                          <a:solidFill>
                            <a:schemeClr val="tx1"/>
                          </a:solidFill>
                          <a:effectLst/>
                        </a:rPr>
                        <a:t>Debris flows</a:t>
                      </a:r>
                      <a:endParaRPr lang="en-US" sz="1600" b="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70" marR="68570" marT="0" marB="0"/>
                </a:tc>
                <a:tc>
                  <a:txBody>
                    <a:bodyPr/>
                    <a:lstStyle/>
                    <a:p>
                      <a:pPr marL="0" marR="0">
                        <a:lnSpc>
                          <a:spcPct val="115000"/>
                        </a:lnSpc>
                        <a:spcBef>
                          <a:spcPts val="600"/>
                        </a:spcBef>
                        <a:spcAft>
                          <a:spcPts val="0"/>
                        </a:spcAft>
                      </a:pPr>
                      <a:r>
                        <a:rPr lang="en-US" sz="1600" dirty="0">
                          <a:solidFill>
                            <a:schemeClr val="tx1"/>
                          </a:solidFill>
                          <a:effectLst/>
                        </a:rPr>
                        <a:t>0.1</a:t>
                      </a:r>
                      <a:endParaRPr lang="en-US" sz="1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70" marR="68570" marT="0" marB="0"/>
                </a:tc>
                <a:tc>
                  <a:txBody>
                    <a:bodyPr/>
                    <a:lstStyle/>
                    <a:p>
                      <a:pPr marL="0" marR="0">
                        <a:lnSpc>
                          <a:spcPct val="115000"/>
                        </a:lnSpc>
                        <a:spcBef>
                          <a:spcPts val="600"/>
                        </a:spcBef>
                        <a:spcAft>
                          <a:spcPts val="0"/>
                        </a:spcAft>
                      </a:pPr>
                      <a:r>
                        <a:rPr lang="en-US" sz="1600" dirty="0">
                          <a:solidFill>
                            <a:schemeClr val="tx1"/>
                          </a:solidFill>
                          <a:effectLst/>
                        </a:rPr>
                        <a:t>20</a:t>
                      </a:r>
                      <a:endParaRPr lang="en-US" sz="1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70" marR="68570" marT="0" marB="0"/>
                </a:tc>
                <a:extLst>
                  <a:ext uri="{0D108BD9-81ED-4DB2-BD59-A6C34878D82A}">
                    <a16:rowId xmlns:a16="http://schemas.microsoft.com/office/drawing/2014/main" val="10002"/>
                  </a:ext>
                </a:extLst>
              </a:tr>
              <a:tr h="210230">
                <a:tc>
                  <a:txBody>
                    <a:bodyPr/>
                    <a:lstStyle/>
                    <a:p>
                      <a:pPr marL="0" marR="0">
                        <a:lnSpc>
                          <a:spcPct val="115000"/>
                        </a:lnSpc>
                        <a:spcBef>
                          <a:spcPts val="600"/>
                        </a:spcBef>
                        <a:spcAft>
                          <a:spcPts val="0"/>
                        </a:spcAft>
                      </a:pPr>
                      <a:r>
                        <a:rPr lang="en-US" sz="1600" b="0" dirty="0" err="1">
                          <a:solidFill>
                            <a:schemeClr val="tx1"/>
                          </a:solidFill>
                          <a:effectLst/>
                        </a:rPr>
                        <a:t>Rockfalls</a:t>
                      </a:r>
                      <a:endParaRPr lang="en-US" sz="1600" b="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70" marR="68570" marT="0" marB="0"/>
                </a:tc>
                <a:tc>
                  <a:txBody>
                    <a:bodyPr/>
                    <a:lstStyle/>
                    <a:p>
                      <a:pPr marL="0" marR="0">
                        <a:lnSpc>
                          <a:spcPct val="115000"/>
                        </a:lnSpc>
                        <a:spcBef>
                          <a:spcPts val="600"/>
                        </a:spcBef>
                        <a:spcAft>
                          <a:spcPts val="0"/>
                        </a:spcAft>
                      </a:pPr>
                      <a:r>
                        <a:rPr lang="en-US" sz="1600" dirty="0">
                          <a:solidFill>
                            <a:schemeClr val="tx1"/>
                          </a:solidFill>
                          <a:effectLst/>
                        </a:rPr>
                        <a:t>0.2</a:t>
                      </a:r>
                      <a:endParaRPr lang="en-US" sz="1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70" marR="68570" marT="0" marB="0"/>
                </a:tc>
                <a:tc>
                  <a:txBody>
                    <a:bodyPr/>
                    <a:lstStyle/>
                    <a:p>
                      <a:pPr marL="0" marR="0">
                        <a:lnSpc>
                          <a:spcPct val="115000"/>
                        </a:lnSpc>
                        <a:spcBef>
                          <a:spcPts val="600"/>
                        </a:spcBef>
                        <a:spcAft>
                          <a:spcPts val="0"/>
                        </a:spcAft>
                      </a:pPr>
                      <a:r>
                        <a:rPr lang="en-US" sz="1600" dirty="0">
                          <a:solidFill>
                            <a:schemeClr val="tx1"/>
                          </a:solidFill>
                          <a:effectLst/>
                        </a:rPr>
                        <a:t>20</a:t>
                      </a:r>
                      <a:endParaRPr lang="en-US" sz="16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70" marR="68570" marT="0" marB="0"/>
                </a:tc>
                <a:extLst>
                  <a:ext uri="{0D108BD9-81ED-4DB2-BD59-A6C34878D82A}">
                    <a16:rowId xmlns:a16="http://schemas.microsoft.com/office/drawing/2014/main" val="10003"/>
                  </a:ext>
                </a:extLst>
              </a:tr>
            </a:tbl>
          </a:graphicData>
        </a:graphic>
      </p:graphicFrame>
      <p:sp>
        <p:nvSpPr>
          <p:cNvPr id="56" name="Text Box 18"/>
          <p:cNvSpPr txBox="1">
            <a:spLocks noChangeArrowheads="1"/>
          </p:cNvSpPr>
          <p:nvPr/>
        </p:nvSpPr>
        <p:spPr bwMode="auto">
          <a:xfrm>
            <a:off x="5795032" y="631030"/>
            <a:ext cx="98616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dirty="0"/>
              <a:t>r</a:t>
            </a:r>
            <a:r>
              <a:rPr lang="en-US" altLang="en-US" b="1" baseline="30000" dirty="0"/>
              <a:t>2 </a:t>
            </a:r>
            <a:r>
              <a:rPr lang="en-US" altLang="en-US" b="1" dirty="0"/>
              <a:t>=0.85</a:t>
            </a:r>
          </a:p>
        </p:txBody>
      </p:sp>
      <p:sp>
        <p:nvSpPr>
          <p:cNvPr id="57" name="Text Box 19"/>
          <p:cNvSpPr txBox="1">
            <a:spLocks noChangeArrowheads="1"/>
          </p:cNvSpPr>
          <p:nvPr/>
        </p:nvSpPr>
        <p:spPr bwMode="auto">
          <a:xfrm>
            <a:off x="5617007" y="4046826"/>
            <a:ext cx="9861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dirty="0"/>
              <a:t>r</a:t>
            </a:r>
            <a:r>
              <a:rPr lang="en-US" altLang="en-US" b="1" baseline="30000" dirty="0"/>
              <a:t>2 </a:t>
            </a:r>
            <a:r>
              <a:rPr lang="en-US" altLang="en-US" b="1" dirty="0"/>
              <a:t>=0.90</a:t>
            </a:r>
            <a:endParaRPr lang="en-US" altLang="en-US" sz="2800" b="1" i="1" dirty="0"/>
          </a:p>
        </p:txBody>
      </p:sp>
      <p:sp>
        <p:nvSpPr>
          <p:cNvPr id="15" name="Text Placeholder 28672">
            <a:extLst>
              <a:ext uri="{FF2B5EF4-FFF2-40B4-BE49-F238E27FC236}">
                <a16:creationId xmlns:a16="http://schemas.microsoft.com/office/drawing/2014/main" id="{65FE62EE-1064-92ED-AAAC-E335E59053EA}"/>
              </a:ext>
            </a:extLst>
          </p:cNvPr>
          <p:cNvSpPr txBox="1">
            <a:spLocks/>
          </p:cNvSpPr>
          <p:nvPr/>
        </p:nvSpPr>
        <p:spPr>
          <a:xfrm>
            <a:off x="289593" y="1905822"/>
            <a:ext cx="3965540" cy="4144963"/>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6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1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000" kern="1200">
                <a:solidFill>
                  <a:schemeClr val="tx1"/>
                </a:solidFill>
                <a:latin typeface="+mn-lt"/>
                <a:ea typeface="+mn-ea"/>
                <a:cs typeface="+mn-cs"/>
              </a:defRPr>
            </a:lvl9pPr>
          </a:lstStyle>
          <a:p>
            <a:pPr fontAlgn="auto">
              <a:spcAft>
                <a:spcPts val="0"/>
              </a:spcAft>
            </a:pPr>
            <a:r>
              <a:rPr lang="en-US" sz="2000" dirty="0"/>
              <a:t>Cross-sectional and planimetric area of inundation are proportional to flow volume</a:t>
            </a:r>
            <a:r>
              <a:rPr lang="en-US" sz="2000" baseline="30000" dirty="0"/>
              <a:t>2/3 </a:t>
            </a:r>
          </a:p>
          <a:p>
            <a:pPr fontAlgn="auto">
              <a:spcAft>
                <a:spcPts val="0"/>
              </a:spcAft>
            </a:pPr>
            <a:r>
              <a:rPr lang="en-US" sz="2000" dirty="0"/>
              <a:t>The coefficients c</a:t>
            </a:r>
            <a:r>
              <a:rPr lang="en-US" sz="2000" baseline="-25000" dirty="0"/>
              <a:t>1</a:t>
            </a:r>
            <a:r>
              <a:rPr lang="en-US" sz="2000" dirty="0"/>
              <a:t> and c</a:t>
            </a:r>
            <a:r>
              <a:rPr lang="en-US" sz="2000" baseline="-25000" dirty="0"/>
              <a:t>2</a:t>
            </a:r>
            <a:r>
              <a:rPr lang="en-US" sz="2000" dirty="0"/>
              <a:t> are determined from measuring the maximum cross-sectional area, planimetric area, and volume of many flows and performing regression analysis</a:t>
            </a:r>
          </a:p>
          <a:p>
            <a:pPr fontAlgn="auto">
              <a:spcAft>
                <a:spcPts val="0"/>
              </a:spcAft>
            </a:pPr>
            <a:r>
              <a:rPr lang="en-US" sz="2000" dirty="0"/>
              <a:t>Different flow types (lahars, rockfalls, debris flows) have different coefficients</a:t>
            </a:r>
          </a:p>
          <a:p>
            <a:pPr fontAlgn="auto">
              <a:spcAft>
                <a:spcPts val="0"/>
              </a:spcAft>
            </a:pPr>
            <a:endParaRPr lang="en-US" sz="2000" dirty="0"/>
          </a:p>
          <a:p>
            <a:pPr fontAlgn="auto">
              <a:spcAft>
                <a:spcPts val="0"/>
              </a:spcAft>
            </a:pPr>
            <a:endParaRPr lang="en-US" sz="2000" dirty="0"/>
          </a:p>
        </p:txBody>
      </p:sp>
      <p:sp>
        <p:nvSpPr>
          <p:cNvPr id="16" name="Title 2">
            <a:extLst>
              <a:ext uri="{FF2B5EF4-FFF2-40B4-BE49-F238E27FC236}">
                <a16:creationId xmlns:a16="http://schemas.microsoft.com/office/drawing/2014/main" id="{87B1D3E2-E960-45D5-6D0F-72AB6DAE352B}"/>
              </a:ext>
            </a:extLst>
          </p:cNvPr>
          <p:cNvSpPr txBox="1">
            <a:spLocks/>
          </p:cNvSpPr>
          <p:nvPr/>
        </p:nvSpPr>
        <p:spPr bwMode="auto">
          <a:xfrm>
            <a:off x="289593" y="834842"/>
            <a:ext cx="3918202"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noAutofit/>
          </a:bodyPr>
          <a:lstStyle>
            <a:lvl1pPr algn="l" rtl="0" fontAlgn="base">
              <a:spcBef>
                <a:spcPct val="0"/>
              </a:spcBef>
              <a:spcAft>
                <a:spcPct val="0"/>
              </a:spcAft>
              <a:buNone/>
              <a:defRPr sz="2200" b="1" kern="1200">
                <a:solidFill>
                  <a:schemeClr val="accent2">
                    <a:lumMod val="50000"/>
                  </a:schemeClr>
                </a:solidFill>
                <a:latin typeface="+mj-lt"/>
                <a:ea typeface="+mj-ea"/>
                <a:cs typeface="+mj-cs"/>
              </a:defRPr>
            </a:lvl1pPr>
            <a:lvl2pPr algn="ctr" rtl="0" fontAlgn="base">
              <a:spcBef>
                <a:spcPct val="0"/>
              </a:spcBef>
              <a:spcAft>
                <a:spcPct val="0"/>
              </a:spcAft>
              <a:defRPr sz="3300">
                <a:solidFill>
                  <a:srgbClr val="838383"/>
                </a:solidFill>
                <a:latin typeface="Calibri" panose="020F0502020204030204" pitchFamily="34" charset="0"/>
              </a:defRPr>
            </a:lvl2pPr>
            <a:lvl3pPr algn="ctr" rtl="0" fontAlgn="base">
              <a:spcBef>
                <a:spcPct val="0"/>
              </a:spcBef>
              <a:spcAft>
                <a:spcPct val="0"/>
              </a:spcAft>
              <a:defRPr sz="3300">
                <a:solidFill>
                  <a:srgbClr val="838383"/>
                </a:solidFill>
                <a:latin typeface="Calibri" panose="020F0502020204030204" pitchFamily="34" charset="0"/>
              </a:defRPr>
            </a:lvl3pPr>
            <a:lvl4pPr algn="ctr" rtl="0" fontAlgn="base">
              <a:spcBef>
                <a:spcPct val="0"/>
              </a:spcBef>
              <a:spcAft>
                <a:spcPct val="0"/>
              </a:spcAft>
              <a:defRPr sz="3300">
                <a:solidFill>
                  <a:srgbClr val="838383"/>
                </a:solidFill>
                <a:latin typeface="Calibri" panose="020F0502020204030204" pitchFamily="34" charset="0"/>
              </a:defRPr>
            </a:lvl4pPr>
            <a:lvl5pPr algn="ctr" rtl="0" fontAlgn="base">
              <a:spcBef>
                <a:spcPct val="0"/>
              </a:spcBef>
              <a:spcAft>
                <a:spcPct val="0"/>
              </a:spcAft>
              <a:defRPr sz="3300">
                <a:solidFill>
                  <a:srgbClr val="838383"/>
                </a:solidFill>
                <a:latin typeface="Calibri" panose="020F0502020204030204" pitchFamily="34" charset="0"/>
              </a:defRPr>
            </a:lvl5pPr>
            <a:lvl6pPr marL="457200" algn="ctr" rtl="0" fontAlgn="base">
              <a:spcBef>
                <a:spcPct val="0"/>
              </a:spcBef>
              <a:spcAft>
                <a:spcPct val="0"/>
              </a:spcAft>
              <a:defRPr sz="3300">
                <a:solidFill>
                  <a:srgbClr val="838383"/>
                </a:solidFill>
                <a:latin typeface="Calibri" panose="020F0502020204030204" pitchFamily="34" charset="0"/>
              </a:defRPr>
            </a:lvl6pPr>
            <a:lvl7pPr marL="914400" algn="ctr" rtl="0" fontAlgn="base">
              <a:spcBef>
                <a:spcPct val="0"/>
              </a:spcBef>
              <a:spcAft>
                <a:spcPct val="0"/>
              </a:spcAft>
              <a:defRPr sz="3300">
                <a:solidFill>
                  <a:srgbClr val="838383"/>
                </a:solidFill>
                <a:latin typeface="Calibri" panose="020F0502020204030204" pitchFamily="34" charset="0"/>
              </a:defRPr>
            </a:lvl7pPr>
            <a:lvl8pPr marL="1371600" algn="ctr" rtl="0" fontAlgn="base">
              <a:spcBef>
                <a:spcPct val="0"/>
              </a:spcBef>
              <a:spcAft>
                <a:spcPct val="0"/>
              </a:spcAft>
              <a:defRPr sz="3300">
                <a:solidFill>
                  <a:srgbClr val="838383"/>
                </a:solidFill>
                <a:latin typeface="Calibri" panose="020F0502020204030204" pitchFamily="34" charset="0"/>
              </a:defRPr>
            </a:lvl8pPr>
            <a:lvl9pPr marL="1828800" algn="ctr" rtl="0" fontAlgn="base">
              <a:spcBef>
                <a:spcPct val="0"/>
              </a:spcBef>
              <a:spcAft>
                <a:spcPct val="0"/>
              </a:spcAft>
              <a:defRPr sz="3300">
                <a:solidFill>
                  <a:srgbClr val="838383"/>
                </a:solidFill>
                <a:latin typeface="Calibri" panose="020F0502020204030204" pitchFamily="34" charset="0"/>
              </a:defRPr>
            </a:lvl9pPr>
          </a:lstStyle>
          <a:p>
            <a:pPr eaLnBrk="1" hangingPunct="1"/>
            <a:r>
              <a:rPr lang="en-US" sz="3200" dirty="0">
                <a:solidFill>
                  <a:schemeClr val="tx1"/>
                </a:solidFill>
              </a:rPr>
              <a:t>LAHARZ equations:</a:t>
            </a:r>
            <a:br>
              <a:rPr lang="en-US" sz="3200" dirty="0">
                <a:solidFill>
                  <a:schemeClr val="tx1"/>
                </a:solidFill>
              </a:rPr>
            </a:br>
            <a:r>
              <a:rPr lang="en-US" sz="3200" dirty="0">
                <a:solidFill>
                  <a:schemeClr val="tx1"/>
                </a:solidFill>
              </a:rPr>
              <a:t>Use past events to forecast future events</a:t>
            </a:r>
          </a:p>
        </p:txBody>
      </p:sp>
      <p:sp>
        <p:nvSpPr>
          <p:cNvPr id="17" name="TextBox 16">
            <a:extLst>
              <a:ext uri="{FF2B5EF4-FFF2-40B4-BE49-F238E27FC236}">
                <a16:creationId xmlns:a16="http://schemas.microsoft.com/office/drawing/2014/main" id="{E06BD74B-C0D7-E4BF-D846-40545892618D}"/>
              </a:ext>
            </a:extLst>
          </p:cNvPr>
          <p:cNvSpPr txBox="1">
            <a:spLocks noChangeArrowheads="1"/>
          </p:cNvSpPr>
          <p:nvPr/>
        </p:nvSpPr>
        <p:spPr bwMode="auto">
          <a:xfrm>
            <a:off x="8250524" y="130114"/>
            <a:ext cx="371287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b="1" i="1" dirty="0"/>
              <a:t>Cross-sectional area </a:t>
            </a:r>
            <a:r>
              <a:rPr lang="en-US" altLang="en-US" sz="2000" b="1" dirty="0"/>
              <a:t>= c</a:t>
            </a:r>
            <a:r>
              <a:rPr lang="en-US" altLang="en-US" sz="2000" b="1" baseline="-25000" dirty="0"/>
              <a:t>1</a:t>
            </a:r>
            <a:r>
              <a:rPr lang="en-US" altLang="en-US" sz="2000" b="1" i="1" dirty="0"/>
              <a:t>V </a:t>
            </a:r>
            <a:r>
              <a:rPr lang="en-US" altLang="en-US" sz="2000" b="1" baseline="30000" dirty="0"/>
              <a:t>2/3</a:t>
            </a:r>
            <a:endParaRPr lang="en-US" altLang="en-US" sz="2000" dirty="0"/>
          </a:p>
        </p:txBody>
      </p:sp>
      <p:sp>
        <p:nvSpPr>
          <p:cNvPr id="19" name="Rectangle 18">
            <a:extLst>
              <a:ext uri="{FF2B5EF4-FFF2-40B4-BE49-F238E27FC236}">
                <a16:creationId xmlns:a16="http://schemas.microsoft.com/office/drawing/2014/main" id="{203758B6-0060-82D3-CE8D-D03018024164}"/>
              </a:ext>
            </a:extLst>
          </p:cNvPr>
          <p:cNvSpPr/>
          <p:nvPr/>
        </p:nvSpPr>
        <p:spPr>
          <a:xfrm>
            <a:off x="8269316" y="3614658"/>
            <a:ext cx="3169457" cy="400110"/>
          </a:xfrm>
          <a:prstGeom prst="rect">
            <a:avLst/>
          </a:prstGeom>
        </p:spPr>
        <p:txBody>
          <a:bodyPr wrap="none">
            <a:spAutoFit/>
          </a:bodyPr>
          <a:lstStyle/>
          <a:p>
            <a:pPr eaLnBrk="1" hangingPunct="1"/>
            <a:r>
              <a:rPr lang="en-US" altLang="en-US" sz="2000" b="1" i="1" dirty="0"/>
              <a:t>Planimetric area </a:t>
            </a:r>
            <a:r>
              <a:rPr lang="en-US" altLang="en-US" sz="2000" b="1" dirty="0"/>
              <a:t>= c</a:t>
            </a:r>
            <a:r>
              <a:rPr lang="en-US" altLang="en-US" sz="2000" b="1" baseline="-25000" dirty="0"/>
              <a:t>2</a:t>
            </a:r>
            <a:r>
              <a:rPr lang="en-US" altLang="en-US" sz="2000" b="1" i="1" dirty="0"/>
              <a:t>V </a:t>
            </a:r>
            <a:r>
              <a:rPr lang="en-US" altLang="en-US" sz="2000" b="1" baseline="30000" dirty="0"/>
              <a:t>2/3</a:t>
            </a:r>
          </a:p>
        </p:txBody>
      </p:sp>
    </p:spTree>
    <p:extLst>
      <p:ext uri="{BB962C8B-B14F-4D97-AF65-F5344CB8AC3E}">
        <p14:creationId xmlns:p14="http://schemas.microsoft.com/office/powerpoint/2010/main" val="820721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ext Box 4"/>
          <p:cNvSpPr txBox="1">
            <a:spLocks noChangeArrowheads="1"/>
          </p:cNvSpPr>
          <p:nvPr/>
        </p:nvSpPr>
        <p:spPr bwMode="auto">
          <a:xfrm>
            <a:off x="2057401" y="304801"/>
            <a:ext cx="7883525"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dirty="0"/>
              <a:t>Some key points about the LAHARZ equations:</a:t>
            </a:r>
          </a:p>
          <a:p>
            <a:pPr eaLnBrk="1" hangingPunct="1"/>
            <a:endParaRPr lang="en-US" altLang="en-US" sz="2800" dirty="0"/>
          </a:p>
          <a:p>
            <a:pPr eaLnBrk="1" hangingPunct="1"/>
            <a:endParaRPr lang="en-US" altLang="en-US" sz="2800" dirty="0"/>
          </a:p>
        </p:txBody>
      </p:sp>
      <p:sp>
        <p:nvSpPr>
          <p:cNvPr id="40963" name="Text Box 5"/>
          <p:cNvSpPr txBox="1">
            <a:spLocks noChangeArrowheads="1"/>
          </p:cNvSpPr>
          <p:nvPr/>
        </p:nvSpPr>
        <p:spPr bwMode="auto">
          <a:xfrm>
            <a:off x="914400" y="1143000"/>
            <a:ext cx="10591800" cy="47859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342900" indent="-342900" eaLnBrk="1" hangingPunct="1">
              <a:spcAft>
                <a:spcPts val="600"/>
              </a:spcAft>
              <a:buFont typeface="Arial" panose="020B0604020202020204" pitchFamily="34" charset="0"/>
              <a:buChar char="•"/>
            </a:pPr>
            <a:r>
              <a:rPr lang="en-US" altLang="en-US" sz="2000" b="1" i="1" dirty="0"/>
              <a:t>Cross-sectional area </a:t>
            </a:r>
            <a:r>
              <a:rPr lang="en-US" altLang="en-US" sz="2000" b="1" dirty="0"/>
              <a:t>= 0.05 </a:t>
            </a:r>
            <a:r>
              <a:rPr lang="en-US" altLang="en-US" sz="2000" b="1" i="1" dirty="0"/>
              <a:t>V</a:t>
            </a:r>
            <a:r>
              <a:rPr lang="en-US" altLang="en-US" sz="2000" b="1" dirty="0"/>
              <a:t> </a:t>
            </a:r>
            <a:r>
              <a:rPr lang="en-US" altLang="en-US" sz="2000" b="1" baseline="30000" dirty="0"/>
              <a:t>2/3</a:t>
            </a:r>
            <a:r>
              <a:rPr lang="en-US" altLang="en-US" b="1" baseline="30000" dirty="0"/>
              <a:t>   </a:t>
            </a:r>
            <a:r>
              <a:rPr lang="en-US" altLang="en-US" dirty="0"/>
              <a:t>and  </a:t>
            </a:r>
            <a:r>
              <a:rPr lang="en-US" altLang="en-US" sz="2000" b="1" i="1" dirty="0"/>
              <a:t>planimetric area </a:t>
            </a:r>
            <a:r>
              <a:rPr lang="en-US" altLang="en-US" sz="2000" b="1" dirty="0"/>
              <a:t>= 200 </a:t>
            </a:r>
            <a:r>
              <a:rPr lang="en-US" altLang="en-US" sz="2000" b="1" i="1" dirty="0"/>
              <a:t>V</a:t>
            </a:r>
            <a:r>
              <a:rPr lang="en-US" altLang="en-US" sz="2000" b="1" dirty="0"/>
              <a:t> </a:t>
            </a:r>
            <a:r>
              <a:rPr lang="en-US" altLang="en-US" sz="2000" b="1" baseline="30000" dirty="0"/>
              <a:t>2/3</a:t>
            </a:r>
          </a:p>
          <a:p>
            <a:pPr marL="342900" indent="-342900" eaLnBrk="1" hangingPunct="1">
              <a:buFont typeface="Arial" panose="020B0604020202020204" pitchFamily="34" charset="0"/>
              <a:buChar char="•"/>
            </a:pPr>
            <a:r>
              <a:rPr lang="en-US" altLang="en-US" sz="2000" dirty="0"/>
              <a:t>The calibrated values 0.05 and 200 reflect a specific data set</a:t>
            </a:r>
          </a:p>
          <a:p>
            <a:pPr marL="1085850" lvl="1" indent="-342900" eaLnBrk="1" hangingPunct="1">
              <a:buFont typeface="Arial" panose="020B0604020202020204" pitchFamily="34" charset="0"/>
              <a:buChar char="•"/>
            </a:pPr>
            <a:r>
              <a:rPr lang="en-US" altLang="en-US" sz="2000" dirty="0"/>
              <a:t>in this case a group of 27 large lahars worldwide.</a:t>
            </a:r>
          </a:p>
          <a:p>
            <a:pPr marL="342900" indent="-342900" eaLnBrk="1" hangingPunct="1">
              <a:buFont typeface="Arial" panose="020B0604020202020204" pitchFamily="34" charset="0"/>
              <a:buChar char="•"/>
            </a:pPr>
            <a:endParaRPr lang="en-US" altLang="en-US" sz="2000" dirty="0"/>
          </a:p>
          <a:p>
            <a:pPr marL="342900" indent="-342900" eaLnBrk="1" hangingPunct="1">
              <a:buFont typeface="Arial" panose="020B0604020202020204" pitchFamily="34" charset="0"/>
              <a:buChar char="•"/>
            </a:pPr>
            <a:r>
              <a:rPr lang="en-US" altLang="en-US" sz="2000" dirty="0"/>
              <a:t>NOT deposit volume and area, rather maximum flow volume, inundation area, and maximum cross-sectional inundated area as determined from high-flow marks, hydrographs, flow observations, etc.</a:t>
            </a:r>
          </a:p>
          <a:p>
            <a:pPr lvl="1" indent="0" eaLnBrk="1" hangingPunct="1"/>
            <a:endParaRPr lang="en-US" altLang="en-US" sz="2000" dirty="0"/>
          </a:p>
          <a:p>
            <a:pPr marL="342900" indent="-342900" eaLnBrk="1" hangingPunct="1">
              <a:buFont typeface="Arial" panose="020B0604020202020204" pitchFamily="34" charset="0"/>
              <a:buChar char="•"/>
            </a:pPr>
            <a:r>
              <a:rPr lang="en-US" altLang="en-US" sz="2000" dirty="0"/>
              <a:t>Values of the coefficients are specified to only one significant digit.</a:t>
            </a:r>
          </a:p>
          <a:p>
            <a:pPr marL="342900" indent="-342900" eaLnBrk="1" hangingPunct="1">
              <a:buFont typeface="Arial" panose="020B0604020202020204" pitchFamily="34" charset="0"/>
              <a:buChar char="•"/>
            </a:pPr>
            <a:endParaRPr lang="en-US" altLang="en-US" sz="2000" dirty="0"/>
          </a:p>
          <a:p>
            <a:pPr marL="342900" indent="-342900" eaLnBrk="1" hangingPunct="1">
              <a:buFont typeface="Arial" panose="020B0604020202020204" pitchFamily="34" charset="0"/>
              <a:buChar char="•"/>
            </a:pPr>
            <a:r>
              <a:rPr lang="en-US" altLang="en-US" sz="2000" dirty="0"/>
              <a:t>Predictions based on the equations have statistical uncertainty portrayed by confidence intervals</a:t>
            </a:r>
          </a:p>
          <a:p>
            <a:pPr marL="342900" indent="-342900" eaLnBrk="1" hangingPunct="1">
              <a:buFont typeface="Arial" panose="020B0604020202020204" pitchFamily="34" charset="0"/>
              <a:buChar char="•"/>
            </a:pPr>
            <a:endParaRPr lang="en-US" altLang="en-US" sz="2000" dirty="0"/>
          </a:p>
          <a:p>
            <a:pPr marL="342900" indent="-342900" eaLnBrk="1" hangingPunct="1">
              <a:buFont typeface="Arial" panose="020B0604020202020204" pitchFamily="34" charset="0"/>
              <a:buChar char="•"/>
            </a:pPr>
            <a:r>
              <a:rPr lang="en-US" altLang="en-US" sz="2000" dirty="0"/>
              <a:t>Error magnitudes are assumed to scale with </a:t>
            </a:r>
            <a:r>
              <a:rPr lang="en-US" altLang="en-US" sz="2000" i="1" dirty="0"/>
              <a:t>V</a:t>
            </a:r>
            <a:r>
              <a:rPr lang="en-US" altLang="en-US" sz="2000" dirty="0"/>
              <a:t> magnitudes --an assumption implicit in use of logarithmically transformed data and regression equations.</a:t>
            </a:r>
          </a:p>
        </p:txBody>
      </p:sp>
      <p:grpSp>
        <p:nvGrpSpPr>
          <p:cNvPr id="2" name="Group 1">
            <a:extLst>
              <a:ext uri="{FF2B5EF4-FFF2-40B4-BE49-F238E27FC236}">
                <a16:creationId xmlns:a16="http://schemas.microsoft.com/office/drawing/2014/main" id="{2870702B-E301-5843-51E2-C7E636B64831}"/>
              </a:ext>
            </a:extLst>
          </p:cNvPr>
          <p:cNvGrpSpPr/>
          <p:nvPr/>
        </p:nvGrpSpPr>
        <p:grpSpPr>
          <a:xfrm>
            <a:off x="0" y="6362366"/>
            <a:ext cx="12301844" cy="640080"/>
            <a:chOff x="0" y="6361501"/>
            <a:chExt cx="12301844" cy="640080"/>
          </a:xfrm>
        </p:grpSpPr>
        <p:sp>
          <p:nvSpPr>
            <p:cNvPr id="3" name="Rectangle 2">
              <a:extLst>
                <a:ext uri="{FF2B5EF4-FFF2-40B4-BE49-F238E27FC236}">
                  <a16:creationId xmlns:a16="http://schemas.microsoft.com/office/drawing/2014/main" id="{9A69DB04-0F3F-752A-F707-52547B797BCC}"/>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4" name="Group 3">
              <a:extLst>
                <a:ext uri="{FF2B5EF4-FFF2-40B4-BE49-F238E27FC236}">
                  <a16:creationId xmlns:a16="http://schemas.microsoft.com/office/drawing/2014/main" id="{4917A30D-4868-B86F-535D-916E508C7A6B}"/>
                </a:ext>
              </a:extLst>
            </p:cNvPr>
            <p:cNvGrpSpPr/>
            <p:nvPr/>
          </p:nvGrpSpPr>
          <p:grpSpPr>
            <a:xfrm>
              <a:off x="2" y="6361501"/>
              <a:ext cx="12301842" cy="640080"/>
              <a:chOff x="2" y="6361501"/>
              <a:chExt cx="12301842" cy="640080"/>
            </a:xfrm>
          </p:grpSpPr>
          <p:pic>
            <p:nvPicPr>
              <p:cNvPr id="5" name="Picture 4" descr="USGS.png">
                <a:extLst>
                  <a:ext uri="{FF2B5EF4-FFF2-40B4-BE49-F238E27FC236}">
                    <a16:creationId xmlns:a16="http://schemas.microsoft.com/office/drawing/2014/main" id="{E148C052-5F15-9D0D-4AA0-93F83A2138CA}"/>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6" name="Picture 5" descr="Horizontal_CMYK_600.tif">
                <a:extLst>
                  <a:ext uri="{FF2B5EF4-FFF2-40B4-BE49-F238E27FC236}">
                    <a16:creationId xmlns:a16="http://schemas.microsoft.com/office/drawing/2014/main" id="{C83F5792-480C-D27F-21D5-5A69D4B4F544}"/>
                  </a:ext>
                </a:extLst>
              </p:cNvPr>
              <p:cNvPicPr>
                <a:picLocks noChangeAspect="1"/>
              </p:cNvPicPr>
              <p:nvPr/>
            </p:nvPicPr>
            <p:blipFill rotWithShape="1">
              <a:blip r:embed="rId3"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7" name="Picture 6">
                <a:extLst>
                  <a:ext uri="{FF2B5EF4-FFF2-40B4-BE49-F238E27FC236}">
                    <a16:creationId xmlns:a16="http://schemas.microsoft.com/office/drawing/2014/main" id="{E7951DAA-C3FE-C081-AF0A-94B679218946}"/>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9811531A-013A-A06D-442B-3DFBA7A4E354}"/>
              </a:ext>
            </a:extLst>
          </p:cNvPr>
          <p:cNvGrpSpPr/>
          <p:nvPr/>
        </p:nvGrpSpPr>
        <p:grpSpPr>
          <a:xfrm>
            <a:off x="0" y="6362366"/>
            <a:ext cx="12301844" cy="640080"/>
            <a:chOff x="0" y="6361501"/>
            <a:chExt cx="12301844" cy="640080"/>
          </a:xfrm>
        </p:grpSpPr>
        <p:sp>
          <p:nvSpPr>
            <p:cNvPr id="5" name="Rectangle 4">
              <a:extLst>
                <a:ext uri="{FF2B5EF4-FFF2-40B4-BE49-F238E27FC236}">
                  <a16:creationId xmlns:a16="http://schemas.microsoft.com/office/drawing/2014/main" id="{6E7D8329-255C-EBDE-481B-1F0044422F16}"/>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6" name="Group 5">
              <a:extLst>
                <a:ext uri="{FF2B5EF4-FFF2-40B4-BE49-F238E27FC236}">
                  <a16:creationId xmlns:a16="http://schemas.microsoft.com/office/drawing/2014/main" id="{4E70D2C6-7711-4AD0-8C74-9D6535027C81}"/>
                </a:ext>
              </a:extLst>
            </p:cNvPr>
            <p:cNvGrpSpPr/>
            <p:nvPr/>
          </p:nvGrpSpPr>
          <p:grpSpPr>
            <a:xfrm>
              <a:off x="2" y="6361501"/>
              <a:ext cx="12301842" cy="640080"/>
              <a:chOff x="2" y="6361501"/>
              <a:chExt cx="12301842" cy="640080"/>
            </a:xfrm>
          </p:grpSpPr>
          <p:pic>
            <p:nvPicPr>
              <p:cNvPr id="7" name="Picture 6" descr="USGS.png">
                <a:extLst>
                  <a:ext uri="{FF2B5EF4-FFF2-40B4-BE49-F238E27FC236}">
                    <a16:creationId xmlns:a16="http://schemas.microsoft.com/office/drawing/2014/main" id="{03100C14-90DD-D6D5-FDAA-460D955B83A7}"/>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8" name="Picture 7" descr="Horizontal_CMYK_600.tif">
                <a:extLst>
                  <a:ext uri="{FF2B5EF4-FFF2-40B4-BE49-F238E27FC236}">
                    <a16:creationId xmlns:a16="http://schemas.microsoft.com/office/drawing/2014/main" id="{83BF1449-A045-9BF1-B228-8DE58C72E28D}"/>
                  </a:ext>
                </a:extLst>
              </p:cNvPr>
              <p:cNvPicPr>
                <a:picLocks noChangeAspect="1"/>
              </p:cNvPicPr>
              <p:nvPr/>
            </p:nvPicPr>
            <p:blipFill rotWithShape="1">
              <a:blip r:embed="rId3"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9" name="Picture 8">
                <a:extLst>
                  <a:ext uri="{FF2B5EF4-FFF2-40B4-BE49-F238E27FC236}">
                    <a16:creationId xmlns:a16="http://schemas.microsoft.com/office/drawing/2014/main" id="{38219495-5FDE-E726-1299-A0923BD7D139}"/>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
        <p:nvSpPr>
          <p:cNvPr id="10" name="Title 1">
            <a:extLst>
              <a:ext uri="{FF2B5EF4-FFF2-40B4-BE49-F238E27FC236}">
                <a16:creationId xmlns:a16="http://schemas.microsoft.com/office/drawing/2014/main" id="{BA1A6AD1-9294-00BD-0993-A759D0C0A2A9}"/>
              </a:ext>
            </a:extLst>
          </p:cNvPr>
          <p:cNvSpPr txBox="1">
            <a:spLocks/>
          </p:cNvSpPr>
          <p:nvPr/>
        </p:nvSpPr>
        <p:spPr>
          <a:xfrm>
            <a:off x="2895600" y="251461"/>
            <a:ext cx="5870575"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dirty="0"/>
              <a:t>How does LAHARZ work?</a:t>
            </a:r>
          </a:p>
        </p:txBody>
      </p:sp>
      <p:grpSp>
        <p:nvGrpSpPr>
          <p:cNvPr id="11" name="Group 10">
            <a:extLst>
              <a:ext uri="{FF2B5EF4-FFF2-40B4-BE49-F238E27FC236}">
                <a16:creationId xmlns:a16="http://schemas.microsoft.com/office/drawing/2014/main" id="{FA7FAD81-687C-DEF6-86CA-58C337F55A11}"/>
              </a:ext>
            </a:extLst>
          </p:cNvPr>
          <p:cNvGrpSpPr/>
          <p:nvPr/>
        </p:nvGrpSpPr>
        <p:grpSpPr>
          <a:xfrm>
            <a:off x="1118456" y="1143000"/>
            <a:ext cx="3962400" cy="3429000"/>
            <a:chOff x="1290445" y="967566"/>
            <a:chExt cx="4724400" cy="4343400"/>
          </a:xfrm>
        </p:grpSpPr>
        <p:pic>
          <p:nvPicPr>
            <p:cNvPr id="12" name="Picture 4" descr="Slide39">
              <a:extLst>
                <a:ext uri="{FF2B5EF4-FFF2-40B4-BE49-F238E27FC236}">
                  <a16:creationId xmlns:a16="http://schemas.microsoft.com/office/drawing/2014/main" id="{F8DD5974-2BE9-FEEC-C098-C1CFD71A512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0445" y="967566"/>
              <a:ext cx="47244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Line 12">
              <a:extLst>
                <a:ext uri="{FF2B5EF4-FFF2-40B4-BE49-F238E27FC236}">
                  <a16:creationId xmlns:a16="http://schemas.microsoft.com/office/drawing/2014/main" id="{79D6EF26-1308-2B94-5FCB-3C8CB278D84A}"/>
                </a:ext>
              </a:extLst>
            </p:cNvPr>
            <p:cNvSpPr>
              <a:spLocks noChangeShapeType="1"/>
            </p:cNvSpPr>
            <p:nvPr/>
          </p:nvSpPr>
          <p:spPr bwMode="auto">
            <a:xfrm flipV="1">
              <a:off x="1976245" y="1424766"/>
              <a:ext cx="3657600" cy="297180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14" name="Group 13">
            <a:extLst>
              <a:ext uri="{FF2B5EF4-FFF2-40B4-BE49-F238E27FC236}">
                <a16:creationId xmlns:a16="http://schemas.microsoft.com/office/drawing/2014/main" id="{63EAF24C-7C60-ACB5-606C-DF0577FC09B2}"/>
              </a:ext>
            </a:extLst>
          </p:cNvPr>
          <p:cNvGrpSpPr/>
          <p:nvPr/>
        </p:nvGrpSpPr>
        <p:grpSpPr>
          <a:xfrm>
            <a:off x="6501934" y="1143000"/>
            <a:ext cx="3962400" cy="3429000"/>
            <a:chOff x="4419600" y="1828800"/>
            <a:chExt cx="4724400" cy="4343400"/>
          </a:xfrm>
        </p:grpSpPr>
        <p:pic>
          <p:nvPicPr>
            <p:cNvPr id="15" name="Picture 5" descr="Slide40">
              <a:extLst>
                <a:ext uri="{FF2B5EF4-FFF2-40B4-BE49-F238E27FC236}">
                  <a16:creationId xmlns:a16="http://schemas.microsoft.com/office/drawing/2014/main" id="{609FDE3A-12A6-011F-5E9C-428A3DB722D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19600" y="1828800"/>
              <a:ext cx="47244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Line 13">
              <a:extLst>
                <a:ext uri="{FF2B5EF4-FFF2-40B4-BE49-F238E27FC236}">
                  <a16:creationId xmlns:a16="http://schemas.microsoft.com/office/drawing/2014/main" id="{C9C888EA-6544-C2A6-CD20-F62EDC78543A}"/>
                </a:ext>
              </a:extLst>
            </p:cNvPr>
            <p:cNvSpPr>
              <a:spLocks noChangeShapeType="1"/>
            </p:cNvSpPr>
            <p:nvPr/>
          </p:nvSpPr>
          <p:spPr bwMode="auto">
            <a:xfrm flipV="1">
              <a:off x="5105400" y="2209800"/>
              <a:ext cx="3505200" cy="274320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7" name="Text Box 18">
            <a:extLst>
              <a:ext uri="{FF2B5EF4-FFF2-40B4-BE49-F238E27FC236}">
                <a16:creationId xmlns:a16="http://schemas.microsoft.com/office/drawing/2014/main" id="{C0FCBA2A-13C9-8DBF-F371-21104EAAD755}"/>
              </a:ext>
            </a:extLst>
          </p:cNvPr>
          <p:cNvSpPr txBox="1">
            <a:spLocks noChangeArrowheads="1"/>
          </p:cNvSpPr>
          <p:nvPr/>
        </p:nvSpPr>
        <p:spPr bwMode="auto">
          <a:xfrm>
            <a:off x="2514600" y="1949745"/>
            <a:ext cx="98616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dirty="0"/>
              <a:t>r</a:t>
            </a:r>
            <a:r>
              <a:rPr lang="en-US" altLang="en-US" b="1" baseline="30000" dirty="0"/>
              <a:t>2 </a:t>
            </a:r>
            <a:r>
              <a:rPr lang="en-US" altLang="en-US" b="1" dirty="0"/>
              <a:t>=0.85</a:t>
            </a:r>
          </a:p>
        </p:txBody>
      </p:sp>
      <p:sp>
        <p:nvSpPr>
          <p:cNvPr id="18" name="Text Box 19">
            <a:extLst>
              <a:ext uri="{FF2B5EF4-FFF2-40B4-BE49-F238E27FC236}">
                <a16:creationId xmlns:a16="http://schemas.microsoft.com/office/drawing/2014/main" id="{A5F875C5-E21B-D9BA-CD97-073C3FC8FB8D}"/>
              </a:ext>
            </a:extLst>
          </p:cNvPr>
          <p:cNvSpPr txBox="1">
            <a:spLocks noChangeArrowheads="1"/>
          </p:cNvSpPr>
          <p:nvPr/>
        </p:nvSpPr>
        <p:spPr bwMode="auto">
          <a:xfrm>
            <a:off x="7990050" y="1668503"/>
            <a:ext cx="9861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b="1" dirty="0"/>
              <a:t>r</a:t>
            </a:r>
            <a:r>
              <a:rPr lang="en-US" altLang="en-US" b="1" baseline="30000" dirty="0"/>
              <a:t>2 </a:t>
            </a:r>
            <a:r>
              <a:rPr lang="en-US" altLang="en-US" b="1" dirty="0"/>
              <a:t>=0.90</a:t>
            </a:r>
            <a:endParaRPr lang="en-US" altLang="en-US" sz="2800" b="1" i="1" dirty="0"/>
          </a:p>
        </p:txBody>
      </p:sp>
      <p:sp>
        <p:nvSpPr>
          <p:cNvPr id="22" name="TextBox 21">
            <a:extLst>
              <a:ext uri="{FF2B5EF4-FFF2-40B4-BE49-F238E27FC236}">
                <a16:creationId xmlns:a16="http://schemas.microsoft.com/office/drawing/2014/main" id="{6CC03B72-71A2-C913-1885-2898498FFDCC}"/>
              </a:ext>
            </a:extLst>
          </p:cNvPr>
          <p:cNvSpPr txBox="1"/>
          <p:nvPr/>
        </p:nvSpPr>
        <p:spPr>
          <a:xfrm>
            <a:off x="1118456" y="4658875"/>
            <a:ext cx="3962399" cy="369332"/>
          </a:xfrm>
          <a:prstGeom prst="rect">
            <a:avLst/>
          </a:prstGeom>
          <a:noFill/>
        </p:spPr>
        <p:txBody>
          <a:bodyPr wrap="square">
            <a:spAutoFit/>
          </a:bodyPr>
          <a:lstStyle/>
          <a:p>
            <a:pPr eaLnBrk="1" hangingPunct="1">
              <a:spcAft>
                <a:spcPts val="600"/>
              </a:spcAft>
            </a:pPr>
            <a:r>
              <a:rPr lang="en-US" altLang="en-US" sz="1800" b="1" i="1" dirty="0"/>
              <a:t>Cross-sectional area </a:t>
            </a:r>
            <a:r>
              <a:rPr lang="en-US" altLang="en-US" sz="1800" b="1" dirty="0"/>
              <a:t>= 0.05 </a:t>
            </a:r>
            <a:r>
              <a:rPr lang="en-US" altLang="en-US" sz="1800" b="1" i="1" dirty="0"/>
              <a:t>V</a:t>
            </a:r>
            <a:r>
              <a:rPr lang="en-US" altLang="en-US" sz="1800" b="1" dirty="0"/>
              <a:t> </a:t>
            </a:r>
            <a:r>
              <a:rPr lang="en-US" altLang="en-US" sz="1800" b="1" baseline="30000" dirty="0"/>
              <a:t>2/3</a:t>
            </a:r>
          </a:p>
        </p:txBody>
      </p:sp>
      <p:sp>
        <p:nvSpPr>
          <p:cNvPr id="24" name="TextBox 23">
            <a:extLst>
              <a:ext uri="{FF2B5EF4-FFF2-40B4-BE49-F238E27FC236}">
                <a16:creationId xmlns:a16="http://schemas.microsoft.com/office/drawing/2014/main" id="{D3DB802F-95A4-B58C-3DBB-EEDCD8F955AD}"/>
              </a:ext>
            </a:extLst>
          </p:cNvPr>
          <p:cNvSpPr txBox="1"/>
          <p:nvPr/>
        </p:nvSpPr>
        <p:spPr>
          <a:xfrm>
            <a:off x="6753025" y="4658875"/>
            <a:ext cx="3533975" cy="369332"/>
          </a:xfrm>
          <a:prstGeom prst="rect">
            <a:avLst/>
          </a:prstGeom>
          <a:noFill/>
        </p:spPr>
        <p:txBody>
          <a:bodyPr wrap="square">
            <a:spAutoFit/>
          </a:bodyPr>
          <a:lstStyle/>
          <a:p>
            <a:r>
              <a:rPr lang="en-US" altLang="en-US" b="1" i="1" dirty="0"/>
              <a:t>P</a:t>
            </a:r>
            <a:r>
              <a:rPr lang="en-US" altLang="en-US" sz="1800" b="1" i="1" dirty="0"/>
              <a:t>lanimetric area </a:t>
            </a:r>
            <a:r>
              <a:rPr lang="en-US" altLang="en-US" sz="1800" b="1" dirty="0"/>
              <a:t>= 200 </a:t>
            </a:r>
            <a:r>
              <a:rPr lang="en-US" altLang="en-US" sz="1800" b="1" i="1" dirty="0"/>
              <a:t>V</a:t>
            </a:r>
            <a:r>
              <a:rPr lang="en-US" altLang="en-US" sz="1800" b="1" dirty="0"/>
              <a:t> </a:t>
            </a:r>
            <a:r>
              <a:rPr lang="en-US" altLang="en-US" sz="1800" b="1" baseline="30000" dirty="0"/>
              <a:t>2/3</a:t>
            </a:r>
            <a:endParaRPr lang="en-US" dirty="0"/>
          </a:p>
        </p:txBody>
      </p:sp>
      <p:sp>
        <p:nvSpPr>
          <p:cNvPr id="25" name="TextBox 24">
            <a:extLst>
              <a:ext uri="{FF2B5EF4-FFF2-40B4-BE49-F238E27FC236}">
                <a16:creationId xmlns:a16="http://schemas.microsoft.com/office/drawing/2014/main" id="{4674EF2E-78FC-0F8A-8049-0ABEF24DAC17}"/>
              </a:ext>
            </a:extLst>
          </p:cNvPr>
          <p:cNvSpPr txBox="1"/>
          <p:nvPr/>
        </p:nvSpPr>
        <p:spPr>
          <a:xfrm>
            <a:off x="2514600" y="5253335"/>
            <a:ext cx="7169591" cy="923330"/>
          </a:xfrm>
          <a:prstGeom prst="rect">
            <a:avLst/>
          </a:prstGeom>
          <a:noFill/>
        </p:spPr>
        <p:txBody>
          <a:bodyPr wrap="none" rtlCol="0">
            <a:spAutoFit/>
          </a:bodyPr>
          <a:lstStyle/>
          <a:p>
            <a:r>
              <a:rPr lang="en-US" dirty="0"/>
              <a:t>From collected deposit data, determine the coefficients </a:t>
            </a:r>
            <a:r>
              <a:rPr lang="en-US" altLang="en-US" sz="1800" b="1" dirty="0"/>
              <a:t>c</a:t>
            </a:r>
            <a:r>
              <a:rPr lang="en-US" altLang="en-US" sz="1800" b="1" baseline="-25000" dirty="0"/>
              <a:t>1</a:t>
            </a:r>
            <a:r>
              <a:rPr lang="en-US" dirty="0"/>
              <a:t> and </a:t>
            </a:r>
            <a:r>
              <a:rPr lang="en-US" altLang="en-US" sz="1800" b="1" dirty="0"/>
              <a:t>c</a:t>
            </a:r>
            <a:r>
              <a:rPr lang="en-US" altLang="en-US" b="1" baseline="-25000" dirty="0"/>
              <a:t>2</a:t>
            </a:r>
            <a:r>
              <a:rPr lang="en-US" dirty="0"/>
              <a:t> for</a:t>
            </a:r>
          </a:p>
          <a:p>
            <a:r>
              <a:rPr lang="en-US" dirty="0"/>
              <a:t>Cross-sectional area = </a:t>
            </a:r>
            <a:r>
              <a:rPr lang="en-US" altLang="en-US" sz="1800" b="1" dirty="0"/>
              <a:t>c</a:t>
            </a:r>
            <a:r>
              <a:rPr lang="en-US" altLang="en-US" sz="1800" b="1" baseline="-25000" dirty="0"/>
              <a:t>1</a:t>
            </a:r>
            <a:r>
              <a:rPr lang="en-US" altLang="en-US" sz="1800" b="1" i="1" dirty="0"/>
              <a:t>V </a:t>
            </a:r>
            <a:r>
              <a:rPr lang="en-US" altLang="en-US" sz="1800" b="1" baseline="30000" dirty="0"/>
              <a:t>2/3</a:t>
            </a:r>
            <a:endParaRPr lang="en-US" baseline="30000" dirty="0"/>
          </a:p>
          <a:p>
            <a:r>
              <a:rPr lang="en-US" dirty="0"/>
              <a:t>Planimetric Area = </a:t>
            </a:r>
            <a:r>
              <a:rPr lang="en-US" altLang="en-US" sz="1800" b="1" dirty="0"/>
              <a:t>c</a:t>
            </a:r>
            <a:r>
              <a:rPr lang="en-US" altLang="en-US" b="1" baseline="-25000" dirty="0"/>
              <a:t>2</a:t>
            </a:r>
            <a:r>
              <a:rPr lang="en-US" altLang="en-US" sz="1800" b="1" i="1" dirty="0"/>
              <a:t>V </a:t>
            </a:r>
            <a:r>
              <a:rPr lang="en-US" altLang="en-US" sz="1800" b="1" baseline="30000" dirty="0"/>
              <a:t>2/3</a:t>
            </a:r>
            <a:endParaRPr lang="en-US" baseline="30000" dirty="0"/>
          </a:p>
        </p:txBody>
      </p:sp>
    </p:spTree>
    <p:extLst>
      <p:ext uri="{BB962C8B-B14F-4D97-AF65-F5344CB8AC3E}">
        <p14:creationId xmlns:p14="http://schemas.microsoft.com/office/powerpoint/2010/main" val="15630618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b="65116"/>
          <a:stretch/>
        </p:blipFill>
        <p:spPr bwMode="auto">
          <a:xfrm>
            <a:off x="-9641" y="838200"/>
            <a:ext cx="11270721"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Group 3">
            <a:extLst>
              <a:ext uri="{FF2B5EF4-FFF2-40B4-BE49-F238E27FC236}">
                <a16:creationId xmlns:a16="http://schemas.microsoft.com/office/drawing/2014/main" id="{9811531A-013A-A06D-442B-3DFBA7A4E354}"/>
              </a:ext>
            </a:extLst>
          </p:cNvPr>
          <p:cNvGrpSpPr/>
          <p:nvPr/>
        </p:nvGrpSpPr>
        <p:grpSpPr>
          <a:xfrm>
            <a:off x="0" y="6362366"/>
            <a:ext cx="12301844" cy="640080"/>
            <a:chOff x="0" y="6361501"/>
            <a:chExt cx="12301844" cy="640080"/>
          </a:xfrm>
        </p:grpSpPr>
        <p:sp>
          <p:nvSpPr>
            <p:cNvPr id="5" name="Rectangle 4">
              <a:extLst>
                <a:ext uri="{FF2B5EF4-FFF2-40B4-BE49-F238E27FC236}">
                  <a16:creationId xmlns:a16="http://schemas.microsoft.com/office/drawing/2014/main" id="{6E7D8329-255C-EBDE-481B-1F0044422F16}"/>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6" name="Group 5">
              <a:extLst>
                <a:ext uri="{FF2B5EF4-FFF2-40B4-BE49-F238E27FC236}">
                  <a16:creationId xmlns:a16="http://schemas.microsoft.com/office/drawing/2014/main" id="{4E70D2C6-7711-4AD0-8C74-9D6535027C81}"/>
                </a:ext>
              </a:extLst>
            </p:cNvPr>
            <p:cNvGrpSpPr/>
            <p:nvPr/>
          </p:nvGrpSpPr>
          <p:grpSpPr>
            <a:xfrm>
              <a:off x="2" y="6361501"/>
              <a:ext cx="12301842" cy="640080"/>
              <a:chOff x="2" y="6361501"/>
              <a:chExt cx="12301842" cy="640080"/>
            </a:xfrm>
          </p:grpSpPr>
          <p:pic>
            <p:nvPicPr>
              <p:cNvPr id="7" name="Picture 6" descr="USGS.png">
                <a:extLst>
                  <a:ext uri="{FF2B5EF4-FFF2-40B4-BE49-F238E27FC236}">
                    <a16:creationId xmlns:a16="http://schemas.microsoft.com/office/drawing/2014/main" id="{03100C14-90DD-D6D5-FDAA-460D955B83A7}"/>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8" name="Picture 7" descr="Horizontal_CMYK_600.tif">
                <a:extLst>
                  <a:ext uri="{FF2B5EF4-FFF2-40B4-BE49-F238E27FC236}">
                    <a16:creationId xmlns:a16="http://schemas.microsoft.com/office/drawing/2014/main" id="{83BF1449-A045-9BF1-B228-8DE58C72E28D}"/>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9" name="Picture 8">
                <a:extLst>
                  <a:ext uri="{FF2B5EF4-FFF2-40B4-BE49-F238E27FC236}">
                    <a16:creationId xmlns:a16="http://schemas.microsoft.com/office/drawing/2014/main" id="{38219495-5FDE-E726-1299-A0923BD7D139}"/>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
        <p:nvSpPr>
          <p:cNvPr id="10" name="Title 1">
            <a:extLst>
              <a:ext uri="{FF2B5EF4-FFF2-40B4-BE49-F238E27FC236}">
                <a16:creationId xmlns:a16="http://schemas.microsoft.com/office/drawing/2014/main" id="{BA1A6AD1-9294-00BD-0993-A759D0C0A2A9}"/>
              </a:ext>
            </a:extLst>
          </p:cNvPr>
          <p:cNvSpPr txBox="1">
            <a:spLocks/>
          </p:cNvSpPr>
          <p:nvPr/>
        </p:nvSpPr>
        <p:spPr>
          <a:xfrm>
            <a:off x="2895600" y="251461"/>
            <a:ext cx="5870575"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dirty="0"/>
              <a:t>How does LAHARZ work?</a:t>
            </a:r>
          </a:p>
        </p:txBody>
      </p:sp>
      <p:sp>
        <p:nvSpPr>
          <p:cNvPr id="11" name="Rectangle 10">
            <a:extLst>
              <a:ext uri="{FF2B5EF4-FFF2-40B4-BE49-F238E27FC236}">
                <a16:creationId xmlns:a16="http://schemas.microsoft.com/office/drawing/2014/main" id="{8FE85F2A-E572-F245-0CCC-2C9049447C3A}"/>
              </a:ext>
            </a:extLst>
          </p:cNvPr>
          <p:cNvSpPr/>
          <p:nvPr/>
        </p:nvSpPr>
        <p:spPr>
          <a:xfrm>
            <a:off x="5486400" y="2133600"/>
            <a:ext cx="5105400" cy="10668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285942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1994" t="34012" r="-1994" b="31104"/>
          <a:stretch/>
        </p:blipFill>
        <p:spPr bwMode="auto">
          <a:xfrm>
            <a:off x="152400" y="1066800"/>
            <a:ext cx="11278363" cy="44988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4">
            <a:extLst>
              <a:ext uri="{FF2B5EF4-FFF2-40B4-BE49-F238E27FC236}">
                <a16:creationId xmlns:a16="http://schemas.microsoft.com/office/drawing/2014/main" id="{75F74837-9AEA-644D-15DB-B765AD8712A2}"/>
              </a:ext>
            </a:extLst>
          </p:cNvPr>
          <p:cNvGrpSpPr/>
          <p:nvPr/>
        </p:nvGrpSpPr>
        <p:grpSpPr>
          <a:xfrm>
            <a:off x="0" y="6362366"/>
            <a:ext cx="12301844" cy="640080"/>
            <a:chOff x="0" y="6361501"/>
            <a:chExt cx="12301844" cy="640080"/>
          </a:xfrm>
        </p:grpSpPr>
        <p:sp>
          <p:nvSpPr>
            <p:cNvPr id="6" name="Rectangle 5">
              <a:extLst>
                <a:ext uri="{FF2B5EF4-FFF2-40B4-BE49-F238E27FC236}">
                  <a16:creationId xmlns:a16="http://schemas.microsoft.com/office/drawing/2014/main" id="{33F967FA-BD2D-24A1-44FD-B7CAC4422145}"/>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7" name="Group 6">
              <a:extLst>
                <a:ext uri="{FF2B5EF4-FFF2-40B4-BE49-F238E27FC236}">
                  <a16:creationId xmlns:a16="http://schemas.microsoft.com/office/drawing/2014/main" id="{E1149E7E-8105-F186-9264-35C9B8293DB8}"/>
                </a:ext>
              </a:extLst>
            </p:cNvPr>
            <p:cNvGrpSpPr/>
            <p:nvPr/>
          </p:nvGrpSpPr>
          <p:grpSpPr>
            <a:xfrm>
              <a:off x="2" y="6361501"/>
              <a:ext cx="12301842" cy="640080"/>
              <a:chOff x="2" y="6361501"/>
              <a:chExt cx="12301842" cy="640080"/>
            </a:xfrm>
          </p:grpSpPr>
          <p:pic>
            <p:nvPicPr>
              <p:cNvPr id="8" name="Picture 7" descr="USGS.png">
                <a:extLst>
                  <a:ext uri="{FF2B5EF4-FFF2-40B4-BE49-F238E27FC236}">
                    <a16:creationId xmlns:a16="http://schemas.microsoft.com/office/drawing/2014/main" id="{18B8DE30-6833-702B-517C-523F40999472}"/>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9" name="Picture 8" descr="Horizontal_CMYK_600.tif">
                <a:extLst>
                  <a:ext uri="{FF2B5EF4-FFF2-40B4-BE49-F238E27FC236}">
                    <a16:creationId xmlns:a16="http://schemas.microsoft.com/office/drawing/2014/main" id="{E8E8DF7B-1A95-D5F8-3FED-636A4BFA5227}"/>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10" name="Picture 9">
                <a:extLst>
                  <a:ext uri="{FF2B5EF4-FFF2-40B4-BE49-F238E27FC236}">
                    <a16:creationId xmlns:a16="http://schemas.microsoft.com/office/drawing/2014/main" id="{F2961D69-723B-566F-2245-26A3B582379E}"/>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
        <p:nvSpPr>
          <p:cNvPr id="11" name="Rectangle 10">
            <a:extLst>
              <a:ext uri="{FF2B5EF4-FFF2-40B4-BE49-F238E27FC236}">
                <a16:creationId xmlns:a16="http://schemas.microsoft.com/office/drawing/2014/main" id="{398A172D-25FE-BD9D-72A8-537459283F80}"/>
              </a:ext>
            </a:extLst>
          </p:cNvPr>
          <p:cNvSpPr/>
          <p:nvPr/>
        </p:nvSpPr>
        <p:spPr>
          <a:xfrm>
            <a:off x="8305800" y="3761232"/>
            <a:ext cx="609600" cy="20116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8229600" y="3761232"/>
            <a:ext cx="685800" cy="307777"/>
          </a:xfrm>
          <a:prstGeom prst="rect">
            <a:avLst/>
          </a:prstGeom>
          <a:noFill/>
        </p:spPr>
        <p:txBody>
          <a:bodyPr wrap="square" rtlCol="0">
            <a:spAutoFit/>
          </a:bodyPr>
          <a:lstStyle/>
          <a:p>
            <a:r>
              <a:rPr lang="en-US" sz="1400" dirty="0"/>
              <a:t>C</a:t>
            </a:r>
            <a:r>
              <a:rPr lang="en-US" sz="1400" baseline="-25000" dirty="0"/>
              <a:t>1</a:t>
            </a:r>
            <a:r>
              <a:rPr lang="en-US" sz="1400" dirty="0"/>
              <a:t>V</a:t>
            </a:r>
            <a:r>
              <a:rPr lang="en-US" sz="1400" baseline="30000" dirty="0"/>
              <a:t>2/3</a:t>
            </a:r>
          </a:p>
        </p:txBody>
      </p:sp>
      <p:sp>
        <p:nvSpPr>
          <p:cNvPr id="12" name="Title 1">
            <a:extLst>
              <a:ext uri="{FF2B5EF4-FFF2-40B4-BE49-F238E27FC236}">
                <a16:creationId xmlns:a16="http://schemas.microsoft.com/office/drawing/2014/main" id="{3BAB6446-B466-AC23-7E33-ED41FFA20628}"/>
              </a:ext>
            </a:extLst>
          </p:cNvPr>
          <p:cNvSpPr txBox="1">
            <a:spLocks/>
          </p:cNvSpPr>
          <p:nvPr/>
        </p:nvSpPr>
        <p:spPr>
          <a:xfrm>
            <a:off x="2895600" y="251461"/>
            <a:ext cx="5870575"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dirty="0"/>
              <a:t>How does LAHARZ work?</a:t>
            </a:r>
          </a:p>
        </p:txBody>
      </p:sp>
      <p:sp>
        <p:nvSpPr>
          <p:cNvPr id="14" name="Speech Bubble: Rectangle 13">
            <a:extLst>
              <a:ext uri="{FF2B5EF4-FFF2-40B4-BE49-F238E27FC236}">
                <a16:creationId xmlns:a16="http://schemas.microsoft.com/office/drawing/2014/main" id="{93DFA0AB-35CA-17DC-4A53-6870801ACA04}"/>
              </a:ext>
            </a:extLst>
          </p:cNvPr>
          <p:cNvSpPr/>
          <p:nvPr/>
        </p:nvSpPr>
        <p:spPr>
          <a:xfrm>
            <a:off x="8991600" y="1143000"/>
            <a:ext cx="1676400" cy="545037"/>
          </a:xfrm>
          <a:prstGeom prst="wedgeRectCallout">
            <a:avLst>
              <a:gd name="adj1" fmla="val -77011"/>
              <a:gd name="adj2" fmla="val 67202"/>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A8E93F03-9677-895A-3BE5-D3AFD28C2B26}"/>
              </a:ext>
            </a:extLst>
          </p:cNvPr>
          <p:cNvSpPr txBox="1"/>
          <p:nvPr/>
        </p:nvSpPr>
        <p:spPr>
          <a:xfrm>
            <a:off x="9067800" y="1164817"/>
            <a:ext cx="1524000" cy="523220"/>
          </a:xfrm>
          <a:prstGeom prst="rect">
            <a:avLst/>
          </a:prstGeom>
          <a:noFill/>
        </p:spPr>
        <p:txBody>
          <a:bodyPr wrap="square" rtlCol="0">
            <a:spAutoFit/>
          </a:bodyPr>
          <a:lstStyle/>
          <a:p>
            <a:r>
              <a:rPr lang="en-US" sz="1400" dirty="0"/>
              <a:t>Cross-sectional area =0.05V</a:t>
            </a:r>
            <a:r>
              <a:rPr lang="en-US" sz="1400" baseline="30000" dirty="0"/>
              <a:t>2/3</a:t>
            </a:r>
          </a:p>
        </p:txBody>
      </p:sp>
    </p:spTree>
    <p:extLst>
      <p:ext uri="{BB962C8B-B14F-4D97-AF65-F5344CB8AC3E}">
        <p14:creationId xmlns:p14="http://schemas.microsoft.com/office/powerpoint/2010/main" val="41096348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4986" t="66280" r="-4986" b="-1164"/>
          <a:stretch/>
        </p:blipFill>
        <p:spPr bwMode="auto">
          <a:xfrm>
            <a:off x="761618" y="590332"/>
            <a:ext cx="11278363" cy="44988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9332976" y="1905000"/>
            <a:ext cx="548640" cy="3591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38C6352-6A79-CD90-BB36-52625B025A5C}"/>
              </a:ext>
            </a:extLst>
          </p:cNvPr>
          <p:cNvSpPr/>
          <p:nvPr/>
        </p:nvSpPr>
        <p:spPr>
          <a:xfrm>
            <a:off x="10134600" y="2743200"/>
            <a:ext cx="609600" cy="5334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10081661" y="2886725"/>
            <a:ext cx="685800" cy="307777"/>
          </a:xfrm>
          <a:prstGeom prst="rect">
            <a:avLst/>
          </a:prstGeom>
          <a:noFill/>
        </p:spPr>
        <p:txBody>
          <a:bodyPr wrap="square" rtlCol="0">
            <a:spAutoFit/>
          </a:bodyPr>
          <a:lstStyle/>
          <a:p>
            <a:r>
              <a:rPr lang="en-US" sz="1400" dirty="0"/>
              <a:t>C</a:t>
            </a:r>
            <a:r>
              <a:rPr lang="en-US" sz="1400" baseline="-25000" dirty="0"/>
              <a:t>2</a:t>
            </a:r>
            <a:r>
              <a:rPr lang="en-US" sz="1400" dirty="0"/>
              <a:t>V</a:t>
            </a:r>
            <a:r>
              <a:rPr lang="en-US" sz="1400" baseline="30000" dirty="0"/>
              <a:t>2/3</a:t>
            </a:r>
          </a:p>
        </p:txBody>
      </p:sp>
      <p:grpSp>
        <p:nvGrpSpPr>
          <p:cNvPr id="6" name="Group 5">
            <a:extLst>
              <a:ext uri="{FF2B5EF4-FFF2-40B4-BE49-F238E27FC236}">
                <a16:creationId xmlns:a16="http://schemas.microsoft.com/office/drawing/2014/main" id="{20544775-7D77-3B75-AAAD-E6B71EE5724D}"/>
              </a:ext>
            </a:extLst>
          </p:cNvPr>
          <p:cNvGrpSpPr/>
          <p:nvPr/>
        </p:nvGrpSpPr>
        <p:grpSpPr>
          <a:xfrm>
            <a:off x="0" y="6362366"/>
            <a:ext cx="12301844" cy="640080"/>
            <a:chOff x="0" y="6361501"/>
            <a:chExt cx="12301844" cy="640080"/>
          </a:xfrm>
        </p:grpSpPr>
        <p:sp>
          <p:nvSpPr>
            <p:cNvPr id="7" name="Rectangle 6">
              <a:extLst>
                <a:ext uri="{FF2B5EF4-FFF2-40B4-BE49-F238E27FC236}">
                  <a16:creationId xmlns:a16="http://schemas.microsoft.com/office/drawing/2014/main" id="{8C0FA3F4-43E2-6C2E-3E78-37487FD3F216}"/>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8" name="Group 7">
              <a:extLst>
                <a:ext uri="{FF2B5EF4-FFF2-40B4-BE49-F238E27FC236}">
                  <a16:creationId xmlns:a16="http://schemas.microsoft.com/office/drawing/2014/main" id="{527097AB-849C-A608-D28E-54BC63146C7D}"/>
                </a:ext>
              </a:extLst>
            </p:cNvPr>
            <p:cNvGrpSpPr/>
            <p:nvPr/>
          </p:nvGrpSpPr>
          <p:grpSpPr>
            <a:xfrm>
              <a:off x="2" y="6361501"/>
              <a:ext cx="12301842" cy="640080"/>
              <a:chOff x="2" y="6361501"/>
              <a:chExt cx="12301842" cy="640080"/>
            </a:xfrm>
          </p:grpSpPr>
          <p:pic>
            <p:nvPicPr>
              <p:cNvPr id="9" name="Picture 8" descr="USGS.png">
                <a:extLst>
                  <a:ext uri="{FF2B5EF4-FFF2-40B4-BE49-F238E27FC236}">
                    <a16:creationId xmlns:a16="http://schemas.microsoft.com/office/drawing/2014/main" id="{F4C74924-0FDE-7035-C998-C46BD2B7615E}"/>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10" name="Picture 9" descr="Horizontal_CMYK_600.tif">
                <a:extLst>
                  <a:ext uri="{FF2B5EF4-FFF2-40B4-BE49-F238E27FC236}">
                    <a16:creationId xmlns:a16="http://schemas.microsoft.com/office/drawing/2014/main" id="{5916B610-A009-280F-7029-B769DA372775}"/>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11" name="Picture 10">
                <a:extLst>
                  <a:ext uri="{FF2B5EF4-FFF2-40B4-BE49-F238E27FC236}">
                    <a16:creationId xmlns:a16="http://schemas.microsoft.com/office/drawing/2014/main" id="{48E75E43-434C-CBDF-C161-F9DE39382CED}"/>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
        <p:nvSpPr>
          <p:cNvPr id="13" name="Title 1">
            <a:extLst>
              <a:ext uri="{FF2B5EF4-FFF2-40B4-BE49-F238E27FC236}">
                <a16:creationId xmlns:a16="http://schemas.microsoft.com/office/drawing/2014/main" id="{5074EE33-3A0B-19DC-32AC-06054959125C}"/>
              </a:ext>
            </a:extLst>
          </p:cNvPr>
          <p:cNvSpPr txBox="1">
            <a:spLocks/>
          </p:cNvSpPr>
          <p:nvPr/>
        </p:nvSpPr>
        <p:spPr>
          <a:xfrm>
            <a:off x="2895600" y="251461"/>
            <a:ext cx="5870575"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pPr>
            <a:r>
              <a:rPr lang="en-US" dirty="0"/>
              <a:t>How does LAHARZ work?</a:t>
            </a:r>
          </a:p>
        </p:txBody>
      </p:sp>
      <p:sp>
        <p:nvSpPr>
          <p:cNvPr id="14" name="Speech Bubble: Rectangle 13">
            <a:extLst>
              <a:ext uri="{FF2B5EF4-FFF2-40B4-BE49-F238E27FC236}">
                <a16:creationId xmlns:a16="http://schemas.microsoft.com/office/drawing/2014/main" id="{5AEC4663-0DF0-1647-0145-6A741FD6EBCB}"/>
              </a:ext>
            </a:extLst>
          </p:cNvPr>
          <p:cNvSpPr/>
          <p:nvPr/>
        </p:nvSpPr>
        <p:spPr>
          <a:xfrm>
            <a:off x="4191000" y="4281150"/>
            <a:ext cx="1676400" cy="545037"/>
          </a:xfrm>
          <a:prstGeom prst="wedgeRectCallout">
            <a:avLst>
              <a:gd name="adj1" fmla="val -87920"/>
              <a:gd name="adj2" fmla="val -150014"/>
            </a:avLst>
          </a:prstGeom>
          <a:solidFill>
            <a:schemeClr val="bg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0A84FC06-2792-0F3D-A013-B398AB8F733C}"/>
              </a:ext>
            </a:extLst>
          </p:cNvPr>
          <p:cNvSpPr txBox="1"/>
          <p:nvPr/>
        </p:nvSpPr>
        <p:spPr>
          <a:xfrm>
            <a:off x="4267200" y="4302967"/>
            <a:ext cx="1524000" cy="523220"/>
          </a:xfrm>
          <a:prstGeom prst="rect">
            <a:avLst/>
          </a:prstGeom>
          <a:noFill/>
        </p:spPr>
        <p:txBody>
          <a:bodyPr wrap="square" rtlCol="0">
            <a:spAutoFit/>
          </a:bodyPr>
          <a:lstStyle/>
          <a:p>
            <a:r>
              <a:rPr lang="en-US" sz="1400" dirty="0"/>
              <a:t>Planimetric area =200V</a:t>
            </a:r>
            <a:r>
              <a:rPr lang="en-US" sz="1400" baseline="30000" dirty="0"/>
              <a:t>2/3</a:t>
            </a:r>
          </a:p>
        </p:txBody>
      </p:sp>
    </p:spTree>
    <p:extLst>
      <p:ext uri="{BB962C8B-B14F-4D97-AF65-F5344CB8AC3E}">
        <p14:creationId xmlns:p14="http://schemas.microsoft.com/office/powerpoint/2010/main" val="1705200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5025" y="-624"/>
            <a:ext cx="10515600" cy="1325563"/>
          </a:xfrm>
        </p:spPr>
        <p:txBody>
          <a:bodyPr/>
          <a:lstStyle/>
          <a:p>
            <a:r>
              <a:rPr lang="en-US" dirty="0"/>
              <a:t>What do you need to run LAHARZ?</a:t>
            </a:r>
          </a:p>
        </p:txBody>
      </p:sp>
      <p:sp>
        <p:nvSpPr>
          <p:cNvPr id="3" name="Content Placeholder 2"/>
          <p:cNvSpPr>
            <a:spLocks noGrp="1"/>
          </p:cNvSpPr>
          <p:nvPr>
            <p:ph idx="1"/>
          </p:nvPr>
        </p:nvSpPr>
        <p:spPr>
          <a:xfrm>
            <a:off x="1011060" y="1430262"/>
            <a:ext cx="5527348" cy="4572000"/>
          </a:xfrm>
        </p:spPr>
        <p:txBody>
          <a:bodyPr/>
          <a:lstStyle/>
          <a:p>
            <a:r>
              <a:rPr lang="en-US" dirty="0"/>
              <a:t>ArcGIS ArcMap 10.x</a:t>
            </a:r>
          </a:p>
          <a:p>
            <a:r>
              <a:rPr lang="en-US" dirty="0" err="1"/>
              <a:t>Laharz_py</a:t>
            </a:r>
            <a:r>
              <a:rPr lang="en-US" dirty="0"/>
              <a:t> ArcGIS toolbox</a:t>
            </a:r>
          </a:p>
          <a:p>
            <a:r>
              <a:rPr lang="en-US" dirty="0"/>
              <a:t>Schilling et al. 2014 </a:t>
            </a:r>
          </a:p>
          <a:p>
            <a:r>
              <a:rPr lang="en-US" sz="2400" dirty="0">
                <a:hlinkClick r:id="rId2"/>
              </a:rPr>
              <a:t>https://pubs.usgs.gov/of/2014/1073/</a:t>
            </a:r>
            <a:endParaRPr lang="en-US" sz="2400" dirty="0"/>
          </a:p>
          <a:p>
            <a:r>
              <a:rPr lang="en-US" sz="2400" dirty="0"/>
              <a:t>CSAV file folders</a:t>
            </a:r>
          </a:p>
          <a:p>
            <a:endParaRPr lang="en-US" sz="2400" dirty="0"/>
          </a:p>
        </p:txBody>
      </p:sp>
      <p:sp>
        <p:nvSpPr>
          <p:cNvPr id="4" name="Rectangle 3"/>
          <p:cNvSpPr/>
          <p:nvPr/>
        </p:nvSpPr>
        <p:spPr>
          <a:xfrm>
            <a:off x="2037503" y="3429000"/>
            <a:ext cx="8110645" cy="923330"/>
          </a:xfrm>
          <a:prstGeom prst="rect">
            <a:avLst/>
          </a:prstGeom>
        </p:spPr>
        <p:txBody>
          <a:bodyPr wrap="square">
            <a:spAutoFit/>
          </a:bodyPr>
          <a:lstStyle/>
          <a:p>
            <a:pPr eaLnBrk="1" hangingPunct="1"/>
            <a:endParaRPr lang="en-US" altLang="en-US" dirty="0"/>
          </a:p>
          <a:p>
            <a:pPr algn="just" eaLnBrk="1" hangingPunct="1"/>
            <a:endParaRPr lang="en-US" altLang="en-US" dirty="0"/>
          </a:p>
          <a:p>
            <a:pPr algn="just" eaLnBrk="1" hangingPunct="1"/>
            <a:endParaRPr lang="en-US" altLang="en-US" dirty="0"/>
          </a:p>
        </p:txBody>
      </p:sp>
      <p:grpSp>
        <p:nvGrpSpPr>
          <p:cNvPr id="6" name="Group 5">
            <a:extLst>
              <a:ext uri="{FF2B5EF4-FFF2-40B4-BE49-F238E27FC236}">
                <a16:creationId xmlns:a16="http://schemas.microsoft.com/office/drawing/2014/main" id="{39393931-F1F0-3CC7-426E-392EBDD8718D}"/>
              </a:ext>
            </a:extLst>
          </p:cNvPr>
          <p:cNvGrpSpPr/>
          <p:nvPr/>
        </p:nvGrpSpPr>
        <p:grpSpPr>
          <a:xfrm>
            <a:off x="0" y="6362366"/>
            <a:ext cx="12301844" cy="640080"/>
            <a:chOff x="0" y="6361501"/>
            <a:chExt cx="12301844" cy="640080"/>
          </a:xfrm>
        </p:grpSpPr>
        <p:sp>
          <p:nvSpPr>
            <p:cNvPr id="7" name="Rectangle 6">
              <a:extLst>
                <a:ext uri="{FF2B5EF4-FFF2-40B4-BE49-F238E27FC236}">
                  <a16:creationId xmlns:a16="http://schemas.microsoft.com/office/drawing/2014/main" id="{14E7DDB2-054E-A889-4C65-13D771D1701D}"/>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8" name="Group 7">
              <a:extLst>
                <a:ext uri="{FF2B5EF4-FFF2-40B4-BE49-F238E27FC236}">
                  <a16:creationId xmlns:a16="http://schemas.microsoft.com/office/drawing/2014/main" id="{1FB4981D-8E3F-D245-8BA5-8ADB1F6C5873}"/>
                </a:ext>
              </a:extLst>
            </p:cNvPr>
            <p:cNvGrpSpPr/>
            <p:nvPr/>
          </p:nvGrpSpPr>
          <p:grpSpPr>
            <a:xfrm>
              <a:off x="2" y="6361501"/>
              <a:ext cx="12301842" cy="640080"/>
              <a:chOff x="2" y="6361501"/>
              <a:chExt cx="12301842" cy="640080"/>
            </a:xfrm>
          </p:grpSpPr>
          <p:pic>
            <p:nvPicPr>
              <p:cNvPr id="9" name="Picture 8" descr="USGS.png">
                <a:extLst>
                  <a:ext uri="{FF2B5EF4-FFF2-40B4-BE49-F238E27FC236}">
                    <a16:creationId xmlns:a16="http://schemas.microsoft.com/office/drawing/2014/main" id="{26E72543-F438-8746-6FE2-86AE6FB02C61}"/>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10" name="Picture 9" descr="Horizontal_CMYK_600.tif">
                <a:extLst>
                  <a:ext uri="{FF2B5EF4-FFF2-40B4-BE49-F238E27FC236}">
                    <a16:creationId xmlns:a16="http://schemas.microsoft.com/office/drawing/2014/main" id="{24AEB0B6-EE48-5372-FDB9-518C9816F5A0}"/>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11" name="Picture 10">
                <a:extLst>
                  <a:ext uri="{FF2B5EF4-FFF2-40B4-BE49-F238E27FC236}">
                    <a16:creationId xmlns:a16="http://schemas.microsoft.com/office/drawing/2014/main" id="{F49E9BFE-4932-179B-53CA-FC5C7AF52A48}"/>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pic>
        <p:nvPicPr>
          <p:cNvPr id="5" name="Picture 4"/>
          <p:cNvPicPr>
            <a:picLocks noChangeAspect="1"/>
          </p:cNvPicPr>
          <p:nvPr/>
        </p:nvPicPr>
        <p:blipFill>
          <a:blip r:embed="rId6"/>
          <a:stretch>
            <a:fillRect/>
          </a:stretch>
        </p:blipFill>
        <p:spPr>
          <a:xfrm>
            <a:off x="7866404" y="1377674"/>
            <a:ext cx="2929136" cy="4982204"/>
          </a:xfrm>
          <a:prstGeom prst="rect">
            <a:avLst/>
          </a:prstGeom>
        </p:spPr>
      </p:pic>
    </p:spTree>
    <p:extLst>
      <p:ext uri="{BB962C8B-B14F-4D97-AF65-F5344CB8AC3E}">
        <p14:creationId xmlns:p14="http://schemas.microsoft.com/office/powerpoint/2010/main" val="31957814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5880" y="1213828"/>
            <a:ext cx="10515600" cy="4351338"/>
          </a:xfrm>
        </p:spPr>
        <p:txBody>
          <a:bodyPr>
            <a:normAutofit/>
          </a:bodyPr>
          <a:lstStyle/>
          <a:p>
            <a:r>
              <a:rPr lang="en-US" dirty="0"/>
              <a:t>ArcGIS Pro</a:t>
            </a:r>
          </a:p>
          <a:p>
            <a:r>
              <a:rPr lang="en-US" dirty="0"/>
              <a:t>Julie Griswold 2023 rewrite of Schilling et al. 2014 code for ArcGIS Pro</a:t>
            </a:r>
          </a:p>
          <a:p>
            <a:r>
              <a:rPr lang="en-US" dirty="0"/>
              <a:t>Email me!</a:t>
            </a:r>
          </a:p>
          <a:p>
            <a:r>
              <a:rPr lang="en-US" dirty="0"/>
              <a:t>CSAV file folders</a:t>
            </a:r>
          </a:p>
          <a:p>
            <a:endParaRPr lang="en-US" sz="3200" dirty="0"/>
          </a:p>
        </p:txBody>
      </p:sp>
      <p:sp>
        <p:nvSpPr>
          <p:cNvPr id="4" name="Rectangle 3"/>
          <p:cNvSpPr/>
          <p:nvPr/>
        </p:nvSpPr>
        <p:spPr>
          <a:xfrm>
            <a:off x="2037503" y="3429000"/>
            <a:ext cx="8110645" cy="923330"/>
          </a:xfrm>
          <a:prstGeom prst="rect">
            <a:avLst/>
          </a:prstGeom>
        </p:spPr>
        <p:txBody>
          <a:bodyPr wrap="square">
            <a:spAutoFit/>
          </a:bodyPr>
          <a:lstStyle/>
          <a:p>
            <a:pPr eaLnBrk="1" hangingPunct="1"/>
            <a:endParaRPr lang="en-US" altLang="en-US" dirty="0"/>
          </a:p>
          <a:p>
            <a:pPr algn="just" eaLnBrk="1" hangingPunct="1"/>
            <a:endParaRPr lang="en-US" altLang="en-US" dirty="0"/>
          </a:p>
          <a:p>
            <a:pPr algn="just" eaLnBrk="1" hangingPunct="1"/>
            <a:endParaRPr lang="en-US" altLang="en-US" dirty="0"/>
          </a:p>
        </p:txBody>
      </p:sp>
      <p:pic>
        <p:nvPicPr>
          <p:cNvPr id="6" name="Picture 5">
            <a:extLst>
              <a:ext uri="{FF2B5EF4-FFF2-40B4-BE49-F238E27FC236}">
                <a16:creationId xmlns:a16="http://schemas.microsoft.com/office/drawing/2014/main" id="{03213769-F19C-7752-1D95-5216685FB752}"/>
              </a:ext>
            </a:extLst>
          </p:cNvPr>
          <p:cNvPicPr>
            <a:picLocks noChangeAspect="1"/>
          </p:cNvPicPr>
          <p:nvPr/>
        </p:nvPicPr>
        <p:blipFill>
          <a:blip r:embed="rId2"/>
          <a:stretch>
            <a:fillRect/>
          </a:stretch>
        </p:blipFill>
        <p:spPr>
          <a:xfrm>
            <a:off x="4204743" y="2506585"/>
            <a:ext cx="6155154" cy="3691490"/>
          </a:xfrm>
          <a:prstGeom prst="rect">
            <a:avLst/>
          </a:prstGeom>
        </p:spPr>
      </p:pic>
      <p:sp>
        <p:nvSpPr>
          <p:cNvPr id="8" name="Oval 7">
            <a:extLst>
              <a:ext uri="{FF2B5EF4-FFF2-40B4-BE49-F238E27FC236}">
                <a16:creationId xmlns:a16="http://schemas.microsoft.com/office/drawing/2014/main" id="{CD19774F-3F65-F333-E6F9-E29AC5D38EF3}"/>
              </a:ext>
            </a:extLst>
          </p:cNvPr>
          <p:cNvSpPr/>
          <p:nvPr/>
        </p:nvSpPr>
        <p:spPr>
          <a:xfrm>
            <a:off x="8749805" y="4922236"/>
            <a:ext cx="1648859" cy="380648"/>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184292D9-D599-DB89-CF25-8BA62BF0EA71}"/>
              </a:ext>
            </a:extLst>
          </p:cNvPr>
          <p:cNvPicPr>
            <a:picLocks noChangeAspect="1"/>
          </p:cNvPicPr>
          <p:nvPr/>
        </p:nvPicPr>
        <p:blipFill>
          <a:blip r:embed="rId3"/>
          <a:stretch>
            <a:fillRect/>
          </a:stretch>
        </p:blipFill>
        <p:spPr>
          <a:xfrm>
            <a:off x="4444644" y="3468503"/>
            <a:ext cx="3469432" cy="2506276"/>
          </a:xfrm>
          <a:prstGeom prst="rect">
            <a:avLst/>
          </a:prstGeom>
        </p:spPr>
      </p:pic>
      <p:cxnSp>
        <p:nvCxnSpPr>
          <p:cNvPr id="10" name="Straight Connector 9">
            <a:extLst>
              <a:ext uri="{FF2B5EF4-FFF2-40B4-BE49-F238E27FC236}">
                <a16:creationId xmlns:a16="http://schemas.microsoft.com/office/drawing/2014/main" id="{31BDE812-EEF8-E35B-6C64-EC68EA0696CF}"/>
              </a:ext>
            </a:extLst>
          </p:cNvPr>
          <p:cNvCxnSpPr>
            <a:cxnSpLocks/>
          </p:cNvCxnSpPr>
          <p:nvPr/>
        </p:nvCxnSpPr>
        <p:spPr>
          <a:xfrm flipH="1" flipV="1">
            <a:off x="7920670" y="3501160"/>
            <a:ext cx="1248778" cy="142107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F6AB1EB-413E-5724-FD49-1FD23415917A}"/>
              </a:ext>
            </a:extLst>
          </p:cNvPr>
          <p:cNvCxnSpPr>
            <a:cxnSpLocks/>
          </p:cNvCxnSpPr>
          <p:nvPr/>
        </p:nvCxnSpPr>
        <p:spPr>
          <a:xfrm flipV="1">
            <a:off x="7914076" y="5279573"/>
            <a:ext cx="1350426" cy="69520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8E67271B-E04B-C140-8406-3B73F6D52FB6}"/>
              </a:ext>
            </a:extLst>
          </p:cNvPr>
          <p:cNvGrpSpPr/>
          <p:nvPr/>
        </p:nvGrpSpPr>
        <p:grpSpPr>
          <a:xfrm>
            <a:off x="0" y="6362366"/>
            <a:ext cx="12301844" cy="640080"/>
            <a:chOff x="0" y="6361501"/>
            <a:chExt cx="12301844" cy="640080"/>
          </a:xfrm>
        </p:grpSpPr>
        <p:sp>
          <p:nvSpPr>
            <p:cNvPr id="7" name="Rectangle 6">
              <a:extLst>
                <a:ext uri="{FF2B5EF4-FFF2-40B4-BE49-F238E27FC236}">
                  <a16:creationId xmlns:a16="http://schemas.microsoft.com/office/drawing/2014/main" id="{72AC52FF-0058-4D29-8FF6-8582A30BFA77}"/>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12" name="Group 11">
              <a:extLst>
                <a:ext uri="{FF2B5EF4-FFF2-40B4-BE49-F238E27FC236}">
                  <a16:creationId xmlns:a16="http://schemas.microsoft.com/office/drawing/2014/main" id="{02CEF24F-835C-0901-105E-BAC69950139B}"/>
                </a:ext>
              </a:extLst>
            </p:cNvPr>
            <p:cNvGrpSpPr/>
            <p:nvPr/>
          </p:nvGrpSpPr>
          <p:grpSpPr>
            <a:xfrm>
              <a:off x="2" y="6361501"/>
              <a:ext cx="12301842" cy="640080"/>
              <a:chOff x="2" y="6361501"/>
              <a:chExt cx="12301842" cy="640080"/>
            </a:xfrm>
          </p:grpSpPr>
          <p:pic>
            <p:nvPicPr>
              <p:cNvPr id="13" name="Picture 12" descr="USGS.png">
                <a:extLst>
                  <a:ext uri="{FF2B5EF4-FFF2-40B4-BE49-F238E27FC236}">
                    <a16:creationId xmlns:a16="http://schemas.microsoft.com/office/drawing/2014/main" id="{19C0D314-E25B-1D36-47AE-D611E08E563E}"/>
                  </a:ext>
                </a:extLst>
              </p:cNvPr>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14" name="Picture 13" descr="Horizontal_CMYK_600.tif">
                <a:extLst>
                  <a:ext uri="{FF2B5EF4-FFF2-40B4-BE49-F238E27FC236}">
                    <a16:creationId xmlns:a16="http://schemas.microsoft.com/office/drawing/2014/main" id="{7F2BD7F8-2AB0-B40F-A86D-A8ECCA38AFCD}"/>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15" name="Picture 14">
                <a:extLst>
                  <a:ext uri="{FF2B5EF4-FFF2-40B4-BE49-F238E27FC236}">
                    <a16:creationId xmlns:a16="http://schemas.microsoft.com/office/drawing/2014/main" id="{C4159F01-9326-AF9F-039B-30C40C8F7A05}"/>
                  </a:ext>
                </a:extLst>
              </p:cNvPr>
              <p:cNvPicPr>
                <a:picLocks noChangeAspect="1"/>
              </p:cNvPicPr>
              <p:nvPr/>
            </p:nvPicPr>
            <p:blipFill rotWithShape="1">
              <a:blip r:embed="rId6"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
        <p:nvSpPr>
          <p:cNvPr id="18" name="Title 1">
            <a:extLst>
              <a:ext uri="{FF2B5EF4-FFF2-40B4-BE49-F238E27FC236}">
                <a16:creationId xmlns:a16="http://schemas.microsoft.com/office/drawing/2014/main" id="{8ABA37B0-C593-0407-66E3-AA0CC5FD573C}"/>
              </a:ext>
            </a:extLst>
          </p:cNvPr>
          <p:cNvSpPr>
            <a:spLocks noGrp="1"/>
          </p:cNvSpPr>
          <p:nvPr>
            <p:ph type="title"/>
          </p:nvPr>
        </p:nvSpPr>
        <p:spPr>
          <a:xfrm>
            <a:off x="835025" y="-624"/>
            <a:ext cx="10515600" cy="1325563"/>
          </a:xfrm>
        </p:spPr>
        <p:txBody>
          <a:bodyPr/>
          <a:lstStyle/>
          <a:p>
            <a:r>
              <a:rPr lang="en-US" dirty="0"/>
              <a:t>What do you need to run LAHARZ?</a:t>
            </a:r>
          </a:p>
        </p:txBody>
      </p:sp>
    </p:spTree>
    <p:extLst>
      <p:ext uri="{BB962C8B-B14F-4D97-AF65-F5344CB8AC3E}">
        <p14:creationId xmlns:p14="http://schemas.microsoft.com/office/powerpoint/2010/main" val="828377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6E93F303-A2DF-335E-D9BF-650E2CD31C04}"/>
              </a:ext>
            </a:extLst>
          </p:cNvPr>
          <p:cNvSpPr>
            <a:spLocks noGrp="1"/>
          </p:cNvSpPr>
          <p:nvPr>
            <p:ph idx="1"/>
          </p:nvPr>
        </p:nvSpPr>
        <p:spPr>
          <a:xfrm>
            <a:off x="835025" y="1216755"/>
            <a:ext cx="10515600" cy="4351338"/>
          </a:xfrm>
        </p:spPr>
        <p:txBody>
          <a:bodyPr>
            <a:normAutofit/>
          </a:bodyPr>
          <a:lstStyle/>
          <a:p>
            <a:r>
              <a:rPr lang="en-US" dirty="0"/>
              <a:t>Keith Blair stand-alone python version</a:t>
            </a:r>
          </a:p>
          <a:p>
            <a:r>
              <a:rPr lang="en-US" dirty="0"/>
              <a:t>https://github.com/Keith1815/laharz</a:t>
            </a:r>
          </a:p>
        </p:txBody>
      </p:sp>
      <p:pic>
        <p:nvPicPr>
          <p:cNvPr id="7" name="Picture 6">
            <a:extLst>
              <a:ext uri="{FF2B5EF4-FFF2-40B4-BE49-F238E27FC236}">
                <a16:creationId xmlns:a16="http://schemas.microsoft.com/office/drawing/2014/main" id="{3849B27E-88D8-7969-42CB-9A320DA9766D}"/>
              </a:ext>
            </a:extLst>
          </p:cNvPr>
          <p:cNvPicPr>
            <a:picLocks noChangeAspect="1"/>
          </p:cNvPicPr>
          <p:nvPr/>
        </p:nvPicPr>
        <p:blipFill>
          <a:blip r:embed="rId2"/>
          <a:stretch>
            <a:fillRect/>
          </a:stretch>
        </p:blipFill>
        <p:spPr>
          <a:xfrm>
            <a:off x="5625720" y="2667000"/>
            <a:ext cx="6568186" cy="2901093"/>
          </a:xfrm>
          <a:prstGeom prst="rect">
            <a:avLst/>
          </a:prstGeom>
        </p:spPr>
      </p:pic>
      <p:pic>
        <p:nvPicPr>
          <p:cNvPr id="3" name="Picture 2">
            <a:extLst>
              <a:ext uri="{FF2B5EF4-FFF2-40B4-BE49-F238E27FC236}">
                <a16:creationId xmlns:a16="http://schemas.microsoft.com/office/drawing/2014/main" id="{74977CE2-0685-A796-5B2E-E0B929C0E931}"/>
              </a:ext>
            </a:extLst>
          </p:cNvPr>
          <p:cNvPicPr>
            <a:picLocks noChangeAspect="1"/>
          </p:cNvPicPr>
          <p:nvPr/>
        </p:nvPicPr>
        <p:blipFill rotWithShape="1">
          <a:blip r:embed="rId3"/>
          <a:srcRect l="28712" t="34445" r="31216" b="17778"/>
          <a:stretch/>
        </p:blipFill>
        <p:spPr>
          <a:xfrm>
            <a:off x="457200" y="2529484"/>
            <a:ext cx="4891969" cy="3286792"/>
          </a:xfrm>
          <a:prstGeom prst="rect">
            <a:avLst/>
          </a:prstGeom>
        </p:spPr>
      </p:pic>
      <p:grpSp>
        <p:nvGrpSpPr>
          <p:cNvPr id="4" name="Group 3">
            <a:extLst>
              <a:ext uri="{FF2B5EF4-FFF2-40B4-BE49-F238E27FC236}">
                <a16:creationId xmlns:a16="http://schemas.microsoft.com/office/drawing/2014/main" id="{05739E52-CFA0-11F1-55A8-C3741000CDED}"/>
              </a:ext>
            </a:extLst>
          </p:cNvPr>
          <p:cNvGrpSpPr/>
          <p:nvPr/>
        </p:nvGrpSpPr>
        <p:grpSpPr>
          <a:xfrm>
            <a:off x="0" y="6362366"/>
            <a:ext cx="12301844" cy="640080"/>
            <a:chOff x="0" y="6361501"/>
            <a:chExt cx="12301844" cy="640080"/>
          </a:xfrm>
        </p:grpSpPr>
        <p:sp>
          <p:nvSpPr>
            <p:cNvPr id="6" name="Rectangle 5">
              <a:extLst>
                <a:ext uri="{FF2B5EF4-FFF2-40B4-BE49-F238E27FC236}">
                  <a16:creationId xmlns:a16="http://schemas.microsoft.com/office/drawing/2014/main" id="{78976604-467B-9BD0-B20D-FCA15EB3EA8D}"/>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8" name="Group 7">
              <a:extLst>
                <a:ext uri="{FF2B5EF4-FFF2-40B4-BE49-F238E27FC236}">
                  <a16:creationId xmlns:a16="http://schemas.microsoft.com/office/drawing/2014/main" id="{A29E122D-1523-EDE6-A182-DE10E8D87947}"/>
                </a:ext>
              </a:extLst>
            </p:cNvPr>
            <p:cNvGrpSpPr/>
            <p:nvPr/>
          </p:nvGrpSpPr>
          <p:grpSpPr>
            <a:xfrm>
              <a:off x="2" y="6361501"/>
              <a:ext cx="12301842" cy="640080"/>
              <a:chOff x="2" y="6361501"/>
              <a:chExt cx="12301842" cy="640080"/>
            </a:xfrm>
          </p:grpSpPr>
          <p:pic>
            <p:nvPicPr>
              <p:cNvPr id="9" name="Picture 8" descr="USGS.png">
                <a:extLst>
                  <a:ext uri="{FF2B5EF4-FFF2-40B4-BE49-F238E27FC236}">
                    <a16:creationId xmlns:a16="http://schemas.microsoft.com/office/drawing/2014/main" id="{38F95ED9-D46D-ADCB-0043-6783B5302886}"/>
                  </a:ext>
                </a:extLst>
              </p:cNvPr>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10" name="Picture 9" descr="Horizontal_CMYK_600.tif">
                <a:extLst>
                  <a:ext uri="{FF2B5EF4-FFF2-40B4-BE49-F238E27FC236}">
                    <a16:creationId xmlns:a16="http://schemas.microsoft.com/office/drawing/2014/main" id="{83D77571-86B6-71CF-D1F0-D2E924B14425}"/>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11" name="Picture 10">
                <a:extLst>
                  <a:ext uri="{FF2B5EF4-FFF2-40B4-BE49-F238E27FC236}">
                    <a16:creationId xmlns:a16="http://schemas.microsoft.com/office/drawing/2014/main" id="{785B84E7-698C-27A4-1584-3058F9574EDE}"/>
                  </a:ext>
                </a:extLst>
              </p:cNvPr>
              <p:cNvPicPr>
                <a:picLocks noChangeAspect="1"/>
              </p:cNvPicPr>
              <p:nvPr/>
            </p:nvPicPr>
            <p:blipFill rotWithShape="1">
              <a:blip r:embed="rId6"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
        <p:nvSpPr>
          <p:cNvPr id="14" name="Title 1">
            <a:extLst>
              <a:ext uri="{FF2B5EF4-FFF2-40B4-BE49-F238E27FC236}">
                <a16:creationId xmlns:a16="http://schemas.microsoft.com/office/drawing/2014/main" id="{7BBECFA7-2FA1-7B38-9FAD-F7E8A2E08A8D}"/>
              </a:ext>
            </a:extLst>
          </p:cNvPr>
          <p:cNvSpPr>
            <a:spLocks noGrp="1"/>
          </p:cNvSpPr>
          <p:nvPr>
            <p:ph type="title"/>
          </p:nvPr>
        </p:nvSpPr>
        <p:spPr>
          <a:xfrm>
            <a:off x="835025" y="-624"/>
            <a:ext cx="10515600" cy="1325563"/>
          </a:xfrm>
        </p:spPr>
        <p:txBody>
          <a:bodyPr/>
          <a:lstStyle/>
          <a:p>
            <a:r>
              <a:rPr lang="en-US" dirty="0"/>
              <a:t>What do you need to run LAHARZ?</a:t>
            </a:r>
          </a:p>
        </p:txBody>
      </p:sp>
    </p:spTree>
    <p:extLst>
      <p:ext uri="{BB962C8B-B14F-4D97-AF65-F5344CB8AC3E}">
        <p14:creationId xmlns:p14="http://schemas.microsoft.com/office/powerpoint/2010/main" val="5216092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14B2014-433A-0F7E-26DA-18CDE1A26E56}"/>
              </a:ext>
            </a:extLst>
          </p:cNvPr>
          <p:cNvPicPr>
            <a:picLocks noChangeAspect="1"/>
          </p:cNvPicPr>
          <p:nvPr/>
        </p:nvPicPr>
        <p:blipFill rotWithShape="1">
          <a:blip r:embed="rId2"/>
          <a:srcRect r="15021"/>
          <a:stretch/>
        </p:blipFill>
        <p:spPr>
          <a:xfrm>
            <a:off x="5867400" y="1269944"/>
            <a:ext cx="5717455" cy="3683645"/>
          </a:xfrm>
          <a:prstGeom prst="rect">
            <a:avLst/>
          </a:prstGeom>
        </p:spPr>
      </p:pic>
      <p:sp>
        <p:nvSpPr>
          <p:cNvPr id="3" name="Content Placeholder 2"/>
          <p:cNvSpPr>
            <a:spLocks noGrp="1"/>
          </p:cNvSpPr>
          <p:nvPr>
            <p:ph idx="1"/>
          </p:nvPr>
        </p:nvSpPr>
        <p:spPr>
          <a:xfrm>
            <a:off x="835025" y="1411814"/>
            <a:ext cx="5641975" cy="4572000"/>
          </a:xfrm>
        </p:spPr>
        <p:txBody>
          <a:bodyPr/>
          <a:lstStyle/>
          <a:p>
            <a:r>
              <a:rPr lang="en-US" dirty="0"/>
              <a:t>VICTOR platform (using QGIS and python-version of LAHARZ by Keith Blair)</a:t>
            </a:r>
          </a:p>
          <a:p>
            <a:r>
              <a:rPr lang="en-US" dirty="0">
                <a:hlinkClick r:id="rId3"/>
              </a:rPr>
              <a:t>https://victor.2i2c.cloud/</a:t>
            </a:r>
            <a:endParaRPr lang="en-US" dirty="0"/>
          </a:p>
          <a:p>
            <a:r>
              <a:rPr lang="en-US" sz="2800" dirty="0">
                <a:latin typeface="Calibri" panose="020F0502020204030204" pitchFamily="34" charset="0"/>
                <a:cs typeface="Calibri" panose="020F0502020204030204" pitchFamily="34" charset="0"/>
              </a:rPr>
              <a:t>Nice because you don’t have to worry about installing python dependencies, so we’ll use it for class</a:t>
            </a:r>
          </a:p>
          <a:p>
            <a:endParaRPr lang="en-US" dirty="0"/>
          </a:p>
        </p:txBody>
      </p:sp>
      <p:sp>
        <p:nvSpPr>
          <p:cNvPr id="4" name="Rectangle 3"/>
          <p:cNvSpPr/>
          <p:nvPr/>
        </p:nvSpPr>
        <p:spPr>
          <a:xfrm>
            <a:off x="2037503" y="3429000"/>
            <a:ext cx="8110645" cy="923330"/>
          </a:xfrm>
          <a:prstGeom prst="rect">
            <a:avLst/>
          </a:prstGeom>
        </p:spPr>
        <p:txBody>
          <a:bodyPr wrap="square">
            <a:spAutoFit/>
          </a:bodyPr>
          <a:lstStyle/>
          <a:p>
            <a:pPr eaLnBrk="1" hangingPunct="1"/>
            <a:endParaRPr lang="en-US" altLang="en-US" dirty="0"/>
          </a:p>
          <a:p>
            <a:pPr algn="just" eaLnBrk="1" hangingPunct="1"/>
            <a:endParaRPr lang="en-US" altLang="en-US" dirty="0"/>
          </a:p>
          <a:p>
            <a:pPr algn="just" eaLnBrk="1" hangingPunct="1"/>
            <a:endParaRPr lang="en-US" altLang="en-US" dirty="0"/>
          </a:p>
        </p:txBody>
      </p:sp>
      <p:grpSp>
        <p:nvGrpSpPr>
          <p:cNvPr id="5" name="Group 4">
            <a:extLst>
              <a:ext uri="{FF2B5EF4-FFF2-40B4-BE49-F238E27FC236}">
                <a16:creationId xmlns:a16="http://schemas.microsoft.com/office/drawing/2014/main" id="{325B7F14-66F5-4AA6-15C7-07A519A4066A}"/>
              </a:ext>
            </a:extLst>
          </p:cNvPr>
          <p:cNvGrpSpPr/>
          <p:nvPr/>
        </p:nvGrpSpPr>
        <p:grpSpPr>
          <a:xfrm>
            <a:off x="0" y="6362366"/>
            <a:ext cx="12301844" cy="640080"/>
            <a:chOff x="0" y="6361501"/>
            <a:chExt cx="12301844" cy="640080"/>
          </a:xfrm>
        </p:grpSpPr>
        <p:sp>
          <p:nvSpPr>
            <p:cNvPr id="8" name="Rectangle 7">
              <a:extLst>
                <a:ext uri="{FF2B5EF4-FFF2-40B4-BE49-F238E27FC236}">
                  <a16:creationId xmlns:a16="http://schemas.microsoft.com/office/drawing/2014/main" id="{18251C99-72F0-40E5-F767-620815C7907B}"/>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9" name="Group 8">
              <a:extLst>
                <a:ext uri="{FF2B5EF4-FFF2-40B4-BE49-F238E27FC236}">
                  <a16:creationId xmlns:a16="http://schemas.microsoft.com/office/drawing/2014/main" id="{5F579022-6FE1-7BC6-4BF8-8AB3C37D1813}"/>
                </a:ext>
              </a:extLst>
            </p:cNvPr>
            <p:cNvGrpSpPr/>
            <p:nvPr/>
          </p:nvGrpSpPr>
          <p:grpSpPr>
            <a:xfrm>
              <a:off x="2" y="6361501"/>
              <a:ext cx="12301842" cy="640080"/>
              <a:chOff x="2" y="6361501"/>
              <a:chExt cx="12301842" cy="640080"/>
            </a:xfrm>
          </p:grpSpPr>
          <p:pic>
            <p:nvPicPr>
              <p:cNvPr id="10" name="Picture 9" descr="USGS.png">
                <a:extLst>
                  <a:ext uri="{FF2B5EF4-FFF2-40B4-BE49-F238E27FC236}">
                    <a16:creationId xmlns:a16="http://schemas.microsoft.com/office/drawing/2014/main" id="{77399579-AC17-B801-A37A-137467167E0B}"/>
                  </a:ext>
                </a:extLst>
              </p:cNvPr>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11" name="Picture 10" descr="Horizontal_CMYK_600.tif">
                <a:extLst>
                  <a:ext uri="{FF2B5EF4-FFF2-40B4-BE49-F238E27FC236}">
                    <a16:creationId xmlns:a16="http://schemas.microsoft.com/office/drawing/2014/main" id="{C57DAE97-9905-FE3A-A030-5ACA101B03D3}"/>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12" name="Picture 11">
                <a:extLst>
                  <a:ext uri="{FF2B5EF4-FFF2-40B4-BE49-F238E27FC236}">
                    <a16:creationId xmlns:a16="http://schemas.microsoft.com/office/drawing/2014/main" id="{A0884AFF-6408-D6AD-A5D1-C11A280BACD9}"/>
                  </a:ext>
                </a:extLst>
              </p:cNvPr>
              <p:cNvPicPr>
                <a:picLocks noChangeAspect="1"/>
              </p:cNvPicPr>
              <p:nvPr/>
            </p:nvPicPr>
            <p:blipFill rotWithShape="1">
              <a:blip r:embed="rId6"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
        <p:nvSpPr>
          <p:cNvPr id="15" name="Title 1">
            <a:extLst>
              <a:ext uri="{FF2B5EF4-FFF2-40B4-BE49-F238E27FC236}">
                <a16:creationId xmlns:a16="http://schemas.microsoft.com/office/drawing/2014/main" id="{EACE6132-4C99-BAE0-40BB-15FA16786696}"/>
              </a:ext>
            </a:extLst>
          </p:cNvPr>
          <p:cNvSpPr>
            <a:spLocks noGrp="1"/>
          </p:cNvSpPr>
          <p:nvPr>
            <p:ph type="title"/>
          </p:nvPr>
        </p:nvSpPr>
        <p:spPr>
          <a:xfrm>
            <a:off x="835025" y="-624"/>
            <a:ext cx="10515600" cy="1325563"/>
          </a:xfrm>
        </p:spPr>
        <p:txBody>
          <a:bodyPr/>
          <a:lstStyle/>
          <a:p>
            <a:r>
              <a:rPr lang="en-US" dirty="0"/>
              <a:t>What do you need to run LAHARZ?</a:t>
            </a:r>
          </a:p>
        </p:txBody>
      </p:sp>
    </p:spTree>
    <p:extLst>
      <p:ext uri="{BB962C8B-B14F-4D97-AF65-F5344CB8AC3E}">
        <p14:creationId xmlns:p14="http://schemas.microsoft.com/office/powerpoint/2010/main" val="36692964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527048"/>
            <a:ext cx="6553200" cy="4572000"/>
          </a:xfrm>
        </p:spPr>
        <p:txBody>
          <a:bodyPr/>
          <a:lstStyle/>
          <a:p>
            <a:r>
              <a:rPr lang="en-US" dirty="0"/>
              <a:t>A Digital Elevation Model (DEM) that has an adequate extent (includes the volcano and drainages) and that accurately represents the hydrology</a:t>
            </a:r>
          </a:p>
          <a:p>
            <a:endParaRPr lang="en-US" dirty="0"/>
          </a:p>
        </p:txBody>
      </p:sp>
      <p:pic>
        <p:nvPicPr>
          <p:cNvPr id="5" name="Picture 4"/>
          <p:cNvPicPr>
            <a:picLocks noChangeAspect="1"/>
          </p:cNvPicPr>
          <p:nvPr/>
        </p:nvPicPr>
        <p:blipFill>
          <a:blip r:embed="rId2"/>
          <a:stretch>
            <a:fillRect/>
          </a:stretch>
        </p:blipFill>
        <p:spPr>
          <a:xfrm>
            <a:off x="7924800" y="1539882"/>
            <a:ext cx="3185852" cy="4509476"/>
          </a:xfrm>
          <a:prstGeom prst="rect">
            <a:avLst/>
          </a:prstGeom>
        </p:spPr>
      </p:pic>
      <p:grpSp>
        <p:nvGrpSpPr>
          <p:cNvPr id="4" name="Group 3">
            <a:extLst>
              <a:ext uri="{FF2B5EF4-FFF2-40B4-BE49-F238E27FC236}">
                <a16:creationId xmlns:a16="http://schemas.microsoft.com/office/drawing/2014/main" id="{2BC295AF-8C38-0116-2760-AC274EEE6722}"/>
              </a:ext>
            </a:extLst>
          </p:cNvPr>
          <p:cNvGrpSpPr/>
          <p:nvPr/>
        </p:nvGrpSpPr>
        <p:grpSpPr>
          <a:xfrm>
            <a:off x="0" y="6362366"/>
            <a:ext cx="12301844" cy="640080"/>
            <a:chOff x="0" y="6361501"/>
            <a:chExt cx="12301844" cy="640080"/>
          </a:xfrm>
        </p:grpSpPr>
        <p:sp>
          <p:nvSpPr>
            <p:cNvPr id="6" name="Rectangle 5">
              <a:extLst>
                <a:ext uri="{FF2B5EF4-FFF2-40B4-BE49-F238E27FC236}">
                  <a16:creationId xmlns:a16="http://schemas.microsoft.com/office/drawing/2014/main" id="{73657B8E-6F64-A577-C0D2-7898F2E1E1C2}"/>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7" name="Group 6">
              <a:extLst>
                <a:ext uri="{FF2B5EF4-FFF2-40B4-BE49-F238E27FC236}">
                  <a16:creationId xmlns:a16="http://schemas.microsoft.com/office/drawing/2014/main" id="{5C765101-2D53-C3CB-FE15-EE02EACE2CF8}"/>
                </a:ext>
              </a:extLst>
            </p:cNvPr>
            <p:cNvGrpSpPr/>
            <p:nvPr/>
          </p:nvGrpSpPr>
          <p:grpSpPr>
            <a:xfrm>
              <a:off x="2" y="6361501"/>
              <a:ext cx="12301842" cy="640080"/>
              <a:chOff x="2" y="6361501"/>
              <a:chExt cx="12301842" cy="640080"/>
            </a:xfrm>
          </p:grpSpPr>
          <p:pic>
            <p:nvPicPr>
              <p:cNvPr id="8" name="Picture 7" descr="USGS.png">
                <a:extLst>
                  <a:ext uri="{FF2B5EF4-FFF2-40B4-BE49-F238E27FC236}">
                    <a16:creationId xmlns:a16="http://schemas.microsoft.com/office/drawing/2014/main" id="{513F031B-63EC-A38B-E7AF-4804D3714558}"/>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9" name="Picture 8" descr="Horizontal_CMYK_600.tif">
                <a:extLst>
                  <a:ext uri="{FF2B5EF4-FFF2-40B4-BE49-F238E27FC236}">
                    <a16:creationId xmlns:a16="http://schemas.microsoft.com/office/drawing/2014/main" id="{66F6F552-2A10-50E1-C326-9C663903DF8E}"/>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10" name="Picture 9">
                <a:extLst>
                  <a:ext uri="{FF2B5EF4-FFF2-40B4-BE49-F238E27FC236}">
                    <a16:creationId xmlns:a16="http://schemas.microsoft.com/office/drawing/2014/main" id="{35686946-5AC9-E21B-A4F8-6DD92E729E36}"/>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
        <p:nvSpPr>
          <p:cNvPr id="15" name="Title 1">
            <a:extLst>
              <a:ext uri="{FF2B5EF4-FFF2-40B4-BE49-F238E27FC236}">
                <a16:creationId xmlns:a16="http://schemas.microsoft.com/office/drawing/2014/main" id="{F7CFA1FC-0A11-02A0-5B4F-50490E726ED8}"/>
              </a:ext>
            </a:extLst>
          </p:cNvPr>
          <p:cNvSpPr>
            <a:spLocks noGrp="1"/>
          </p:cNvSpPr>
          <p:nvPr>
            <p:ph type="title"/>
          </p:nvPr>
        </p:nvSpPr>
        <p:spPr>
          <a:xfrm>
            <a:off x="835025" y="-624"/>
            <a:ext cx="10515600" cy="1325563"/>
          </a:xfrm>
        </p:spPr>
        <p:txBody>
          <a:bodyPr/>
          <a:lstStyle/>
          <a:p>
            <a:r>
              <a:rPr lang="en-US" dirty="0"/>
              <a:t>What do you need to run LAHARZ?</a:t>
            </a:r>
          </a:p>
        </p:txBody>
      </p:sp>
    </p:spTree>
    <p:extLst>
      <p:ext uri="{BB962C8B-B14F-4D97-AF65-F5344CB8AC3E}">
        <p14:creationId xmlns:p14="http://schemas.microsoft.com/office/powerpoint/2010/main" val="30821892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4"/>
          <p:cNvSpPr txBox="1">
            <a:spLocks noChangeArrowheads="1"/>
          </p:cNvSpPr>
          <p:nvPr/>
        </p:nvSpPr>
        <p:spPr bwMode="auto">
          <a:xfrm>
            <a:off x="43943" y="3413143"/>
            <a:ext cx="3879850" cy="309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b="1" dirty="0"/>
              <a:t>SRTM</a:t>
            </a:r>
          </a:p>
          <a:p>
            <a:pPr eaLnBrk="1" hangingPunct="1">
              <a:lnSpc>
                <a:spcPct val="120000"/>
              </a:lnSpc>
            </a:pPr>
            <a:r>
              <a:rPr lang="en-US" altLang="en-US" dirty="0"/>
              <a:t>Shuttle Radar Topography Mission</a:t>
            </a:r>
          </a:p>
          <a:p>
            <a:pPr eaLnBrk="1" hangingPunct="1">
              <a:lnSpc>
                <a:spcPct val="120000"/>
              </a:lnSpc>
            </a:pPr>
            <a:r>
              <a:rPr lang="en-US" altLang="en-US" dirty="0"/>
              <a:t>Survey for 11 days in February 2000</a:t>
            </a:r>
          </a:p>
          <a:p>
            <a:pPr eaLnBrk="1" hangingPunct="1">
              <a:lnSpc>
                <a:spcPct val="120000"/>
              </a:lnSpc>
            </a:pPr>
            <a:r>
              <a:rPr lang="en-US" altLang="en-US" dirty="0"/>
              <a:t>Radar “sees” through clouds</a:t>
            </a:r>
          </a:p>
          <a:p>
            <a:pPr eaLnBrk="1" hangingPunct="1">
              <a:lnSpc>
                <a:spcPct val="120000"/>
              </a:lnSpc>
            </a:pPr>
            <a:r>
              <a:rPr lang="en-US" altLang="en-US" dirty="0"/>
              <a:t>Data gaps: coastlines, mountains</a:t>
            </a:r>
          </a:p>
          <a:p>
            <a:pPr eaLnBrk="1" hangingPunct="1">
              <a:lnSpc>
                <a:spcPct val="120000"/>
              </a:lnSpc>
            </a:pPr>
            <a:r>
              <a:rPr lang="en-US" altLang="en-US" dirty="0"/>
              <a:t>60</a:t>
            </a:r>
            <a:r>
              <a:rPr lang="en-US" altLang="en-US" b="1" dirty="0">
                <a:cs typeface="Arial" panose="020B0604020202020204" pitchFamily="34" charset="0"/>
              </a:rPr>
              <a:t>°</a:t>
            </a:r>
            <a:r>
              <a:rPr lang="en-US" altLang="en-US" dirty="0"/>
              <a:t> N to 56</a:t>
            </a:r>
            <a:r>
              <a:rPr lang="en-US" altLang="en-US" b="1" dirty="0"/>
              <a:t>°</a:t>
            </a:r>
            <a:r>
              <a:rPr lang="en-US" altLang="en-US" dirty="0"/>
              <a:t> S</a:t>
            </a:r>
          </a:p>
          <a:p>
            <a:pPr eaLnBrk="1" hangingPunct="1">
              <a:lnSpc>
                <a:spcPct val="120000"/>
              </a:lnSpc>
            </a:pPr>
            <a:r>
              <a:rPr lang="en-US" altLang="en-US" dirty="0"/>
              <a:t>90-meter global dataset</a:t>
            </a:r>
          </a:p>
          <a:p>
            <a:pPr eaLnBrk="1" hangingPunct="1">
              <a:lnSpc>
                <a:spcPct val="120000"/>
              </a:lnSpc>
            </a:pPr>
            <a:r>
              <a:rPr lang="en-US" altLang="en-US" dirty="0"/>
              <a:t>Vertical error several meters</a:t>
            </a:r>
          </a:p>
          <a:p>
            <a:pPr eaLnBrk="1" hangingPunct="1">
              <a:lnSpc>
                <a:spcPct val="120000"/>
              </a:lnSpc>
            </a:pPr>
            <a:endParaRPr lang="en-US" altLang="en-US" dirty="0"/>
          </a:p>
        </p:txBody>
      </p:sp>
      <p:pic>
        <p:nvPicPr>
          <p:cNvPr id="41987" name="Picture 6" descr="srt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9" y="-30145"/>
            <a:ext cx="3325813" cy="3443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8" name="Text Box 7"/>
          <p:cNvSpPr txBox="1">
            <a:spLocks noChangeArrowheads="1"/>
          </p:cNvSpPr>
          <p:nvPr/>
        </p:nvSpPr>
        <p:spPr bwMode="auto">
          <a:xfrm>
            <a:off x="4200018" y="3284556"/>
            <a:ext cx="4641850" cy="3355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b="1" dirty="0"/>
              <a:t>ASTER</a:t>
            </a:r>
          </a:p>
          <a:p>
            <a:pPr eaLnBrk="1" hangingPunct="1">
              <a:lnSpc>
                <a:spcPct val="120000"/>
              </a:lnSpc>
            </a:pPr>
            <a:r>
              <a:rPr lang="en-US" altLang="en-US" sz="1600" dirty="0"/>
              <a:t>Advanced </a:t>
            </a:r>
            <a:r>
              <a:rPr lang="en-US" altLang="en-US" sz="1600" dirty="0" err="1"/>
              <a:t>Spaceborne</a:t>
            </a:r>
            <a:r>
              <a:rPr lang="en-US" altLang="en-US" sz="1600" dirty="0"/>
              <a:t> Thermal Emission </a:t>
            </a:r>
          </a:p>
          <a:p>
            <a:pPr eaLnBrk="1" hangingPunct="1">
              <a:lnSpc>
                <a:spcPct val="120000"/>
              </a:lnSpc>
            </a:pPr>
            <a:r>
              <a:rPr lang="en-US" altLang="en-US" sz="1600" dirty="0"/>
              <a:t> and Reflection Radiometer (imagery instrument)</a:t>
            </a:r>
          </a:p>
          <a:p>
            <a:pPr eaLnBrk="1" hangingPunct="1">
              <a:lnSpc>
                <a:spcPct val="120000"/>
              </a:lnSpc>
            </a:pPr>
            <a:r>
              <a:rPr lang="en-US" altLang="en-US" dirty="0"/>
              <a:t>1.3 million images 1999-2009</a:t>
            </a:r>
          </a:p>
          <a:p>
            <a:pPr eaLnBrk="1" hangingPunct="1">
              <a:lnSpc>
                <a:spcPct val="120000"/>
              </a:lnSpc>
            </a:pPr>
            <a:r>
              <a:rPr lang="en-US" altLang="en-US" dirty="0"/>
              <a:t>Data gaps: persistent clouds</a:t>
            </a:r>
          </a:p>
          <a:p>
            <a:pPr eaLnBrk="1" hangingPunct="1">
              <a:lnSpc>
                <a:spcPct val="120000"/>
              </a:lnSpc>
            </a:pPr>
            <a:r>
              <a:rPr lang="en-US" altLang="en-US" dirty="0">
                <a:cs typeface="Arial" panose="020B0604020202020204" pitchFamily="34" charset="0"/>
              </a:rPr>
              <a:t>83</a:t>
            </a:r>
            <a:r>
              <a:rPr lang="en-US" altLang="en-US" b="1" dirty="0">
                <a:cs typeface="Arial" panose="020B0604020202020204" pitchFamily="34" charset="0"/>
              </a:rPr>
              <a:t>°</a:t>
            </a:r>
            <a:r>
              <a:rPr lang="en-US" altLang="en-US" dirty="0"/>
              <a:t> N to 83</a:t>
            </a:r>
            <a:r>
              <a:rPr lang="en-US" altLang="en-US" b="1" dirty="0"/>
              <a:t>°</a:t>
            </a:r>
            <a:r>
              <a:rPr lang="en-US" altLang="en-US" dirty="0"/>
              <a:t> S</a:t>
            </a:r>
          </a:p>
          <a:p>
            <a:pPr eaLnBrk="1" hangingPunct="1">
              <a:lnSpc>
                <a:spcPct val="120000"/>
              </a:lnSpc>
            </a:pPr>
            <a:r>
              <a:rPr lang="en-US" altLang="en-US" dirty="0"/>
              <a:t>30-meter global dataset</a:t>
            </a:r>
          </a:p>
          <a:p>
            <a:pPr eaLnBrk="1" hangingPunct="1">
              <a:lnSpc>
                <a:spcPct val="120000"/>
              </a:lnSpc>
            </a:pPr>
            <a:r>
              <a:rPr lang="en-US" altLang="en-US" dirty="0"/>
              <a:t>Vertical error (20m) &amp; </a:t>
            </a:r>
            <a:r>
              <a:rPr lang="en-US" altLang="en-US" u="sng" dirty="0"/>
              <a:t>greater</a:t>
            </a:r>
            <a:r>
              <a:rPr lang="en-US" altLang="en-US" dirty="0"/>
              <a:t> due to limited </a:t>
            </a:r>
          </a:p>
          <a:p>
            <a:pPr eaLnBrk="1" hangingPunct="1">
              <a:lnSpc>
                <a:spcPct val="120000"/>
              </a:lnSpc>
            </a:pPr>
            <a:r>
              <a:rPr lang="en-US" altLang="en-US" dirty="0"/>
              <a:t> ground control, especially mountains</a:t>
            </a:r>
          </a:p>
          <a:p>
            <a:pPr eaLnBrk="1" hangingPunct="1">
              <a:lnSpc>
                <a:spcPct val="120000"/>
              </a:lnSpc>
            </a:pPr>
            <a:endParaRPr lang="en-US" altLang="en-US" dirty="0"/>
          </a:p>
        </p:txBody>
      </p:sp>
      <p:pic>
        <p:nvPicPr>
          <p:cNvPr id="41989" name="Picture 9" descr="AS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28451" y="-30145"/>
            <a:ext cx="4171950" cy="340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1">
            <a:extLst>
              <a:ext uri="{FF2B5EF4-FFF2-40B4-BE49-F238E27FC236}">
                <a16:creationId xmlns:a16="http://schemas.microsoft.com/office/drawing/2014/main" id="{FB6F5FBE-C216-4884-B1CB-C0F9CC5AA69C}"/>
              </a:ext>
            </a:extLst>
          </p:cNvPr>
          <p:cNvGrpSpPr/>
          <p:nvPr/>
        </p:nvGrpSpPr>
        <p:grpSpPr>
          <a:xfrm>
            <a:off x="0" y="6362366"/>
            <a:ext cx="12301844" cy="640080"/>
            <a:chOff x="0" y="6361501"/>
            <a:chExt cx="12301844" cy="640080"/>
          </a:xfrm>
        </p:grpSpPr>
        <p:sp>
          <p:nvSpPr>
            <p:cNvPr id="3" name="Rectangle 2">
              <a:extLst>
                <a:ext uri="{FF2B5EF4-FFF2-40B4-BE49-F238E27FC236}">
                  <a16:creationId xmlns:a16="http://schemas.microsoft.com/office/drawing/2014/main" id="{A889F2EC-CC53-ACED-816D-A0039C5C0CD0}"/>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4" name="Group 3">
              <a:extLst>
                <a:ext uri="{FF2B5EF4-FFF2-40B4-BE49-F238E27FC236}">
                  <a16:creationId xmlns:a16="http://schemas.microsoft.com/office/drawing/2014/main" id="{8EA61A62-F361-D373-73D1-C589AE4CBCA2}"/>
                </a:ext>
              </a:extLst>
            </p:cNvPr>
            <p:cNvGrpSpPr/>
            <p:nvPr/>
          </p:nvGrpSpPr>
          <p:grpSpPr>
            <a:xfrm>
              <a:off x="2" y="6361501"/>
              <a:ext cx="12301842" cy="640080"/>
              <a:chOff x="2" y="6361501"/>
              <a:chExt cx="12301842" cy="640080"/>
            </a:xfrm>
          </p:grpSpPr>
          <p:pic>
            <p:nvPicPr>
              <p:cNvPr id="5" name="Picture 4" descr="USGS.png">
                <a:extLst>
                  <a:ext uri="{FF2B5EF4-FFF2-40B4-BE49-F238E27FC236}">
                    <a16:creationId xmlns:a16="http://schemas.microsoft.com/office/drawing/2014/main" id="{AE8E4320-D93C-E7D5-A9B1-FD66B55A57BC}"/>
                  </a:ext>
                </a:extLst>
              </p:cNvPr>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6" name="Picture 5" descr="Horizontal_CMYK_600.tif">
                <a:extLst>
                  <a:ext uri="{FF2B5EF4-FFF2-40B4-BE49-F238E27FC236}">
                    <a16:creationId xmlns:a16="http://schemas.microsoft.com/office/drawing/2014/main" id="{91214DB0-4DEB-7FB4-F4D8-6981A31C3C6B}"/>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7" name="Picture 6">
                <a:extLst>
                  <a:ext uri="{FF2B5EF4-FFF2-40B4-BE49-F238E27FC236}">
                    <a16:creationId xmlns:a16="http://schemas.microsoft.com/office/drawing/2014/main" id="{12727B91-1223-6D1B-E9E2-578AA2B7D6A2}"/>
                  </a:ext>
                </a:extLst>
              </p:cNvPr>
              <p:cNvPicPr>
                <a:picLocks noChangeAspect="1"/>
              </p:cNvPicPr>
              <p:nvPr/>
            </p:nvPicPr>
            <p:blipFill rotWithShape="1">
              <a:blip r:embed="rId6"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pic>
        <p:nvPicPr>
          <p:cNvPr id="8" name="Google Shape;86;p16">
            <a:extLst>
              <a:ext uri="{FF2B5EF4-FFF2-40B4-BE49-F238E27FC236}">
                <a16:creationId xmlns:a16="http://schemas.microsoft.com/office/drawing/2014/main" id="{23DF0EF7-7E24-9E9D-B3C3-9CD6811D2629}"/>
              </a:ext>
            </a:extLst>
          </p:cNvPr>
          <p:cNvPicPr preferRelativeResize="0"/>
          <p:nvPr/>
        </p:nvPicPr>
        <p:blipFill>
          <a:blip r:embed="rId7">
            <a:alphaModFix/>
          </a:blip>
          <a:stretch>
            <a:fillRect/>
          </a:stretch>
        </p:blipFill>
        <p:spPr>
          <a:xfrm>
            <a:off x="2286000" y="792248"/>
            <a:ext cx="7168055" cy="1948518"/>
          </a:xfrm>
          <a:prstGeom prst="rect">
            <a:avLst/>
          </a:prstGeom>
          <a:noFill/>
          <a:ln>
            <a:noFill/>
          </a:ln>
        </p:spPr>
      </p:pic>
    </p:spTree>
    <p:extLst>
      <p:ext uri="{BB962C8B-B14F-4D97-AF65-F5344CB8AC3E}">
        <p14:creationId xmlns:p14="http://schemas.microsoft.com/office/powerpoint/2010/main" val="32970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799" y="1447800"/>
            <a:ext cx="6172201" cy="5562600"/>
          </a:xfrm>
        </p:spPr>
        <p:txBody>
          <a:bodyPr>
            <a:normAutofit/>
          </a:bodyPr>
          <a:lstStyle/>
          <a:p>
            <a:r>
              <a:rPr lang="en-US" sz="2000" dirty="0"/>
              <a:t>A stream network</a:t>
            </a:r>
          </a:p>
          <a:p>
            <a:r>
              <a:rPr lang="en-US" sz="2000" dirty="0"/>
              <a:t>“Create surface hydrology </a:t>
            </a:r>
            <a:r>
              <a:rPr lang="en-US" sz="2000" dirty="0" err="1"/>
              <a:t>rasters</a:t>
            </a:r>
            <a:r>
              <a:rPr lang="en-US" sz="2000" dirty="0"/>
              <a:t>” and “Generate Stream Network” tools in ArcGIS LAHARZ, the “</a:t>
            </a:r>
            <a:r>
              <a:rPr lang="en-US" sz="2000" dirty="0" err="1"/>
              <a:t>r.stream.extract</a:t>
            </a:r>
            <a:r>
              <a:rPr lang="en-US" sz="2000" dirty="0"/>
              <a:t>” in QGIS, or the newest version of the standalone Python LAHARZ</a:t>
            </a:r>
          </a:p>
          <a:p>
            <a:r>
              <a:rPr lang="en-US" sz="2000" dirty="0"/>
              <a:t>Generates stream network using the DEM, and a user defined stream threshold </a:t>
            </a:r>
          </a:p>
          <a:p>
            <a:r>
              <a:rPr lang="en-US" sz="2000" dirty="0"/>
              <a:t>This is the number of upstream cells that have to flow into a cell to consider it a stream cell. A smaller number here will make a stream network with more branches and longer streams. </a:t>
            </a:r>
          </a:p>
          <a:p>
            <a:r>
              <a:rPr lang="en-US" sz="2000" dirty="0"/>
              <a:t>The network should generally match published maps, but should represent the *current* stream network</a:t>
            </a:r>
          </a:p>
          <a:p>
            <a:endParaRPr lang="en-US" sz="2000" dirty="0"/>
          </a:p>
          <a:p>
            <a:endParaRPr lang="en-US" sz="2000" dirty="0"/>
          </a:p>
        </p:txBody>
      </p:sp>
      <p:pic>
        <p:nvPicPr>
          <p:cNvPr id="10" name="Picture 3"/>
          <p:cNvPicPr>
            <a:picLocks noChangeAspect="1" noChangeArrowheads="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r="51080" b="65116"/>
          <a:stretch/>
        </p:blipFill>
        <p:spPr bwMode="auto">
          <a:xfrm>
            <a:off x="6400800" y="914400"/>
            <a:ext cx="5513595"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Group 3">
            <a:extLst>
              <a:ext uri="{FF2B5EF4-FFF2-40B4-BE49-F238E27FC236}">
                <a16:creationId xmlns:a16="http://schemas.microsoft.com/office/drawing/2014/main" id="{9347FA8E-9D11-D6C6-FB8F-0E9D8308D08C}"/>
              </a:ext>
            </a:extLst>
          </p:cNvPr>
          <p:cNvGrpSpPr/>
          <p:nvPr/>
        </p:nvGrpSpPr>
        <p:grpSpPr>
          <a:xfrm>
            <a:off x="0" y="6362366"/>
            <a:ext cx="12301844" cy="640080"/>
            <a:chOff x="0" y="6361501"/>
            <a:chExt cx="12301844" cy="640080"/>
          </a:xfrm>
        </p:grpSpPr>
        <p:sp>
          <p:nvSpPr>
            <p:cNvPr id="5" name="Rectangle 4">
              <a:extLst>
                <a:ext uri="{FF2B5EF4-FFF2-40B4-BE49-F238E27FC236}">
                  <a16:creationId xmlns:a16="http://schemas.microsoft.com/office/drawing/2014/main" id="{BDDF1D74-B671-C2DD-50EF-E81DC4BFAB3B}"/>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6" name="Group 5">
              <a:extLst>
                <a:ext uri="{FF2B5EF4-FFF2-40B4-BE49-F238E27FC236}">
                  <a16:creationId xmlns:a16="http://schemas.microsoft.com/office/drawing/2014/main" id="{E57FFE9B-A4D5-4FA2-1B9B-45667163A004}"/>
                </a:ext>
              </a:extLst>
            </p:cNvPr>
            <p:cNvGrpSpPr/>
            <p:nvPr/>
          </p:nvGrpSpPr>
          <p:grpSpPr>
            <a:xfrm>
              <a:off x="2" y="6361501"/>
              <a:ext cx="12301842" cy="640080"/>
              <a:chOff x="2" y="6361501"/>
              <a:chExt cx="12301842" cy="640080"/>
            </a:xfrm>
          </p:grpSpPr>
          <p:pic>
            <p:nvPicPr>
              <p:cNvPr id="7" name="Picture 6" descr="USGS.png">
                <a:extLst>
                  <a:ext uri="{FF2B5EF4-FFF2-40B4-BE49-F238E27FC236}">
                    <a16:creationId xmlns:a16="http://schemas.microsoft.com/office/drawing/2014/main" id="{17E45C21-5E85-3B0F-CE9C-8ED82E90EF4B}"/>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8" name="Picture 7" descr="Horizontal_CMYK_600.tif">
                <a:extLst>
                  <a:ext uri="{FF2B5EF4-FFF2-40B4-BE49-F238E27FC236}">
                    <a16:creationId xmlns:a16="http://schemas.microsoft.com/office/drawing/2014/main" id="{29372171-90F1-BD3B-8B94-32E1A356223B}"/>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9" name="Picture 8">
                <a:extLst>
                  <a:ext uri="{FF2B5EF4-FFF2-40B4-BE49-F238E27FC236}">
                    <a16:creationId xmlns:a16="http://schemas.microsoft.com/office/drawing/2014/main" id="{7C9E7222-E3A2-DD64-02CE-5BA17144EDF9}"/>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
        <p:nvSpPr>
          <p:cNvPr id="13" name="Title 1">
            <a:extLst>
              <a:ext uri="{FF2B5EF4-FFF2-40B4-BE49-F238E27FC236}">
                <a16:creationId xmlns:a16="http://schemas.microsoft.com/office/drawing/2014/main" id="{506EB479-E821-9A74-CD8B-928AF0DC74D2}"/>
              </a:ext>
            </a:extLst>
          </p:cNvPr>
          <p:cNvSpPr>
            <a:spLocks noGrp="1"/>
          </p:cNvSpPr>
          <p:nvPr>
            <p:ph type="title"/>
          </p:nvPr>
        </p:nvSpPr>
        <p:spPr>
          <a:xfrm>
            <a:off x="835025" y="-624"/>
            <a:ext cx="10515600" cy="1325563"/>
          </a:xfrm>
        </p:spPr>
        <p:txBody>
          <a:bodyPr/>
          <a:lstStyle/>
          <a:p>
            <a:r>
              <a:rPr lang="en-US" dirty="0"/>
              <a:t>What do you need to run LAHARZ?</a:t>
            </a:r>
          </a:p>
        </p:txBody>
      </p:sp>
    </p:spTree>
    <p:extLst>
      <p:ext uri="{BB962C8B-B14F-4D97-AF65-F5344CB8AC3E}">
        <p14:creationId xmlns:p14="http://schemas.microsoft.com/office/powerpoint/2010/main" val="16915379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8A0625-6D97-123E-0681-09DB142FAA01}"/>
              </a:ext>
            </a:extLst>
          </p:cNvPr>
          <p:cNvSpPr txBox="1"/>
          <p:nvPr/>
        </p:nvSpPr>
        <p:spPr>
          <a:xfrm>
            <a:off x="1768879" y="5791200"/>
            <a:ext cx="2332690" cy="369332"/>
          </a:xfrm>
          <a:prstGeom prst="rect">
            <a:avLst/>
          </a:prstGeom>
          <a:noFill/>
        </p:spPr>
        <p:txBody>
          <a:bodyPr wrap="none" rtlCol="0">
            <a:spAutoFit/>
          </a:bodyPr>
          <a:lstStyle/>
          <a:p>
            <a:r>
              <a:rPr lang="en-US" dirty="0"/>
              <a:t>Stream threshold = </a:t>
            </a:r>
            <a:r>
              <a:rPr lang="en-US" dirty="0">
                <a:solidFill>
                  <a:srgbClr val="0070C0"/>
                </a:solidFill>
              </a:rPr>
              <a:t>2</a:t>
            </a:r>
          </a:p>
        </p:txBody>
      </p:sp>
      <p:sp>
        <p:nvSpPr>
          <p:cNvPr id="3" name="TextBox 2">
            <a:extLst>
              <a:ext uri="{FF2B5EF4-FFF2-40B4-BE49-F238E27FC236}">
                <a16:creationId xmlns:a16="http://schemas.microsoft.com/office/drawing/2014/main" id="{8B489668-7521-C264-5D66-EF83D69244A5}"/>
              </a:ext>
            </a:extLst>
          </p:cNvPr>
          <p:cNvSpPr txBox="1"/>
          <p:nvPr/>
        </p:nvSpPr>
        <p:spPr>
          <a:xfrm>
            <a:off x="4565715" y="5791200"/>
            <a:ext cx="2332690" cy="369332"/>
          </a:xfrm>
          <a:prstGeom prst="rect">
            <a:avLst/>
          </a:prstGeom>
          <a:noFill/>
        </p:spPr>
        <p:txBody>
          <a:bodyPr wrap="none" rtlCol="0">
            <a:spAutoFit/>
          </a:bodyPr>
          <a:lstStyle/>
          <a:p>
            <a:r>
              <a:rPr lang="en-US" dirty="0"/>
              <a:t>Stream threshold = </a:t>
            </a:r>
            <a:r>
              <a:rPr lang="en-US" dirty="0">
                <a:solidFill>
                  <a:srgbClr val="FF0000"/>
                </a:solidFill>
              </a:rPr>
              <a:t>6</a:t>
            </a:r>
          </a:p>
        </p:txBody>
      </p:sp>
      <p:sp>
        <p:nvSpPr>
          <p:cNvPr id="4" name="TextBox 3">
            <a:extLst>
              <a:ext uri="{FF2B5EF4-FFF2-40B4-BE49-F238E27FC236}">
                <a16:creationId xmlns:a16="http://schemas.microsoft.com/office/drawing/2014/main" id="{53DADCD1-955D-AC0D-5915-D0B1C0A7DBFA}"/>
              </a:ext>
            </a:extLst>
          </p:cNvPr>
          <p:cNvSpPr txBox="1"/>
          <p:nvPr/>
        </p:nvSpPr>
        <p:spPr>
          <a:xfrm>
            <a:off x="7188708" y="3659089"/>
            <a:ext cx="3009900" cy="2308324"/>
          </a:xfrm>
          <a:prstGeom prst="rect">
            <a:avLst/>
          </a:prstGeom>
          <a:solidFill>
            <a:schemeClr val="bg1"/>
          </a:solidFill>
        </p:spPr>
        <p:txBody>
          <a:bodyPr wrap="square" rtlCol="0">
            <a:spAutoFit/>
          </a:bodyPr>
          <a:lstStyle/>
          <a:p>
            <a:r>
              <a:rPr lang="en-US" dirty="0">
                <a:solidFill>
                  <a:srgbClr val="0070C0"/>
                </a:solidFill>
              </a:rPr>
              <a:t>Lower stream threshold: longer stream network with more branches</a:t>
            </a:r>
          </a:p>
          <a:p>
            <a:endParaRPr lang="en-US" dirty="0">
              <a:solidFill>
                <a:srgbClr val="0070C0"/>
              </a:solidFill>
            </a:endParaRPr>
          </a:p>
          <a:p>
            <a:r>
              <a:rPr lang="en-US" dirty="0">
                <a:solidFill>
                  <a:srgbClr val="FF0000"/>
                </a:solidFill>
              </a:rPr>
              <a:t>Higher stream threshold: shorter stream network with fewer branches</a:t>
            </a:r>
          </a:p>
          <a:p>
            <a:endParaRPr lang="en-US" dirty="0"/>
          </a:p>
        </p:txBody>
      </p:sp>
      <p:graphicFrame>
        <p:nvGraphicFramePr>
          <p:cNvPr id="5" name="Table 4">
            <a:extLst>
              <a:ext uri="{FF2B5EF4-FFF2-40B4-BE49-F238E27FC236}">
                <a16:creationId xmlns:a16="http://schemas.microsoft.com/office/drawing/2014/main" id="{84517DB6-5BD5-6C5B-E92C-CD4E1F755100}"/>
              </a:ext>
            </a:extLst>
          </p:cNvPr>
          <p:cNvGraphicFramePr>
            <a:graphicFrameLocks noGrp="1"/>
          </p:cNvGraphicFramePr>
          <p:nvPr>
            <p:extLst>
              <p:ext uri="{D42A27DB-BD31-4B8C-83A1-F6EECF244321}">
                <p14:modId xmlns:p14="http://schemas.microsoft.com/office/powerpoint/2010/main" val="1882829915"/>
              </p:ext>
            </p:extLst>
          </p:nvPr>
        </p:nvGraphicFramePr>
        <p:xfrm>
          <a:off x="4495477" y="3505200"/>
          <a:ext cx="2286000" cy="2286000"/>
        </p:xfrm>
        <a:graphic>
          <a:graphicData uri="http://schemas.openxmlformats.org/drawingml/2006/table">
            <a:tbl>
              <a:tblPr firstRow="1" bandRow="1">
                <a:tableStyleId>{5C22544A-7EE6-4342-B048-85BDC9FD1C3A}</a:tableStyleId>
              </a:tblPr>
              <a:tblGrid>
                <a:gridCol w="381000">
                  <a:extLst>
                    <a:ext uri="{9D8B030D-6E8A-4147-A177-3AD203B41FA5}">
                      <a16:colId xmlns:a16="http://schemas.microsoft.com/office/drawing/2014/main" val="3730897983"/>
                    </a:ext>
                  </a:extLst>
                </a:gridCol>
                <a:gridCol w="381000">
                  <a:extLst>
                    <a:ext uri="{9D8B030D-6E8A-4147-A177-3AD203B41FA5}">
                      <a16:colId xmlns:a16="http://schemas.microsoft.com/office/drawing/2014/main" val="1764640111"/>
                    </a:ext>
                  </a:extLst>
                </a:gridCol>
                <a:gridCol w="381000">
                  <a:extLst>
                    <a:ext uri="{9D8B030D-6E8A-4147-A177-3AD203B41FA5}">
                      <a16:colId xmlns:a16="http://schemas.microsoft.com/office/drawing/2014/main" val="1539453782"/>
                    </a:ext>
                  </a:extLst>
                </a:gridCol>
                <a:gridCol w="381000">
                  <a:extLst>
                    <a:ext uri="{9D8B030D-6E8A-4147-A177-3AD203B41FA5}">
                      <a16:colId xmlns:a16="http://schemas.microsoft.com/office/drawing/2014/main" val="3750847044"/>
                    </a:ext>
                  </a:extLst>
                </a:gridCol>
                <a:gridCol w="381000">
                  <a:extLst>
                    <a:ext uri="{9D8B030D-6E8A-4147-A177-3AD203B41FA5}">
                      <a16:colId xmlns:a16="http://schemas.microsoft.com/office/drawing/2014/main" val="3582527342"/>
                    </a:ext>
                  </a:extLst>
                </a:gridCol>
                <a:gridCol w="381000">
                  <a:extLst>
                    <a:ext uri="{9D8B030D-6E8A-4147-A177-3AD203B41FA5}">
                      <a16:colId xmlns:a16="http://schemas.microsoft.com/office/drawing/2014/main" val="148253716"/>
                    </a:ext>
                  </a:extLst>
                </a:gridCol>
              </a:tblGrid>
              <a:tr h="381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0</a:t>
                      </a:r>
                    </a:p>
                  </a:txBody>
                  <a:tcPr anchor="ctr">
                    <a:lnB w="12700" cap="flat" cmpd="sng" algn="ctr">
                      <a:solidFill>
                        <a:schemeClr val="bg1"/>
                      </a:solidFill>
                      <a:prstDash val="solid"/>
                      <a:round/>
                      <a:headEnd type="none" w="med" len="med"/>
                      <a:tailEnd type="none" w="med" len="med"/>
                    </a:lnB>
                    <a:solidFill>
                      <a:srgbClr val="BCEAF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0</a:t>
                      </a:r>
                    </a:p>
                  </a:txBody>
                  <a:tcPr anchor="ctr">
                    <a:lnB w="12700" cap="flat" cmpd="sng" algn="ctr">
                      <a:solidFill>
                        <a:schemeClr val="bg1"/>
                      </a:solidFill>
                      <a:prstDash val="solid"/>
                      <a:round/>
                      <a:headEnd type="none" w="med" len="med"/>
                      <a:tailEnd type="none" w="med" len="med"/>
                    </a:lnB>
                    <a:solidFill>
                      <a:srgbClr val="BCEAF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0</a:t>
                      </a:r>
                    </a:p>
                  </a:txBody>
                  <a:tcPr anchor="ctr">
                    <a:lnB w="12700" cap="flat" cmpd="sng" algn="ctr">
                      <a:solidFill>
                        <a:schemeClr val="bg1"/>
                      </a:solidFill>
                      <a:prstDash val="solid"/>
                      <a:round/>
                      <a:headEnd type="none" w="med" len="med"/>
                      <a:tailEnd type="none" w="med" len="med"/>
                    </a:lnB>
                    <a:solidFill>
                      <a:srgbClr val="BCEAF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0</a:t>
                      </a:r>
                    </a:p>
                  </a:txBody>
                  <a:tcPr anchor="ctr">
                    <a:lnB w="12700" cap="flat" cmpd="sng" algn="ctr">
                      <a:solidFill>
                        <a:schemeClr val="bg1"/>
                      </a:solidFill>
                      <a:prstDash val="solid"/>
                      <a:round/>
                      <a:headEnd type="none" w="med" len="med"/>
                      <a:tailEnd type="none" w="med" len="med"/>
                    </a:lnB>
                    <a:solidFill>
                      <a:srgbClr val="BCEAF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0</a:t>
                      </a:r>
                    </a:p>
                  </a:txBody>
                  <a:tcPr anchor="ctr">
                    <a:lnB w="12700" cap="flat" cmpd="sng" algn="ctr">
                      <a:solidFill>
                        <a:schemeClr val="bg1"/>
                      </a:solidFill>
                      <a:prstDash val="solid"/>
                      <a:round/>
                      <a:headEnd type="none" w="med" len="med"/>
                      <a:tailEnd type="none" w="med" len="med"/>
                    </a:lnB>
                    <a:solidFill>
                      <a:srgbClr val="BCEAF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0</a:t>
                      </a:r>
                    </a:p>
                  </a:txBody>
                  <a:tcPr anchor="ctr">
                    <a:lnB w="12700" cap="flat" cmpd="sng" algn="ctr">
                      <a:solidFill>
                        <a:schemeClr val="bg1"/>
                      </a:solidFill>
                      <a:prstDash val="solid"/>
                      <a:round/>
                      <a:headEnd type="none" w="med" len="med"/>
                      <a:tailEnd type="none" w="med" len="med"/>
                    </a:lnB>
                    <a:solidFill>
                      <a:srgbClr val="BCEAFE"/>
                    </a:solidFill>
                  </a:tcPr>
                </a:tc>
                <a:extLst>
                  <a:ext uri="{0D108BD9-81ED-4DB2-BD59-A6C34878D82A}">
                    <a16:rowId xmlns:a16="http://schemas.microsoft.com/office/drawing/2014/main" val="1170224828"/>
                  </a:ext>
                </a:extLst>
              </a:tr>
              <a:tr h="381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0</a:t>
                      </a:r>
                    </a:p>
                  </a:txBody>
                  <a:tcPr anchor="ctr">
                    <a:lnT w="12700" cap="flat" cmpd="sng" algn="ctr">
                      <a:solidFill>
                        <a:schemeClr val="bg1"/>
                      </a:solidFill>
                      <a:prstDash val="solid"/>
                      <a:round/>
                      <a:headEnd type="none" w="med" len="med"/>
                      <a:tailEnd type="none" w="med" len="med"/>
                    </a:lnT>
                    <a:solidFill>
                      <a:srgbClr val="BCEAFE"/>
                    </a:solidFill>
                  </a:tcPr>
                </a:tc>
                <a:tc>
                  <a:txBody>
                    <a:bodyPr/>
                    <a:lstStyle/>
                    <a:p>
                      <a:pPr algn="ctr"/>
                      <a:r>
                        <a:rPr lang="en-US" sz="1400" b="1" dirty="0">
                          <a:solidFill>
                            <a:schemeClr val="tx1"/>
                          </a:solidFill>
                        </a:rPr>
                        <a:t>1</a:t>
                      </a:r>
                    </a:p>
                  </a:txBody>
                  <a:tcPr anchor="ctr">
                    <a:lnT w="12700" cap="flat" cmpd="sng" algn="ctr">
                      <a:solidFill>
                        <a:schemeClr val="bg1"/>
                      </a:solidFill>
                      <a:prstDash val="solid"/>
                      <a:round/>
                      <a:headEnd type="none" w="med" len="med"/>
                      <a:tailEnd type="none" w="med" len="med"/>
                    </a:lnT>
                    <a:solidFill>
                      <a:srgbClr val="91DCFD"/>
                    </a:solidFill>
                  </a:tcPr>
                </a:tc>
                <a:tc>
                  <a:txBody>
                    <a:bodyPr/>
                    <a:lstStyle/>
                    <a:p>
                      <a:pPr algn="ctr"/>
                      <a:r>
                        <a:rPr lang="en-US" sz="1400" b="1" dirty="0">
                          <a:solidFill>
                            <a:schemeClr val="tx1"/>
                          </a:solidFill>
                        </a:rPr>
                        <a:t>1</a:t>
                      </a:r>
                    </a:p>
                  </a:txBody>
                  <a:tcPr anchor="ctr">
                    <a:lnT w="12700" cap="flat" cmpd="sng" algn="ctr">
                      <a:solidFill>
                        <a:schemeClr val="bg1"/>
                      </a:solidFill>
                      <a:prstDash val="solid"/>
                      <a:round/>
                      <a:headEnd type="none" w="med" len="med"/>
                      <a:tailEnd type="none" w="med" len="med"/>
                    </a:lnT>
                    <a:solidFill>
                      <a:srgbClr val="91DCFD"/>
                    </a:solidFill>
                  </a:tcPr>
                </a:tc>
                <a:tc>
                  <a:txBody>
                    <a:bodyPr/>
                    <a:lstStyle/>
                    <a:p>
                      <a:pPr algn="ctr"/>
                      <a:r>
                        <a:rPr lang="en-US" sz="1400" b="1" dirty="0">
                          <a:solidFill>
                            <a:schemeClr val="tx1"/>
                          </a:solidFill>
                        </a:rPr>
                        <a:t>2</a:t>
                      </a:r>
                    </a:p>
                  </a:txBody>
                  <a:tcPr anchor="ctr">
                    <a:lnT w="12700" cap="flat" cmpd="sng" algn="ctr">
                      <a:solidFill>
                        <a:schemeClr val="bg1"/>
                      </a:solidFill>
                      <a:prstDash val="solid"/>
                      <a:round/>
                      <a:headEnd type="none" w="med" len="med"/>
                      <a:tailEnd type="none" w="med" len="med"/>
                    </a:lnT>
                    <a:solidFill>
                      <a:srgbClr val="46C4FC"/>
                    </a:solidFill>
                  </a:tcPr>
                </a:tc>
                <a:tc>
                  <a:txBody>
                    <a:bodyPr/>
                    <a:lstStyle/>
                    <a:p>
                      <a:pPr algn="ctr"/>
                      <a:r>
                        <a:rPr lang="en-US" sz="1400" b="1" dirty="0">
                          <a:solidFill>
                            <a:schemeClr val="tx1"/>
                          </a:solidFill>
                        </a:rPr>
                        <a:t>2</a:t>
                      </a:r>
                    </a:p>
                  </a:txBody>
                  <a:tcPr anchor="ctr">
                    <a:lnT w="12700" cap="flat" cmpd="sng" algn="ctr">
                      <a:solidFill>
                        <a:schemeClr val="bg1"/>
                      </a:solidFill>
                      <a:prstDash val="solid"/>
                      <a:round/>
                      <a:headEnd type="none" w="med" len="med"/>
                      <a:tailEnd type="none" w="med" len="med"/>
                    </a:lnT>
                    <a:solidFill>
                      <a:srgbClr val="46C4F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0</a:t>
                      </a:r>
                    </a:p>
                  </a:txBody>
                  <a:tcPr anchor="ctr">
                    <a:lnT w="12700" cap="flat" cmpd="sng" algn="ctr">
                      <a:solidFill>
                        <a:schemeClr val="bg1"/>
                      </a:solidFill>
                      <a:prstDash val="solid"/>
                      <a:round/>
                      <a:headEnd type="none" w="med" len="med"/>
                      <a:tailEnd type="none" w="med" len="med"/>
                    </a:lnT>
                    <a:solidFill>
                      <a:srgbClr val="BCEAFE"/>
                    </a:solidFill>
                  </a:tcPr>
                </a:tc>
                <a:extLst>
                  <a:ext uri="{0D108BD9-81ED-4DB2-BD59-A6C34878D82A}">
                    <a16:rowId xmlns:a16="http://schemas.microsoft.com/office/drawing/2014/main" val="409054474"/>
                  </a:ext>
                </a:extLst>
              </a:tr>
              <a:tr h="381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0</a:t>
                      </a:r>
                    </a:p>
                  </a:txBody>
                  <a:tcPr anchor="ctr">
                    <a:solidFill>
                      <a:srgbClr val="BCEAFE"/>
                    </a:solidFill>
                  </a:tcPr>
                </a:tc>
                <a:tc>
                  <a:txBody>
                    <a:bodyPr/>
                    <a:lstStyle/>
                    <a:p>
                      <a:pPr algn="ctr"/>
                      <a:r>
                        <a:rPr lang="en-US" sz="1400" b="1" dirty="0">
                          <a:solidFill>
                            <a:schemeClr val="tx1"/>
                          </a:solidFill>
                        </a:rPr>
                        <a:t>3</a:t>
                      </a:r>
                    </a:p>
                  </a:txBody>
                  <a:tcPr anchor="ctr">
                    <a:solidFill>
                      <a:srgbClr val="1DB6FB"/>
                    </a:solidFill>
                  </a:tcPr>
                </a:tc>
                <a:tc>
                  <a:txBody>
                    <a:bodyPr/>
                    <a:lstStyle/>
                    <a:p>
                      <a:pPr algn="ctr"/>
                      <a:r>
                        <a:rPr lang="en-US" sz="1400" b="1" dirty="0">
                          <a:solidFill>
                            <a:schemeClr val="tx1"/>
                          </a:solidFill>
                        </a:rPr>
                        <a:t>7</a:t>
                      </a:r>
                    </a:p>
                  </a:txBody>
                  <a:tcPr anchor="ctr">
                    <a:solidFill>
                      <a:srgbClr val="FF0000"/>
                    </a:solidFill>
                  </a:tcPr>
                </a:tc>
                <a:tc>
                  <a:txBody>
                    <a:bodyPr/>
                    <a:lstStyle/>
                    <a:p>
                      <a:pPr algn="ctr"/>
                      <a:r>
                        <a:rPr lang="en-US" sz="1400" b="1" dirty="0">
                          <a:solidFill>
                            <a:schemeClr val="tx1"/>
                          </a:solidFill>
                        </a:rPr>
                        <a:t>5</a:t>
                      </a:r>
                    </a:p>
                  </a:txBody>
                  <a:tcPr anchor="ctr">
                    <a:solidFill>
                      <a:srgbClr val="037EB5"/>
                    </a:solidFill>
                  </a:tcPr>
                </a:tc>
                <a:tc>
                  <a:txBody>
                    <a:bodyPr/>
                    <a:lstStyle/>
                    <a:p>
                      <a:pPr algn="ctr"/>
                      <a:r>
                        <a:rPr lang="en-US" sz="1400" b="1" dirty="0">
                          <a:solidFill>
                            <a:schemeClr val="tx1"/>
                          </a:solidFill>
                        </a:rPr>
                        <a:t>4</a:t>
                      </a:r>
                    </a:p>
                  </a:txBody>
                  <a:tcPr anchor="ctr">
                    <a:solidFill>
                      <a:srgbClr val="0498D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0</a:t>
                      </a:r>
                    </a:p>
                  </a:txBody>
                  <a:tcPr anchor="ctr">
                    <a:solidFill>
                      <a:srgbClr val="BCEAFE"/>
                    </a:solidFill>
                  </a:tcPr>
                </a:tc>
                <a:extLst>
                  <a:ext uri="{0D108BD9-81ED-4DB2-BD59-A6C34878D82A}">
                    <a16:rowId xmlns:a16="http://schemas.microsoft.com/office/drawing/2014/main" val="1356169657"/>
                  </a:ext>
                </a:extLst>
              </a:tr>
              <a:tr h="381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0</a:t>
                      </a:r>
                    </a:p>
                  </a:txBody>
                  <a:tcPr anchor="ctr">
                    <a:solidFill>
                      <a:srgbClr val="BCEAFE"/>
                    </a:solidFill>
                  </a:tcPr>
                </a:tc>
                <a:tc>
                  <a:txBody>
                    <a:bodyPr/>
                    <a:lstStyle/>
                    <a:p>
                      <a:pPr algn="ctr"/>
                      <a:r>
                        <a:rPr lang="en-US" sz="1400" b="1" dirty="0">
                          <a:solidFill>
                            <a:schemeClr val="tx1"/>
                          </a:solidFill>
                        </a:rPr>
                        <a:t>0</a:t>
                      </a:r>
                    </a:p>
                  </a:txBody>
                  <a:tcPr anchor="ctr">
                    <a:solidFill>
                      <a:srgbClr val="BCEAFE"/>
                    </a:solidFill>
                  </a:tcPr>
                </a:tc>
                <a:tc>
                  <a:txBody>
                    <a:bodyPr/>
                    <a:lstStyle/>
                    <a:p>
                      <a:pPr algn="ctr"/>
                      <a:r>
                        <a:rPr lang="en-US" sz="1400" b="1" dirty="0">
                          <a:solidFill>
                            <a:schemeClr val="tx1"/>
                          </a:solidFill>
                        </a:rPr>
                        <a:t>0</a:t>
                      </a:r>
                    </a:p>
                  </a:txBody>
                  <a:tcPr anchor="ctr">
                    <a:solidFill>
                      <a:srgbClr val="BCEAFE"/>
                    </a:solidFill>
                  </a:tcPr>
                </a:tc>
                <a:tc>
                  <a:txBody>
                    <a:bodyPr/>
                    <a:lstStyle/>
                    <a:p>
                      <a:pPr algn="ctr"/>
                      <a:r>
                        <a:rPr lang="en-US" sz="1400" b="1" dirty="0">
                          <a:solidFill>
                            <a:schemeClr val="tx1"/>
                          </a:solidFill>
                        </a:rPr>
                        <a:t>20</a:t>
                      </a:r>
                    </a:p>
                  </a:txBody>
                  <a:tcPr anchor="ctr">
                    <a:solidFill>
                      <a:srgbClr val="FF0000"/>
                    </a:solidFill>
                  </a:tcPr>
                </a:tc>
                <a:tc>
                  <a:txBody>
                    <a:bodyPr/>
                    <a:lstStyle/>
                    <a:p>
                      <a:pPr algn="ctr"/>
                      <a:r>
                        <a:rPr lang="en-US" sz="1400" b="1" dirty="0">
                          <a:solidFill>
                            <a:schemeClr val="tx1"/>
                          </a:solidFill>
                        </a:rPr>
                        <a:t>0</a:t>
                      </a:r>
                    </a:p>
                  </a:txBody>
                  <a:tcPr anchor="ctr">
                    <a:solidFill>
                      <a:srgbClr val="BCEAFE"/>
                    </a:solidFill>
                  </a:tcPr>
                </a:tc>
                <a:tc>
                  <a:txBody>
                    <a:bodyPr/>
                    <a:lstStyle/>
                    <a:p>
                      <a:pPr algn="ctr"/>
                      <a:r>
                        <a:rPr lang="en-US" sz="1400" b="1" dirty="0">
                          <a:solidFill>
                            <a:schemeClr val="tx1"/>
                          </a:solidFill>
                        </a:rPr>
                        <a:t>1</a:t>
                      </a:r>
                    </a:p>
                  </a:txBody>
                  <a:tcPr anchor="ctr">
                    <a:solidFill>
                      <a:srgbClr val="91DCFD"/>
                    </a:solidFill>
                  </a:tcPr>
                </a:tc>
                <a:extLst>
                  <a:ext uri="{0D108BD9-81ED-4DB2-BD59-A6C34878D82A}">
                    <a16:rowId xmlns:a16="http://schemas.microsoft.com/office/drawing/2014/main" val="2197962586"/>
                  </a:ext>
                </a:extLst>
              </a:tr>
              <a:tr h="381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0</a:t>
                      </a:r>
                    </a:p>
                  </a:txBody>
                  <a:tcPr anchor="ctr">
                    <a:solidFill>
                      <a:srgbClr val="BCEAFE"/>
                    </a:solidFill>
                  </a:tcPr>
                </a:tc>
                <a:tc>
                  <a:txBody>
                    <a:bodyPr/>
                    <a:lstStyle/>
                    <a:p>
                      <a:pPr algn="ctr"/>
                      <a:r>
                        <a:rPr lang="en-US" sz="1400" b="1" dirty="0">
                          <a:solidFill>
                            <a:schemeClr val="tx1"/>
                          </a:solidFill>
                        </a:rPr>
                        <a:t>0</a:t>
                      </a:r>
                    </a:p>
                  </a:txBody>
                  <a:tcPr anchor="ctr">
                    <a:solidFill>
                      <a:srgbClr val="BCEAFE"/>
                    </a:solidFill>
                  </a:tcPr>
                </a:tc>
                <a:tc>
                  <a:txBody>
                    <a:bodyPr/>
                    <a:lstStyle/>
                    <a:p>
                      <a:pPr algn="ctr"/>
                      <a:r>
                        <a:rPr lang="en-US" sz="1400" b="1" dirty="0">
                          <a:solidFill>
                            <a:schemeClr val="tx1"/>
                          </a:solidFill>
                        </a:rPr>
                        <a:t>0</a:t>
                      </a:r>
                    </a:p>
                  </a:txBody>
                  <a:tcPr anchor="ctr">
                    <a:solidFill>
                      <a:srgbClr val="BCEAFE"/>
                    </a:solidFill>
                  </a:tcPr>
                </a:tc>
                <a:tc>
                  <a:txBody>
                    <a:bodyPr/>
                    <a:lstStyle/>
                    <a:p>
                      <a:pPr algn="ctr"/>
                      <a:r>
                        <a:rPr lang="en-US" sz="1400" b="1" dirty="0">
                          <a:solidFill>
                            <a:schemeClr val="tx1"/>
                          </a:solidFill>
                        </a:rPr>
                        <a:t>1</a:t>
                      </a:r>
                    </a:p>
                  </a:txBody>
                  <a:tcPr anchor="ctr">
                    <a:solidFill>
                      <a:srgbClr val="91DCFD"/>
                    </a:solidFill>
                  </a:tcPr>
                </a:tc>
                <a:tc>
                  <a:txBody>
                    <a:bodyPr/>
                    <a:lstStyle/>
                    <a:p>
                      <a:pPr algn="ctr"/>
                      <a:r>
                        <a:rPr lang="en-US" sz="1400" b="1" dirty="0">
                          <a:solidFill>
                            <a:schemeClr val="tx1"/>
                          </a:solidFill>
                        </a:rPr>
                        <a:t>24</a:t>
                      </a:r>
                    </a:p>
                  </a:txBody>
                  <a:tcPr anchor="ctr">
                    <a:solidFill>
                      <a:srgbClr val="FF0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0</a:t>
                      </a:r>
                    </a:p>
                  </a:txBody>
                  <a:tcPr anchor="ctr">
                    <a:solidFill>
                      <a:srgbClr val="BCEAFE"/>
                    </a:solidFill>
                  </a:tcPr>
                </a:tc>
                <a:extLst>
                  <a:ext uri="{0D108BD9-81ED-4DB2-BD59-A6C34878D82A}">
                    <a16:rowId xmlns:a16="http://schemas.microsoft.com/office/drawing/2014/main" val="715122108"/>
                  </a:ext>
                </a:extLst>
              </a:tr>
              <a:tr h="381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0</a:t>
                      </a:r>
                    </a:p>
                  </a:txBody>
                  <a:tcPr anchor="ctr">
                    <a:solidFill>
                      <a:srgbClr val="BCEAFE"/>
                    </a:solidFill>
                  </a:tcPr>
                </a:tc>
                <a:tc>
                  <a:txBody>
                    <a:bodyPr/>
                    <a:lstStyle/>
                    <a:p>
                      <a:pPr algn="ctr"/>
                      <a:r>
                        <a:rPr lang="en-US" sz="1400" b="1" dirty="0">
                          <a:solidFill>
                            <a:schemeClr val="tx1"/>
                          </a:solidFill>
                        </a:rPr>
                        <a:t>2</a:t>
                      </a:r>
                    </a:p>
                  </a:txBody>
                  <a:tcPr anchor="ctr">
                    <a:solidFill>
                      <a:srgbClr val="46C4FC"/>
                    </a:solidFill>
                  </a:tcPr>
                </a:tc>
                <a:tc>
                  <a:txBody>
                    <a:bodyPr/>
                    <a:lstStyle/>
                    <a:p>
                      <a:pPr algn="ctr"/>
                      <a:r>
                        <a:rPr lang="en-US" sz="1400" b="1" dirty="0">
                          <a:solidFill>
                            <a:schemeClr val="tx1"/>
                          </a:solidFill>
                        </a:rPr>
                        <a:t>4</a:t>
                      </a:r>
                    </a:p>
                  </a:txBody>
                  <a:tcPr anchor="ctr">
                    <a:solidFill>
                      <a:srgbClr val="0498DA"/>
                    </a:solidFill>
                  </a:tcPr>
                </a:tc>
                <a:tc>
                  <a:txBody>
                    <a:bodyPr/>
                    <a:lstStyle/>
                    <a:p>
                      <a:pPr algn="ctr"/>
                      <a:r>
                        <a:rPr lang="en-US" sz="1400" b="1" dirty="0">
                          <a:solidFill>
                            <a:schemeClr val="tx1"/>
                          </a:solidFill>
                        </a:rPr>
                        <a:t>7</a:t>
                      </a:r>
                    </a:p>
                  </a:txBody>
                  <a:tcPr anchor="ctr">
                    <a:solidFill>
                      <a:srgbClr val="FF0000"/>
                    </a:solidFill>
                  </a:tcPr>
                </a:tc>
                <a:tc>
                  <a:txBody>
                    <a:bodyPr/>
                    <a:lstStyle/>
                    <a:p>
                      <a:pPr algn="ctr"/>
                      <a:r>
                        <a:rPr lang="en-US" sz="1400" b="1" dirty="0">
                          <a:solidFill>
                            <a:schemeClr val="tx1"/>
                          </a:solidFill>
                        </a:rPr>
                        <a:t>35</a:t>
                      </a:r>
                    </a:p>
                  </a:txBody>
                  <a:tcPr anchor="ctr">
                    <a:solidFill>
                      <a:srgbClr val="FF0000"/>
                    </a:solidFill>
                  </a:tcPr>
                </a:tc>
                <a:tc>
                  <a:txBody>
                    <a:bodyPr/>
                    <a:lstStyle/>
                    <a:p>
                      <a:pPr algn="ctr"/>
                      <a:r>
                        <a:rPr lang="en-US" sz="1400" b="1" dirty="0">
                          <a:solidFill>
                            <a:schemeClr val="tx1"/>
                          </a:solidFill>
                        </a:rPr>
                        <a:t>1</a:t>
                      </a:r>
                    </a:p>
                  </a:txBody>
                  <a:tcPr anchor="ctr">
                    <a:solidFill>
                      <a:srgbClr val="91DCFD"/>
                    </a:solidFill>
                  </a:tcPr>
                </a:tc>
                <a:extLst>
                  <a:ext uri="{0D108BD9-81ED-4DB2-BD59-A6C34878D82A}">
                    <a16:rowId xmlns:a16="http://schemas.microsoft.com/office/drawing/2014/main" val="1519708298"/>
                  </a:ext>
                </a:extLst>
              </a:tr>
            </a:tbl>
          </a:graphicData>
        </a:graphic>
      </p:graphicFrame>
      <p:graphicFrame>
        <p:nvGraphicFramePr>
          <p:cNvPr id="10" name="Table 5">
            <a:extLst>
              <a:ext uri="{FF2B5EF4-FFF2-40B4-BE49-F238E27FC236}">
                <a16:creationId xmlns:a16="http://schemas.microsoft.com/office/drawing/2014/main" id="{4F9CC272-EEF4-262F-3879-BFE72AEEE58D}"/>
              </a:ext>
            </a:extLst>
          </p:cNvPr>
          <p:cNvGraphicFramePr>
            <a:graphicFrameLocks noGrp="1"/>
          </p:cNvGraphicFramePr>
          <p:nvPr>
            <p:extLst>
              <p:ext uri="{D42A27DB-BD31-4B8C-83A1-F6EECF244321}">
                <p14:modId xmlns:p14="http://schemas.microsoft.com/office/powerpoint/2010/main" val="3744540394"/>
              </p:ext>
            </p:extLst>
          </p:nvPr>
        </p:nvGraphicFramePr>
        <p:xfrm>
          <a:off x="1768879" y="3505200"/>
          <a:ext cx="2286000" cy="2286000"/>
        </p:xfrm>
        <a:graphic>
          <a:graphicData uri="http://schemas.openxmlformats.org/drawingml/2006/table">
            <a:tbl>
              <a:tblPr firstRow="1" bandRow="1">
                <a:tableStyleId>{5C22544A-7EE6-4342-B048-85BDC9FD1C3A}</a:tableStyleId>
              </a:tblPr>
              <a:tblGrid>
                <a:gridCol w="381000">
                  <a:extLst>
                    <a:ext uri="{9D8B030D-6E8A-4147-A177-3AD203B41FA5}">
                      <a16:colId xmlns:a16="http://schemas.microsoft.com/office/drawing/2014/main" val="3730897983"/>
                    </a:ext>
                  </a:extLst>
                </a:gridCol>
                <a:gridCol w="381000">
                  <a:extLst>
                    <a:ext uri="{9D8B030D-6E8A-4147-A177-3AD203B41FA5}">
                      <a16:colId xmlns:a16="http://schemas.microsoft.com/office/drawing/2014/main" val="1764640111"/>
                    </a:ext>
                  </a:extLst>
                </a:gridCol>
                <a:gridCol w="381000">
                  <a:extLst>
                    <a:ext uri="{9D8B030D-6E8A-4147-A177-3AD203B41FA5}">
                      <a16:colId xmlns:a16="http://schemas.microsoft.com/office/drawing/2014/main" val="1539453782"/>
                    </a:ext>
                  </a:extLst>
                </a:gridCol>
                <a:gridCol w="381000">
                  <a:extLst>
                    <a:ext uri="{9D8B030D-6E8A-4147-A177-3AD203B41FA5}">
                      <a16:colId xmlns:a16="http://schemas.microsoft.com/office/drawing/2014/main" val="3750847044"/>
                    </a:ext>
                  </a:extLst>
                </a:gridCol>
                <a:gridCol w="381000">
                  <a:extLst>
                    <a:ext uri="{9D8B030D-6E8A-4147-A177-3AD203B41FA5}">
                      <a16:colId xmlns:a16="http://schemas.microsoft.com/office/drawing/2014/main" val="3582527342"/>
                    </a:ext>
                  </a:extLst>
                </a:gridCol>
                <a:gridCol w="381000">
                  <a:extLst>
                    <a:ext uri="{9D8B030D-6E8A-4147-A177-3AD203B41FA5}">
                      <a16:colId xmlns:a16="http://schemas.microsoft.com/office/drawing/2014/main" val="148253716"/>
                    </a:ext>
                  </a:extLst>
                </a:gridCol>
              </a:tblGrid>
              <a:tr h="381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0</a:t>
                      </a:r>
                    </a:p>
                  </a:txBody>
                  <a:tcPr anchor="ctr">
                    <a:lnB w="12700" cap="flat" cmpd="sng" algn="ctr">
                      <a:solidFill>
                        <a:schemeClr val="bg1"/>
                      </a:solidFill>
                      <a:prstDash val="solid"/>
                      <a:round/>
                      <a:headEnd type="none" w="med" len="med"/>
                      <a:tailEnd type="none" w="med" len="med"/>
                    </a:lnB>
                    <a:solidFill>
                      <a:srgbClr val="BCEAF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0</a:t>
                      </a:r>
                    </a:p>
                  </a:txBody>
                  <a:tcPr anchor="ctr">
                    <a:lnB w="12700" cap="flat" cmpd="sng" algn="ctr">
                      <a:solidFill>
                        <a:schemeClr val="bg1"/>
                      </a:solidFill>
                      <a:prstDash val="solid"/>
                      <a:round/>
                      <a:headEnd type="none" w="med" len="med"/>
                      <a:tailEnd type="none" w="med" len="med"/>
                    </a:lnB>
                    <a:solidFill>
                      <a:srgbClr val="BCEAF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0</a:t>
                      </a:r>
                    </a:p>
                  </a:txBody>
                  <a:tcPr anchor="ctr">
                    <a:lnB w="12700" cap="flat" cmpd="sng" algn="ctr">
                      <a:solidFill>
                        <a:schemeClr val="bg1"/>
                      </a:solidFill>
                      <a:prstDash val="solid"/>
                      <a:round/>
                      <a:headEnd type="none" w="med" len="med"/>
                      <a:tailEnd type="none" w="med" len="med"/>
                    </a:lnB>
                    <a:solidFill>
                      <a:srgbClr val="BCEAF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0</a:t>
                      </a:r>
                    </a:p>
                  </a:txBody>
                  <a:tcPr anchor="ctr">
                    <a:lnB w="12700" cap="flat" cmpd="sng" algn="ctr">
                      <a:solidFill>
                        <a:schemeClr val="bg1"/>
                      </a:solidFill>
                      <a:prstDash val="solid"/>
                      <a:round/>
                      <a:headEnd type="none" w="med" len="med"/>
                      <a:tailEnd type="none" w="med" len="med"/>
                    </a:lnB>
                    <a:solidFill>
                      <a:srgbClr val="BCEAF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0</a:t>
                      </a:r>
                    </a:p>
                  </a:txBody>
                  <a:tcPr anchor="ctr">
                    <a:lnB w="12700" cap="flat" cmpd="sng" algn="ctr">
                      <a:solidFill>
                        <a:schemeClr val="bg1"/>
                      </a:solidFill>
                      <a:prstDash val="solid"/>
                      <a:round/>
                      <a:headEnd type="none" w="med" len="med"/>
                      <a:tailEnd type="none" w="med" len="med"/>
                    </a:lnB>
                    <a:solidFill>
                      <a:srgbClr val="BCEAF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0</a:t>
                      </a:r>
                    </a:p>
                  </a:txBody>
                  <a:tcPr anchor="ctr">
                    <a:lnB w="12700" cap="flat" cmpd="sng" algn="ctr">
                      <a:solidFill>
                        <a:schemeClr val="bg1"/>
                      </a:solidFill>
                      <a:prstDash val="solid"/>
                      <a:round/>
                      <a:headEnd type="none" w="med" len="med"/>
                      <a:tailEnd type="none" w="med" len="med"/>
                    </a:lnB>
                    <a:solidFill>
                      <a:srgbClr val="BCEAFE"/>
                    </a:solidFill>
                  </a:tcPr>
                </a:tc>
                <a:extLst>
                  <a:ext uri="{0D108BD9-81ED-4DB2-BD59-A6C34878D82A}">
                    <a16:rowId xmlns:a16="http://schemas.microsoft.com/office/drawing/2014/main" val="1170224828"/>
                  </a:ext>
                </a:extLst>
              </a:tr>
              <a:tr h="381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0</a:t>
                      </a:r>
                    </a:p>
                  </a:txBody>
                  <a:tcPr anchor="ctr">
                    <a:lnT w="12700" cap="flat" cmpd="sng" algn="ctr">
                      <a:solidFill>
                        <a:schemeClr val="bg1"/>
                      </a:solidFill>
                      <a:prstDash val="solid"/>
                      <a:round/>
                      <a:headEnd type="none" w="med" len="med"/>
                      <a:tailEnd type="none" w="med" len="med"/>
                    </a:lnT>
                    <a:solidFill>
                      <a:srgbClr val="BCEAFE"/>
                    </a:solidFill>
                  </a:tcPr>
                </a:tc>
                <a:tc>
                  <a:txBody>
                    <a:bodyPr/>
                    <a:lstStyle/>
                    <a:p>
                      <a:pPr algn="ctr"/>
                      <a:r>
                        <a:rPr lang="en-US" sz="1400" b="1" dirty="0">
                          <a:solidFill>
                            <a:schemeClr val="tx1"/>
                          </a:solidFill>
                        </a:rPr>
                        <a:t>1</a:t>
                      </a:r>
                    </a:p>
                  </a:txBody>
                  <a:tcPr anchor="ctr">
                    <a:lnT w="12700" cap="flat" cmpd="sng" algn="ctr">
                      <a:solidFill>
                        <a:schemeClr val="bg1"/>
                      </a:solidFill>
                      <a:prstDash val="solid"/>
                      <a:round/>
                      <a:headEnd type="none" w="med" len="med"/>
                      <a:tailEnd type="none" w="med" len="med"/>
                    </a:lnT>
                    <a:solidFill>
                      <a:srgbClr val="91DCFD"/>
                    </a:solidFill>
                  </a:tcPr>
                </a:tc>
                <a:tc>
                  <a:txBody>
                    <a:bodyPr/>
                    <a:lstStyle/>
                    <a:p>
                      <a:pPr algn="ctr"/>
                      <a:r>
                        <a:rPr lang="en-US" sz="1400" b="1" dirty="0">
                          <a:solidFill>
                            <a:schemeClr val="tx1"/>
                          </a:solidFill>
                        </a:rPr>
                        <a:t>1</a:t>
                      </a:r>
                    </a:p>
                  </a:txBody>
                  <a:tcPr anchor="ctr">
                    <a:lnT w="12700" cap="flat" cmpd="sng" algn="ctr">
                      <a:solidFill>
                        <a:schemeClr val="bg1"/>
                      </a:solidFill>
                      <a:prstDash val="solid"/>
                      <a:round/>
                      <a:headEnd type="none" w="med" len="med"/>
                      <a:tailEnd type="none" w="med" len="med"/>
                    </a:lnT>
                    <a:solidFill>
                      <a:srgbClr val="91DCFD"/>
                    </a:solidFill>
                  </a:tcPr>
                </a:tc>
                <a:tc>
                  <a:txBody>
                    <a:bodyPr/>
                    <a:lstStyle/>
                    <a:p>
                      <a:pPr algn="ctr"/>
                      <a:r>
                        <a:rPr lang="en-US" sz="1400" b="1" dirty="0">
                          <a:solidFill>
                            <a:schemeClr val="tx1"/>
                          </a:solidFill>
                        </a:rPr>
                        <a:t>2</a:t>
                      </a:r>
                    </a:p>
                  </a:txBody>
                  <a:tcPr anchor="ctr">
                    <a:lnT w="12700" cap="flat" cmpd="sng" algn="ctr">
                      <a:solidFill>
                        <a:schemeClr val="bg1"/>
                      </a:solidFill>
                      <a:prstDash val="solid"/>
                      <a:round/>
                      <a:headEnd type="none" w="med" len="med"/>
                      <a:tailEnd type="none" w="med" len="med"/>
                    </a:lnT>
                    <a:solidFill>
                      <a:srgbClr val="46C4FC"/>
                    </a:solidFill>
                  </a:tcPr>
                </a:tc>
                <a:tc>
                  <a:txBody>
                    <a:bodyPr/>
                    <a:lstStyle/>
                    <a:p>
                      <a:pPr algn="ctr"/>
                      <a:r>
                        <a:rPr lang="en-US" sz="1400" b="1" dirty="0">
                          <a:solidFill>
                            <a:schemeClr val="tx1"/>
                          </a:solidFill>
                        </a:rPr>
                        <a:t>2</a:t>
                      </a:r>
                    </a:p>
                  </a:txBody>
                  <a:tcPr anchor="ctr">
                    <a:lnT w="12700" cap="flat" cmpd="sng" algn="ctr">
                      <a:solidFill>
                        <a:schemeClr val="bg1"/>
                      </a:solidFill>
                      <a:prstDash val="solid"/>
                      <a:round/>
                      <a:headEnd type="none" w="med" len="med"/>
                      <a:tailEnd type="none" w="med" len="med"/>
                    </a:lnT>
                    <a:solidFill>
                      <a:srgbClr val="46C4F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0</a:t>
                      </a:r>
                    </a:p>
                  </a:txBody>
                  <a:tcPr anchor="ctr">
                    <a:lnT w="12700" cap="flat" cmpd="sng" algn="ctr">
                      <a:solidFill>
                        <a:schemeClr val="bg1"/>
                      </a:solidFill>
                      <a:prstDash val="solid"/>
                      <a:round/>
                      <a:headEnd type="none" w="med" len="med"/>
                      <a:tailEnd type="none" w="med" len="med"/>
                    </a:lnT>
                    <a:solidFill>
                      <a:srgbClr val="BCEAFE"/>
                    </a:solidFill>
                  </a:tcPr>
                </a:tc>
                <a:extLst>
                  <a:ext uri="{0D108BD9-81ED-4DB2-BD59-A6C34878D82A}">
                    <a16:rowId xmlns:a16="http://schemas.microsoft.com/office/drawing/2014/main" val="409054474"/>
                  </a:ext>
                </a:extLst>
              </a:tr>
              <a:tr h="381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0</a:t>
                      </a:r>
                    </a:p>
                  </a:txBody>
                  <a:tcPr anchor="ctr">
                    <a:solidFill>
                      <a:srgbClr val="BCEAFE"/>
                    </a:solidFill>
                  </a:tcPr>
                </a:tc>
                <a:tc>
                  <a:txBody>
                    <a:bodyPr/>
                    <a:lstStyle/>
                    <a:p>
                      <a:pPr algn="ctr"/>
                      <a:r>
                        <a:rPr lang="en-US" sz="1400" b="1" dirty="0">
                          <a:solidFill>
                            <a:schemeClr val="tx1"/>
                          </a:solidFill>
                        </a:rPr>
                        <a:t>3</a:t>
                      </a:r>
                    </a:p>
                  </a:txBody>
                  <a:tcPr anchor="ctr">
                    <a:solidFill>
                      <a:srgbClr val="FF0000"/>
                    </a:solidFill>
                  </a:tcPr>
                </a:tc>
                <a:tc>
                  <a:txBody>
                    <a:bodyPr/>
                    <a:lstStyle/>
                    <a:p>
                      <a:pPr algn="ctr"/>
                      <a:r>
                        <a:rPr lang="en-US" sz="1400" b="1" dirty="0">
                          <a:solidFill>
                            <a:schemeClr val="tx1"/>
                          </a:solidFill>
                        </a:rPr>
                        <a:t>7</a:t>
                      </a:r>
                    </a:p>
                  </a:txBody>
                  <a:tcPr anchor="ctr">
                    <a:solidFill>
                      <a:srgbClr val="FF0000"/>
                    </a:solidFill>
                  </a:tcPr>
                </a:tc>
                <a:tc>
                  <a:txBody>
                    <a:bodyPr/>
                    <a:lstStyle/>
                    <a:p>
                      <a:pPr algn="ctr"/>
                      <a:r>
                        <a:rPr lang="en-US" sz="1400" b="1" dirty="0">
                          <a:solidFill>
                            <a:schemeClr val="tx1"/>
                          </a:solidFill>
                        </a:rPr>
                        <a:t>5</a:t>
                      </a:r>
                    </a:p>
                  </a:txBody>
                  <a:tcPr anchor="ctr">
                    <a:solidFill>
                      <a:srgbClr val="FF0000"/>
                    </a:solidFill>
                  </a:tcPr>
                </a:tc>
                <a:tc>
                  <a:txBody>
                    <a:bodyPr/>
                    <a:lstStyle/>
                    <a:p>
                      <a:pPr algn="ctr"/>
                      <a:r>
                        <a:rPr lang="en-US" sz="1400" b="1" dirty="0">
                          <a:solidFill>
                            <a:schemeClr val="tx1"/>
                          </a:solidFill>
                        </a:rPr>
                        <a:t>4</a:t>
                      </a:r>
                    </a:p>
                  </a:txBody>
                  <a:tcPr anchor="ctr">
                    <a:solidFill>
                      <a:srgbClr val="FF0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0</a:t>
                      </a:r>
                    </a:p>
                  </a:txBody>
                  <a:tcPr anchor="ctr">
                    <a:solidFill>
                      <a:srgbClr val="BCEAFE"/>
                    </a:solidFill>
                  </a:tcPr>
                </a:tc>
                <a:extLst>
                  <a:ext uri="{0D108BD9-81ED-4DB2-BD59-A6C34878D82A}">
                    <a16:rowId xmlns:a16="http://schemas.microsoft.com/office/drawing/2014/main" val="1356169657"/>
                  </a:ext>
                </a:extLst>
              </a:tr>
              <a:tr h="381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0</a:t>
                      </a:r>
                    </a:p>
                  </a:txBody>
                  <a:tcPr anchor="ctr">
                    <a:solidFill>
                      <a:srgbClr val="BCEAFE"/>
                    </a:solidFill>
                  </a:tcPr>
                </a:tc>
                <a:tc>
                  <a:txBody>
                    <a:bodyPr/>
                    <a:lstStyle/>
                    <a:p>
                      <a:pPr algn="ctr"/>
                      <a:r>
                        <a:rPr lang="en-US" sz="1400" b="1" dirty="0">
                          <a:solidFill>
                            <a:schemeClr val="tx1"/>
                          </a:solidFill>
                        </a:rPr>
                        <a:t>0</a:t>
                      </a:r>
                    </a:p>
                  </a:txBody>
                  <a:tcPr anchor="ctr">
                    <a:solidFill>
                      <a:srgbClr val="BCEAFE"/>
                    </a:solidFill>
                  </a:tcPr>
                </a:tc>
                <a:tc>
                  <a:txBody>
                    <a:bodyPr/>
                    <a:lstStyle/>
                    <a:p>
                      <a:pPr algn="ctr"/>
                      <a:r>
                        <a:rPr lang="en-US" sz="1400" b="1" dirty="0">
                          <a:solidFill>
                            <a:schemeClr val="tx1"/>
                          </a:solidFill>
                        </a:rPr>
                        <a:t>0</a:t>
                      </a:r>
                    </a:p>
                  </a:txBody>
                  <a:tcPr anchor="ctr">
                    <a:solidFill>
                      <a:srgbClr val="BCEAFE"/>
                    </a:solidFill>
                  </a:tcPr>
                </a:tc>
                <a:tc>
                  <a:txBody>
                    <a:bodyPr/>
                    <a:lstStyle/>
                    <a:p>
                      <a:pPr algn="ctr"/>
                      <a:r>
                        <a:rPr lang="en-US" sz="1400" b="1" dirty="0">
                          <a:solidFill>
                            <a:schemeClr val="tx1"/>
                          </a:solidFill>
                        </a:rPr>
                        <a:t>20</a:t>
                      </a:r>
                    </a:p>
                  </a:txBody>
                  <a:tcPr anchor="ctr">
                    <a:solidFill>
                      <a:srgbClr val="FF0000"/>
                    </a:solidFill>
                  </a:tcPr>
                </a:tc>
                <a:tc>
                  <a:txBody>
                    <a:bodyPr/>
                    <a:lstStyle/>
                    <a:p>
                      <a:pPr algn="ctr"/>
                      <a:r>
                        <a:rPr lang="en-US" sz="1400" b="1" dirty="0">
                          <a:solidFill>
                            <a:schemeClr val="tx1"/>
                          </a:solidFill>
                        </a:rPr>
                        <a:t>0</a:t>
                      </a:r>
                    </a:p>
                  </a:txBody>
                  <a:tcPr anchor="ctr">
                    <a:solidFill>
                      <a:srgbClr val="BCEAFE"/>
                    </a:solidFill>
                  </a:tcPr>
                </a:tc>
                <a:tc>
                  <a:txBody>
                    <a:bodyPr/>
                    <a:lstStyle/>
                    <a:p>
                      <a:pPr algn="ctr"/>
                      <a:r>
                        <a:rPr lang="en-US" sz="1400" b="1" dirty="0">
                          <a:solidFill>
                            <a:schemeClr val="tx1"/>
                          </a:solidFill>
                        </a:rPr>
                        <a:t>1</a:t>
                      </a:r>
                    </a:p>
                  </a:txBody>
                  <a:tcPr anchor="ctr">
                    <a:solidFill>
                      <a:srgbClr val="91DCFD"/>
                    </a:solidFill>
                  </a:tcPr>
                </a:tc>
                <a:extLst>
                  <a:ext uri="{0D108BD9-81ED-4DB2-BD59-A6C34878D82A}">
                    <a16:rowId xmlns:a16="http://schemas.microsoft.com/office/drawing/2014/main" val="2197962586"/>
                  </a:ext>
                </a:extLst>
              </a:tr>
              <a:tr h="381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0</a:t>
                      </a:r>
                    </a:p>
                  </a:txBody>
                  <a:tcPr anchor="ctr">
                    <a:solidFill>
                      <a:srgbClr val="BCEAFE"/>
                    </a:solidFill>
                  </a:tcPr>
                </a:tc>
                <a:tc>
                  <a:txBody>
                    <a:bodyPr/>
                    <a:lstStyle/>
                    <a:p>
                      <a:pPr algn="ctr"/>
                      <a:r>
                        <a:rPr lang="en-US" sz="1400" b="1" dirty="0">
                          <a:solidFill>
                            <a:schemeClr val="tx1"/>
                          </a:solidFill>
                        </a:rPr>
                        <a:t>0</a:t>
                      </a:r>
                    </a:p>
                  </a:txBody>
                  <a:tcPr anchor="ctr">
                    <a:solidFill>
                      <a:srgbClr val="BCEAFE"/>
                    </a:solidFill>
                  </a:tcPr>
                </a:tc>
                <a:tc>
                  <a:txBody>
                    <a:bodyPr/>
                    <a:lstStyle/>
                    <a:p>
                      <a:pPr algn="ctr"/>
                      <a:r>
                        <a:rPr lang="en-US" sz="1400" b="1" dirty="0">
                          <a:solidFill>
                            <a:schemeClr val="tx1"/>
                          </a:solidFill>
                        </a:rPr>
                        <a:t>0</a:t>
                      </a:r>
                    </a:p>
                  </a:txBody>
                  <a:tcPr anchor="ctr">
                    <a:solidFill>
                      <a:srgbClr val="BCEAFE"/>
                    </a:solidFill>
                  </a:tcPr>
                </a:tc>
                <a:tc>
                  <a:txBody>
                    <a:bodyPr/>
                    <a:lstStyle/>
                    <a:p>
                      <a:pPr algn="ctr"/>
                      <a:r>
                        <a:rPr lang="en-US" sz="1400" b="1" dirty="0">
                          <a:solidFill>
                            <a:schemeClr val="tx1"/>
                          </a:solidFill>
                        </a:rPr>
                        <a:t>1</a:t>
                      </a:r>
                    </a:p>
                  </a:txBody>
                  <a:tcPr anchor="ctr">
                    <a:solidFill>
                      <a:srgbClr val="91DCFD"/>
                    </a:solidFill>
                  </a:tcPr>
                </a:tc>
                <a:tc>
                  <a:txBody>
                    <a:bodyPr/>
                    <a:lstStyle/>
                    <a:p>
                      <a:pPr algn="ctr"/>
                      <a:r>
                        <a:rPr lang="en-US" sz="1400" b="1" dirty="0">
                          <a:solidFill>
                            <a:schemeClr val="tx1"/>
                          </a:solidFill>
                        </a:rPr>
                        <a:t>24</a:t>
                      </a:r>
                    </a:p>
                  </a:txBody>
                  <a:tcPr anchor="ctr">
                    <a:solidFill>
                      <a:srgbClr val="FF00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0</a:t>
                      </a:r>
                    </a:p>
                  </a:txBody>
                  <a:tcPr anchor="ctr">
                    <a:solidFill>
                      <a:srgbClr val="BCEAFE"/>
                    </a:solidFill>
                  </a:tcPr>
                </a:tc>
                <a:extLst>
                  <a:ext uri="{0D108BD9-81ED-4DB2-BD59-A6C34878D82A}">
                    <a16:rowId xmlns:a16="http://schemas.microsoft.com/office/drawing/2014/main" val="715122108"/>
                  </a:ext>
                </a:extLst>
              </a:tr>
              <a:tr h="381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0</a:t>
                      </a:r>
                    </a:p>
                  </a:txBody>
                  <a:tcPr anchor="ctr">
                    <a:solidFill>
                      <a:srgbClr val="BCEAFE"/>
                    </a:solidFill>
                  </a:tcPr>
                </a:tc>
                <a:tc>
                  <a:txBody>
                    <a:bodyPr/>
                    <a:lstStyle/>
                    <a:p>
                      <a:pPr algn="ctr"/>
                      <a:r>
                        <a:rPr lang="en-US" sz="1400" b="1" dirty="0">
                          <a:solidFill>
                            <a:schemeClr val="tx1"/>
                          </a:solidFill>
                        </a:rPr>
                        <a:t>2</a:t>
                      </a:r>
                    </a:p>
                  </a:txBody>
                  <a:tcPr anchor="ctr">
                    <a:solidFill>
                      <a:srgbClr val="46C4FC"/>
                    </a:solidFill>
                  </a:tcPr>
                </a:tc>
                <a:tc>
                  <a:txBody>
                    <a:bodyPr/>
                    <a:lstStyle/>
                    <a:p>
                      <a:pPr algn="ctr"/>
                      <a:r>
                        <a:rPr lang="en-US" sz="1400" b="1" dirty="0">
                          <a:solidFill>
                            <a:schemeClr val="tx1"/>
                          </a:solidFill>
                        </a:rPr>
                        <a:t>4</a:t>
                      </a:r>
                    </a:p>
                  </a:txBody>
                  <a:tcPr anchor="ctr">
                    <a:solidFill>
                      <a:srgbClr val="FF0000"/>
                    </a:solidFill>
                  </a:tcPr>
                </a:tc>
                <a:tc>
                  <a:txBody>
                    <a:bodyPr/>
                    <a:lstStyle/>
                    <a:p>
                      <a:pPr algn="ctr"/>
                      <a:r>
                        <a:rPr lang="en-US" sz="1400" b="1" dirty="0">
                          <a:solidFill>
                            <a:schemeClr val="tx1"/>
                          </a:solidFill>
                        </a:rPr>
                        <a:t>7</a:t>
                      </a:r>
                    </a:p>
                  </a:txBody>
                  <a:tcPr anchor="ctr">
                    <a:solidFill>
                      <a:srgbClr val="FF0000"/>
                    </a:solidFill>
                  </a:tcPr>
                </a:tc>
                <a:tc>
                  <a:txBody>
                    <a:bodyPr/>
                    <a:lstStyle/>
                    <a:p>
                      <a:pPr algn="ctr"/>
                      <a:r>
                        <a:rPr lang="en-US" sz="1400" b="1" dirty="0">
                          <a:solidFill>
                            <a:schemeClr val="tx1"/>
                          </a:solidFill>
                        </a:rPr>
                        <a:t>35</a:t>
                      </a:r>
                    </a:p>
                  </a:txBody>
                  <a:tcPr anchor="ctr">
                    <a:solidFill>
                      <a:srgbClr val="FF0000"/>
                    </a:solidFill>
                  </a:tcPr>
                </a:tc>
                <a:tc>
                  <a:txBody>
                    <a:bodyPr/>
                    <a:lstStyle/>
                    <a:p>
                      <a:pPr algn="ctr"/>
                      <a:r>
                        <a:rPr lang="en-US" sz="1400" b="1" dirty="0">
                          <a:solidFill>
                            <a:schemeClr val="tx1"/>
                          </a:solidFill>
                        </a:rPr>
                        <a:t>1</a:t>
                      </a:r>
                    </a:p>
                  </a:txBody>
                  <a:tcPr anchor="ctr">
                    <a:solidFill>
                      <a:srgbClr val="91DCFD"/>
                    </a:solidFill>
                  </a:tcPr>
                </a:tc>
                <a:extLst>
                  <a:ext uri="{0D108BD9-81ED-4DB2-BD59-A6C34878D82A}">
                    <a16:rowId xmlns:a16="http://schemas.microsoft.com/office/drawing/2014/main" val="1519708298"/>
                  </a:ext>
                </a:extLst>
              </a:tr>
            </a:tbl>
          </a:graphicData>
        </a:graphic>
      </p:graphicFrame>
      <p:graphicFrame>
        <p:nvGraphicFramePr>
          <p:cNvPr id="11" name="Table 5">
            <a:extLst>
              <a:ext uri="{FF2B5EF4-FFF2-40B4-BE49-F238E27FC236}">
                <a16:creationId xmlns:a16="http://schemas.microsoft.com/office/drawing/2014/main" id="{C2A7BEF5-70B2-9060-7455-6E36048262DA}"/>
              </a:ext>
            </a:extLst>
          </p:cNvPr>
          <p:cNvGraphicFramePr>
            <a:graphicFrameLocks noGrp="1"/>
          </p:cNvGraphicFramePr>
          <p:nvPr>
            <p:extLst>
              <p:ext uri="{D42A27DB-BD31-4B8C-83A1-F6EECF244321}">
                <p14:modId xmlns:p14="http://schemas.microsoft.com/office/powerpoint/2010/main" val="2266275552"/>
              </p:ext>
            </p:extLst>
          </p:nvPr>
        </p:nvGraphicFramePr>
        <p:xfrm>
          <a:off x="7696201" y="301752"/>
          <a:ext cx="2286000" cy="2286000"/>
        </p:xfrm>
        <a:graphic>
          <a:graphicData uri="http://schemas.openxmlformats.org/drawingml/2006/table">
            <a:tbl>
              <a:tblPr firstRow="1" bandRow="1">
                <a:tableStyleId>{5C22544A-7EE6-4342-B048-85BDC9FD1C3A}</a:tableStyleId>
              </a:tblPr>
              <a:tblGrid>
                <a:gridCol w="381000">
                  <a:extLst>
                    <a:ext uri="{9D8B030D-6E8A-4147-A177-3AD203B41FA5}">
                      <a16:colId xmlns:a16="http://schemas.microsoft.com/office/drawing/2014/main" val="3730897983"/>
                    </a:ext>
                  </a:extLst>
                </a:gridCol>
                <a:gridCol w="381000">
                  <a:extLst>
                    <a:ext uri="{9D8B030D-6E8A-4147-A177-3AD203B41FA5}">
                      <a16:colId xmlns:a16="http://schemas.microsoft.com/office/drawing/2014/main" val="1764640111"/>
                    </a:ext>
                  </a:extLst>
                </a:gridCol>
                <a:gridCol w="381000">
                  <a:extLst>
                    <a:ext uri="{9D8B030D-6E8A-4147-A177-3AD203B41FA5}">
                      <a16:colId xmlns:a16="http://schemas.microsoft.com/office/drawing/2014/main" val="1539453782"/>
                    </a:ext>
                  </a:extLst>
                </a:gridCol>
                <a:gridCol w="381000">
                  <a:extLst>
                    <a:ext uri="{9D8B030D-6E8A-4147-A177-3AD203B41FA5}">
                      <a16:colId xmlns:a16="http://schemas.microsoft.com/office/drawing/2014/main" val="3750847044"/>
                    </a:ext>
                  </a:extLst>
                </a:gridCol>
                <a:gridCol w="381000">
                  <a:extLst>
                    <a:ext uri="{9D8B030D-6E8A-4147-A177-3AD203B41FA5}">
                      <a16:colId xmlns:a16="http://schemas.microsoft.com/office/drawing/2014/main" val="3582527342"/>
                    </a:ext>
                  </a:extLst>
                </a:gridCol>
                <a:gridCol w="381000">
                  <a:extLst>
                    <a:ext uri="{9D8B030D-6E8A-4147-A177-3AD203B41FA5}">
                      <a16:colId xmlns:a16="http://schemas.microsoft.com/office/drawing/2014/main" val="148253716"/>
                    </a:ext>
                  </a:extLst>
                </a:gridCol>
              </a:tblGrid>
              <a:tr h="381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0</a:t>
                      </a:r>
                    </a:p>
                  </a:txBody>
                  <a:tcPr anchor="ctr">
                    <a:lnB w="12700" cap="flat" cmpd="sng" algn="ctr">
                      <a:solidFill>
                        <a:schemeClr val="bg1"/>
                      </a:solidFill>
                      <a:prstDash val="solid"/>
                      <a:round/>
                      <a:headEnd type="none" w="med" len="med"/>
                      <a:tailEnd type="none" w="med" len="med"/>
                    </a:lnB>
                    <a:solidFill>
                      <a:srgbClr val="BCEAF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0</a:t>
                      </a:r>
                    </a:p>
                  </a:txBody>
                  <a:tcPr anchor="ctr">
                    <a:lnB w="12700" cap="flat" cmpd="sng" algn="ctr">
                      <a:solidFill>
                        <a:schemeClr val="bg1"/>
                      </a:solidFill>
                      <a:prstDash val="solid"/>
                      <a:round/>
                      <a:headEnd type="none" w="med" len="med"/>
                      <a:tailEnd type="none" w="med" len="med"/>
                    </a:lnB>
                    <a:solidFill>
                      <a:srgbClr val="BCEAF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0</a:t>
                      </a:r>
                    </a:p>
                  </a:txBody>
                  <a:tcPr anchor="ctr">
                    <a:lnB w="12700" cap="flat" cmpd="sng" algn="ctr">
                      <a:solidFill>
                        <a:schemeClr val="bg1"/>
                      </a:solidFill>
                      <a:prstDash val="solid"/>
                      <a:round/>
                      <a:headEnd type="none" w="med" len="med"/>
                      <a:tailEnd type="none" w="med" len="med"/>
                    </a:lnB>
                    <a:solidFill>
                      <a:srgbClr val="BCEAF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0</a:t>
                      </a:r>
                    </a:p>
                  </a:txBody>
                  <a:tcPr anchor="ctr">
                    <a:lnB w="12700" cap="flat" cmpd="sng" algn="ctr">
                      <a:solidFill>
                        <a:schemeClr val="bg1"/>
                      </a:solidFill>
                      <a:prstDash val="solid"/>
                      <a:round/>
                      <a:headEnd type="none" w="med" len="med"/>
                      <a:tailEnd type="none" w="med" len="med"/>
                    </a:lnB>
                    <a:solidFill>
                      <a:srgbClr val="BCEAF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0</a:t>
                      </a:r>
                    </a:p>
                  </a:txBody>
                  <a:tcPr anchor="ctr">
                    <a:lnB w="12700" cap="flat" cmpd="sng" algn="ctr">
                      <a:solidFill>
                        <a:schemeClr val="bg1"/>
                      </a:solidFill>
                      <a:prstDash val="solid"/>
                      <a:round/>
                      <a:headEnd type="none" w="med" len="med"/>
                      <a:tailEnd type="none" w="med" len="med"/>
                    </a:lnB>
                    <a:solidFill>
                      <a:srgbClr val="BCEAF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0</a:t>
                      </a:r>
                    </a:p>
                  </a:txBody>
                  <a:tcPr anchor="ctr">
                    <a:lnB w="12700" cap="flat" cmpd="sng" algn="ctr">
                      <a:solidFill>
                        <a:schemeClr val="bg1"/>
                      </a:solidFill>
                      <a:prstDash val="solid"/>
                      <a:round/>
                      <a:headEnd type="none" w="med" len="med"/>
                      <a:tailEnd type="none" w="med" len="med"/>
                    </a:lnB>
                    <a:solidFill>
                      <a:srgbClr val="BCEAFE"/>
                    </a:solidFill>
                  </a:tcPr>
                </a:tc>
                <a:extLst>
                  <a:ext uri="{0D108BD9-81ED-4DB2-BD59-A6C34878D82A}">
                    <a16:rowId xmlns:a16="http://schemas.microsoft.com/office/drawing/2014/main" val="1170224828"/>
                  </a:ext>
                </a:extLst>
              </a:tr>
              <a:tr h="381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0</a:t>
                      </a:r>
                    </a:p>
                  </a:txBody>
                  <a:tcPr anchor="ctr">
                    <a:lnT w="12700" cap="flat" cmpd="sng" algn="ctr">
                      <a:solidFill>
                        <a:schemeClr val="bg1"/>
                      </a:solidFill>
                      <a:prstDash val="solid"/>
                      <a:round/>
                      <a:headEnd type="none" w="med" len="med"/>
                      <a:tailEnd type="none" w="med" len="med"/>
                    </a:lnT>
                    <a:solidFill>
                      <a:srgbClr val="BCEAFE"/>
                    </a:solidFill>
                  </a:tcPr>
                </a:tc>
                <a:tc>
                  <a:txBody>
                    <a:bodyPr/>
                    <a:lstStyle/>
                    <a:p>
                      <a:pPr algn="ctr"/>
                      <a:r>
                        <a:rPr lang="en-US" sz="1400" b="1" dirty="0">
                          <a:solidFill>
                            <a:schemeClr val="tx1"/>
                          </a:solidFill>
                        </a:rPr>
                        <a:t>1</a:t>
                      </a:r>
                    </a:p>
                  </a:txBody>
                  <a:tcPr anchor="ctr">
                    <a:lnT w="12700" cap="flat" cmpd="sng" algn="ctr">
                      <a:solidFill>
                        <a:schemeClr val="bg1"/>
                      </a:solidFill>
                      <a:prstDash val="solid"/>
                      <a:round/>
                      <a:headEnd type="none" w="med" len="med"/>
                      <a:tailEnd type="none" w="med" len="med"/>
                    </a:lnT>
                    <a:solidFill>
                      <a:srgbClr val="91DCFD"/>
                    </a:solidFill>
                  </a:tcPr>
                </a:tc>
                <a:tc>
                  <a:txBody>
                    <a:bodyPr/>
                    <a:lstStyle/>
                    <a:p>
                      <a:pPr algn="ctr"/>
                      <a:r>
                        <a:rPr lang="en-US" sz="1400" b="1" dirty="0">
                          <a:solidFill>
                            <a:schemeClr val="tx1"/>
                          </a:solidFill>
                        </a:rPr>
                        <a:t>1</a:t>
                      </a:r>
                    </a:p>
                  </a:txBody>
                  <a:tcPr anchor="ctr">
                    <a:lnT w="12700" cap="flat" cmpd="sng" algn="ctr">
                      <a:solidFill>
                        <a:schemeClr val="bg1"/>
                      </a:solidFill>
                      <a:prstDash val="solid"/>
                      <a:round/>
                      <a:headEnd type="none" w="med" len="med"/>
                      <a:tailEnd type="none" w="med" len="med"/>
                    </a:lnT>
                    <a:solidFill>
                      <a:srgbClr val="91DCFD"/>
                    </a:solidFill>
                  </a:tcPr>
                </a:tc>
                <a:tc>
                  <a:txBody>
                    <a:bodyPr/>
                    <a:lstStyle/>
                    <a:p>
                      <a:pPr algn="ctr"/>
                      <a:r>
                        <a:rPr lang="en-US" sz="1400" b="1" dirty="0">
                          <a:solidFill>
                            <a:schemeClr val="tx1"/>
                          </a:solidFill>
                        </a:rPr>
                        <a:t>2</a:t>
                      </a:r>
                    </a:p>
                  </a:txBody>
                  <a:tcPr anchor="ctr">
                    <a:lnT w="12700" cap="flat" cmpd="sng" algn="ctr">
                      <a:solidFill>
                        <a:schemeClr val="bg1"/>
                      </a:solidFill>
                      <a:prstDash val="solid"/>
                      <a:round/>
                      <a:headEnd type="none" w="med" len="med"/>
                      <a:tailEnd type="none" w="med" len="med"/>
                    </a:lnT>
                    <a:solidFill>
                      <a:srgbClr val="46C4FC"/>
                    </a:solidFill>
                  </a:tcPr>
                </a:tc>
                <a:tc>
                  <a:txBody>
                    <a:bodyPr/>
                    <a:lstStyle/>
                    <a:p>
                      <a:pPr algn="ctr"/>
                      <a:r>
                        <a:rPr lang="en-US" sz="1400" b="1" dirty="0">
                          <a:solidFill>
                            <a:schemeClr val="tx1"/>
                          </a:solidFill>
                        </a:rPr>
                        <a:t>2</a:t>
                      </a:r>
                    </a:p>
                  </a:txBody>
                  <a:tcPr anchor="ctr">
                    <a:lnT w="12700" cap="flat" cmpd="sng" algn="ctr">
                      <a:solidFill>
                        <a:schemeClr val="bg1"/>
                      </a:solidFill>
                      <a:prstDash val="solid"/>
                      <a:round/>
                      <a:headEnd type="none" w="med" len="med"/>
                      <a:tailEnd type="none" w="med" len="med"/>
                    </a:lnT>
                    <a:solidFill>
                      <a:srgbClr val="46C4F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0</a:t>
                      </a:r>
                    </a:p>
                  </a:txBody>
                  <a:tcPr anchor="ctr">
                    <a:lnT w="12700" cap="flat" cmpd="sng" algn="ctr">
                      <a:solidFill>
                        <a:schemeClr val="bg1"/>
                      </a:solidFill>
                      <a:prstDash val="solid"/>
                      <a:round/>
                      <a:headEnd type="none" w="med" len="med"/>
                      <a:tailEnd type="none" w="med" len="med"/>
                    </a:lnT>
                    <a:solidFill>
                      <a:srgbClr val="BCEAFE"/>
                    </a:solidFill>
                  </a:tcPr>
                </a:tc>
                <a:extLst>
                  <a:ext uri="{0D108BD9-81ED-4DB2-BD59-A6C34878D82A}">
                    <a16:rowId xmlns:a16="http://schemas.microsoft.com/office/drawing/2014/main" val="409054474"/>
                  </a:ext>
                </a:extLst>
              </a:tr>
              <a:tr h="381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0</a:t>
                      </a:r>
                    </a:p>
                  </a:txBody>
                  <a:tcPr anchor="ctr">
                    <a:solidFill>
                      <a:srgbClr val="BCEAFE"/>
                    </a:solidFill>
                  </a:tcPr>
                </a:tc>
                <a:tc>
                  <a:txBody>
                    <a:bodyPr/>
                    <a:lstStyle/>
                    <a:p>
                      <a:pPr algn="ctr"/>
                      <a:r>
                        <a:rPr lang="en-US" sz="1400" b="1" dirty="0">
                          <a:solidFill>
                            <a:schemeClr val="tx1"/>
                          </a:solidFill>
                        </a:rPr>
                        <a:t>3</a:t>
                      </a:r>
                    </a:p>
                  </a:txBody>
                  <a:tcPr anchor="ctr">
                    <a:solidFill>
                      <a:srgbClr val="1DB6FB"/>
                    </a:solidFill>
                  </a:tcPr>
                </a:tc>
                <a:tc>
                  <a:txBody>
                    <a:bodyPr/>
                    <a:lstStyle/>
                    <a:p>
                      <a:pPr algn="ctr"/>
                      <a:r>
                        <a:rPr lang="en-US" sz="1400" b="1" dirty="0">
                          <a:solidFill>
                            <a:schemeClr val="tx1"/>
                          </a:solidFill>
                        </a:rPr>
                        <a:t>7</a:t>
                      </a:r>
                    </a:p>
                  </a:txBody>
                  <a:tcPr anchor="ctr">
                    <a:solidFill>
                      <a:srgbClr val="026A98"/>
                    </a:solidFill>
                  </a:tcPr>
                </a:tc>
                <a:tc>
                  <a:txBody>
                    <a:bodyPr/>
                    <a:lstStyle/>
                    <a:p>
                      <a:pPr algn="ctr"/>
                      <a:r>
                        <a:rPr lang="en-US" sz="1400" b="1" dirty="0">
                          <a:solidFill>
                            <a:schemeClr val="tx1"/>
                          </a:solidFill>
                        </a:rPr>
                        <a:t>5</a:t>
                      </a:r>
                    </a:p>
                  </a:txBody>
                  <a:tcPr anchor="ctr">
                    <a:solidFill>
                      <a:srgbClr val="037EB5"/>
                    </a:solidFill>
                  </a:tcPr>
                </a:tc>
                <a:tc>
                  <a:txBody>
                    <a:bodyPr/>
                    <a:lstStyle/>
                    <a:p>
                      <a:pPr algn="ctr"/>
                      <a:r>
                        <a:rPr lang="en-US" sz="1400" b="1" dirty="0">
                          <a:solidFill>
                            <a:schemeClr val="tx1"/>
                          </a:solidFill>
                        </a:rPr>
                        <a:t>4</a:t>
                      </a:r>
                    </a:p>
                  </a:txBody>
                  <a:tcPr anchor="ctr">
                    <a:solidFill>
                      <a:srgbClr val="0498D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0</a:t>
                      </a:r>
                    </a:p>
                  </a:txBody>
                  <a:tcPr anchor="ctr">
                    <a:solidFill>
                      <a:srgbClr val="BCEAFE"/>
                    </a:solidFill>
                  </a:tcPr>
                </a:tc>
                <a:extLst>
                  <a:ext uri="{0D108BD9-81ED-4DB2-BD59-A6C34878D82A}">
                    <a16:rowId xmlns:a16="http://schemas.microsoft.com/office/drawing/2014/main" val="1356169657"/>
                  </a:ext>
                </a:extLst>
              </a:tr>
              <a:tr h="381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0</a:t>
                      </a:r>
                    </a:p>
                  </a:txBody>
                  <a:tcPr anchor="ctr">
                    <a:solidFill>
                      <a:srgbClr val="BCEAFE"/>
                    </a:solidFill>
                  </a:tcPr>
                </a:tc>
                <a:tc>
                  <a:txBody>
                    <a:bodyPr/>
                    <a:lstStyle/>
                    <a:p>
                      <a:pPr algn="ctr"/>
                      <a:r>
                        <a:rPr lang="en-US" sz="1400" b="1" dirty="0">
                          <a:solidFill>
                            <a:schemeClr val="tx1"/>
                          </a:solidFill>
                        </a:rPr>
                        <a:t>0</a:t>
                      </a:r>
                    </a:p>
                  </a:txBody>
                  <a:tcPr anchor="ctr">
                    <a:solidFill>
                      <a:srgbClr val="BCEAFE"/>
                    </a:solidFill>
                  </a:tcPr>
                </a:tc>
                <a:tc>
                  <a:txBody>
                    <a:bodyPr/>
                    <a:lstStyle/>
                    <a:p>
                      <a:pPr algn="ctr"/>
                      <a:r>
                        <a:rPr lang="en-US" sz="1400" b="1" dirty="0">
                          <a:solidFill>
                            <a:schemeClr val="tx1"/>
                          </a:solidFill>
                        </a:rPr>
                        <a:t>0</a:t>
                      </a:r>
                    </a:p>
                  </a:txBody>
                  <a:tcPr anchor="ctr">
                    <a:solidFill>
                      <a:srgbClr val="BCEAFE"/>
                    </a:solidFill>
                  </a:tcPr>
                </a:tc>
                <a:tc>
                  <a:txBody>
                    <a:bodyPr/>
                    <a:lstStyle/>
                    <a:p>
                      <a:pPr algn="ctr"/>
                      <a:r>
                        <a:rPr lang="en-US" sz="1400" b="1" dirty="0">
                          <a:solidFill>
                            <a:schemeClr val="bg1"/>
                          </a:solidFill>
                        </a:rPr>
                        <a:t>20</a:t>
                      </a:r>
                    </a:p>
                  </a:txBody>
                  <a:tcPr anchor="ctr">
                    <a:solidFill>
                      <a:srgbClr val="024D6E"/>
                    </a:solidFill>
                  </a:tcPr>
                </a:tc>
                <a:tc>
                  <a:txBody>
                    <a:bodyPr/>
                    <a:lstStyle/>
                    <a:p>
                      <a:pPr algn="ctr"/>
                      <a:r>
                        <a:rPr lang="en-US" sz="1400" b="1" dirty="0">
                          <a:solidFill>
                            <a:schemeClr val="tx1"/>
                          </a:solidFill>
                        </a:rPr>
                        <a:t>0</a:t>
                      </a:r>
                    </a:p>
                  </a:txBody>
                  <a:tcPr anchor="ctr">
                    <a:solidFill>
                      <a:srgbClr val="BCEAFE"/>
                    </a:solidFill>
                  </a:tcPr>
                </a:tc>
                <a:tc>
                  <a:txBody>
                    <a:bodyPr/>
                    <a:lstStyle/>
                    <a:p>
                      <a:pPr algn="ctr"/>
                      <a:r>
                        <a:rPr lang="en-US" sz="1400" b="1" dirty="0">
                          <a:solidFill>
                            <a:schemeClr val="tx1"/>
                          </a:solidFill>
                        </a:rPr>
                        <a:t>1</a:t>
                      </a:r>
                    </a:p>
                  </a:txBody>
                  <a:tcPr anchor="ctr">
                    <a:solidFill>
                      <a:srgbClr val="91DCFD"/>
                    </a:solidFill>
                  </a:tcPr>
                </a:tc>
                <a:extLst>
                  <a:ext uri="{0D108BD9-81ED-4DB2-BD59-A6C34878D82A}">
                    <a16:rowId xmlns:a16="http://schemas.microsoft.com/office/drawing/2014/main" val="2197962586"/>
                  </a:ext>
                </a:extLst>
              </a:tr>
              <a:tr h="381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0</a:t>
                      </a:r>
                    </a:p>
                  </a:txBody>
                  <a:tcPr anchor="ctr">
                    <a:solidFill>
                      <a:srgbClr val="BCEAFE"/>
                    </a:solidFill>
                  </a:tcPr>
                </a:tc>
                <a:tc>
                  <a:txBody>
                    <a:bodyPr/>
                    <a:lstStyle/>
                    <a:p>
                      <a:pPr algn="ctr"/>
                      <a:r>
                        <a:rPr lang="en-US" sz="1400" b="1" dirty="0">
                          <a:solidFill>
                            <a:schemeClr val="tx1"/>
                          </a:solidFill>
                        </a:rPr>
                        <a:t>0</a:t>
                      </a:r>
                    </a:p>
                  </a:txBody>
                  <a:tcPr anchor="ctr">
                    <a:solidFill>
                      <a:srgbClr val="BCEAFE"/>
                    </a:solidFill>
                  </a:tcPr>
                </a:tc>
                <a:tc>
                  <a:txBody>
                    <a:bodyPr/>
                    <a:lstStyle/>
                    <a:p>
                      <a:pPr algn="ctr"/>
                      <a:r>
                        <a:rPr lang="en-US" sz="1400" b="1" dirty="0">
                          <a:solidFill>
                            <a:schemeClr val="tx1"/>
                          </a:solidFill>
                        </a:rPr>
                        <a:t>0</a:t>
                      </a:r>
                    </a:p>
                  </a:txBody>
                  <a:tcPr anchor="ctr">
                    <a:solidFill>
                      <a:srgbClr val="BCEAFE"/>
                    </a:solidFill>
                  </a:tcPr>
                </a:tc>
                <a:tc>
                  <a:txBody>
                    <a:bodyPr/>
                    <a:lstStyle/>
                    <a:p>
                      <a:pPr algn="ctr"/>
                      <a:r>
                        <a:rPr lang="en-US" sz="1400" b="1" dirty="0">
                          <a:solidFill>
                            <a:schemeClr val="tx1"/>
                          </a:solidFill>
                        </a:rPr>
                        <a:t>1</a:t>
                      </a:r>
                    </a:p>
                  </a:txBody>
                  <a:tcPr anchor="ctr">
                    <a:solidFill>
                      <a:srgbClr val="91DCFD"/>
                    </a:solidFill>
                  </a:tcPr>
                </a:tc>
                <a:tc>
                  <a:txBody>
                    <a:bodyPr/>
                    <a:lstStyle/>
                    <a:p>
                      <a:pPr algn="ctr"/>
                      <a:r>
                        <a:rPr lang="en-US" sz="1400" b="1" dirty="0">
                          <a:solidFill>
                            <a:schemeClr val="bg1"/>
                          </a:solidFill>
                        </a:rPr>
                        <a:t>24</a:t>
                      </a:r>
                    </a:p>
                  </a:txBody>
                  <a:tcPr anchor="ctr">
                    <a:solidFill>
                      <a:srgbClr val="012D4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0</a:t>
                      </a:r>
                    </a:p>
                  </a:txBody>
                  <a:tcPr anchor="ctr">
                    <a:solidFill>
                      <a:srgbClr val="BCEAFE"/>
                    </a:solidFill>
                  </a:tcPr>
                </a:tc>
                <a:extLst>
                  <a:ext uri="{0D108BD9-81ED-4DB2-BD59-A6C34878D82A}">
                    <a16:rowId xmlns:a16="http://schemas.microsoft.com/office/drawing/2014/main" val="715122108"/>
                  </a:ext>
                </a:extLst>
              </a:tr>
              <a:tr h="381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0</a:t>
                      </a:r>
                    </a:p>
                  </a:txBody>
                  <a:tcPr anchor="ctr">
                    <a:solidFill>
                      <a:srgbClr val="BCEAFE"/>
                    </a:solidFill>
                  </a:tcPr>
                </a:tc>
                <a:tc>
                  <a:txBody>
                    <a:bodyPr/>
                    <a:lstStyle/>
                    <a:p>
                      <a:pPr algn="ctr"/>
                      <a:r>
                        <a:rPr lang="en-US" sz="1400" b="1" dirty="0">
                          <a:solidFill>
                            <a:schemeClr val="tx1"/>
                          </a:solidFill>
                        </a:rPr>
                        <a:t>2</a:t>
                      </a:r>
                    </a:p>
                  </a:txBody>
                  <a:tcPr anchor="ctr">
                    <a:solidFill>
                      <a:srgbClr val="46C4FC"/>
                    </a:solidFill>
                  </a:tcPr>
                </a:tc>
                <a:tc>
                  <a:txBody>
                    <a:bodyPr/>
                    <a:lstStyle/>
                    <a:p>
                      <a:pPr algn="ctr"/>
                      <a:r>
                        <a:rPr lang="en-US" sz="1400" b="1" dirty="0">
                          <a:solidFill>
                            <a:schemeClr val="tx1"/>
                          </a:solidFill>
                        </a:rPr>
                        <a:t>4</a:t>
                      </a:r>
                    </a:p>
                  </a:txBody>
                  <a:tcPr anchor="ctr">
                    <a:solidFill>
                      <a:srgbClr val="0498DA"/>
                    </a:solidFill>
                  </a:tcPr>
                </a:tc>
                <a:tc>
                  <a:txBody>
                    <a:bodyPr/>
                    <a:lstStyle/>
                    <a:p>
                      <a:pPr algn="ctr"/>
                      <a:r>
                        <a:rPr lang="en-US" sz="1400" b="1" dirty="0">
                          <a:solidFill>
                            <a:schemeClr val="tx1"/>
                          </a:solidFill>
                        </a:rPr>
                        <a:t>7</a:t>
                      </a:r>
                    </a:p>
                  </a:txBody>
                  <a:tcPr anchor="ctr">
                    <a:solidFill>
                      <a:srgbClr val="026A98"/>
                    </a:solidFill>
                  </a:tcPr>
                </a:tc>
                <a:tc>
                  <a:txBody>
                    <a:bodyPr/>
                    <a:lstStyle/>
                    <a:p>
                      <a:pPr algn="ctr"/>
                      <a:r>
                        <a:rPr lang="en-US" sz="1400" b="1" dirty="0">
                          <a:solidFill>
                            <a:schemeClr val="bg1"/>
                          </a:solidFill>
                        </a:rPr>
                        <a:t>35</a:t>
                      </a:r>
                    </a:p>
                  </a:txBody>
                  <a:tcPr anchor="ctr">
                    <a:solidFill>
                      <a:srgbClr val="001118"/>
                    </a:solidFill>
                  </a:tcPr>
                </a:tc>
                <a:tc>
                  <a:txBody>
                    <a:bodyPr/>
                    <a:lstStyle/>
                    <a:p>
                      <a:pPr algn="ctr"/>
                      <a:r>
                        <a:rPr lang="en-US" sz="1400" b="1" dirty="0">
                          <a:solidFill>
                            <a:schemeClr val="tx1"/>
                          </a:solidFill>
                        </a:rPr>
                        <a:t>1</a:t>
                      </a:r>
                    </a:p>
                  </a:txBody>
                  <a:tcPr anchor="ctr">
                    <a:solidFill>
                      <a:srgbClr val="91DCFD"/>
                    </a:solidFill>
                  </a:tcPr>
                </a:tc>
                <a:extLst>
                  <a:ext uri="{0D108BD9-81ED-4DB2-BD59-A6C34878D82A}">
                    <a16:rowId xmlns:a16="http://schemas.microsoft.com/office/drawing/2014/main" val="1519708298"/>
                  </a:ext>
                </a:extLst>
              </a:tr>
            </a:tbl>
          </a:graphicData>
        </a:graphic>
      </p:graphicFrame>
      <p:sp>
        <p:nvSpPr>
          <p:cNvPr id="12" name="TextBox 11">
            <a:extLst>
              <a:ext uri="{FF2B5EF4-FFF2-40B4-BE49-F238E27FC236}">
                <a16:creationId xmlns:a16="http://schemas.microsoft.com/office/drawing/2014/main" id="{111A511B-6C4A-250D-9AC8-21D2D1A99CB5}"/>
              </a:ext>
            </a:extLst>
          </p:cNvPr>
          <p:cNvSpPr txBox="1"/>
          <p:nvPr/>
        </p:nvSpPr>
        <p:spPr>
          <a:xfrm>
            <a:off x="7845878" y="2636762"/>
            <a:ext cx="1986646" cy="646331"/>
          </a:xfrm>
          <a:prstGeom prst="rect">
            <a:avLst/>
          </a:prstGeom>
          <a:noFill/>
        </p:spPr>
        <p:txBody>
          <a:bodyPr wrap="square">
            <a:spAutoFit/>
          </a:bodyPr>
          <a:lstStyle/>
          <a:p>
            <a:r>
              <a:rPr lang="en-US" dirty="0">
                <a:sym typeface="Wingdings" panose="05000000000000000000" pitchFamily="2" charset="2"/>
              </a:rPr>
              <a:t>Flow accumulation </a:t>
            </a:r>
            <a:endParaRPr lang="en-US" dirty="0"/>
          </a:p>
        </p:txBody>
      </p:sp>
      <p:graphicFrame>
        <p:nvGraphicFramePr>
          <p:cNvPr id="13" name="Table 5">
            <a:extLst>
              <a:ext uri="{FF2B5EF4-FFF2-40B4-BE49-F238E27FC236}">
                <a16:creationId xmlns:a16="http://schemas.microsoft.com/office/drawing/2014/main" id="{032F938F-F488-A653-B9F7-6C695ACD6524}"/>
              </a:ext>
            </a:extLst>
          </p:cNvPr>
          <p:cNvGraphicFramePr>
            <a:graphicFrameLocks noGrp="1"/>
          </p:cNvGraphicFramePr>
          <p:nvPr>
            <p:extLst>
              <p:ext uri="{D42A27DB-BD31-4B8C-83A1-F6EECF244321}">
                <p14:modId xmlns:p14="http://schemas.microsoft.com/office/powerpoint/2010/main" val="3477913454"/>
              </p:ext>
            </p:extLst>
          </p:nvPr>
        </p:nvGraphicFramePr>
        <p:xfrm>
          <a:off x="4953000" y="301752"/>
          <a:ext cx="2286000" cy="2286000"/>
        </p:xfrm>
        <a:graphic>
          <a:graphicData uri="http://schemas.openxmlformats.org/drawingml/2006/table">
            <a:tbl>
              <a:tblPr firstRow="1" bandRow="1">
                <a:tableStyleId>{5C22544A-7EE6-4342-B048-85BDC9FD1C3A}</a:tableStyleId>
              </a:tblPr>
              <a:tblGrid>
                <a:gridCol w="381000">
                  <a:extLst>
                    <a:ext uri="{9D8B030D-6E8A-4147-A177-3AD203B41FA5}">
                      <a16:colId xmlns:a16="http://schemas.microsoft.com/office/drawing/2014/main" val="3730897983"/>
                    </a:ext>
                  </a:extLst>
                </a:gridCol>
                <a:gridCol w="381000">
                  <a:extLst>
                    <a:ext uri="{9D8B030D-6E8A-4147-A177-3AD203B41FA5}">
                      <a16:colId xmlns:a16="http://schemas.microsoft.com/office/drawing/2014/main" val="1764640111"/>
                    </a:ext>
                  </a:extLst>
                </a:gridCol>
                <a:gridCol w="381000">
                  <a:extLst>
                    <a:ext uri="{9D8B030D-6E8A-4147-A177-3AD203B41FA5}">
                      <a16:colId xmlns:a16="http://schemas.microsoft.com/office/drawing/2014/main" val="1539453782"/>
                    </a:ext>
                  </a:extLst>
                </a:gridCol>
                <a:gridCol w="381000">
                  <a:extLst>
                    <a:ext uri="{9D8B030D-6E8A-4147-A177-3AD203B41FA5}">
                      <a16:colId xmlns:a16="http://schemas.microsoft.com/office/drawing/2014/main" val="3750847044"/>
                    </a:ext>
                  </a:extLst>
                </a:gridCol>
                <a:gridCol w="381000">
                  <a:extLst>
                    <a:ext uri="{9D8B030D-6E8A-4147-A177-3AD203B41FA5}">
                      <a16:colId xmlns:a16="http://schemas.microsoft.com/office/drawing/2014/main" val="3582527342"/>
                    </a:ext>
                  </a:extLst>
                </a:gridCol>
                <a:gridCol w="381000">
                  <a:extLst>
                    <a:ext uri="{9D8B030D-6E8A-4147-A177-3AD203B41FA5}">
                      <a16:colId xmlns:a16="http://schemas.microsoft.com/office/drawing/2014/main" val="148253716"/>
                    </a:ext>
                  </a:extLst>
                </a:gridCol>
              </a:tblGrid>
              <a:tr h="381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chemeClr val="tx1"/>
                          </a:solidFill>
                        </a:rPr>
                        <a:t>↘</a:t>
                      </a:r>
                    </a:p>
                  </a:txBody>
                  <a:tcPr anchor="ctr">
                    <a:lnB w="12700" cap="flat" cmpd="sng" algn="ctr">
                      <a:solidFill>
                        <a:schemeClr val="bg1"/>
                      </a:solidFill>
                      <a:prstDash val="solid"/>
                      <a:round/>
                      <a:headEnd type="none" w="med" len="med"/>
                      <a:tailEnd type="none" w="med" len="med"/>
                    </a:lnB>
                    <a:solidFill>
                      <a:srgbClr val="007D3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chemeClr val="tx1"/>
                          </a:solidFill>
                        </a:rPr>
                        <a:t>↘</a:t>
                      </a:r>
                    </a:p>
                  </a:txBody>
                  <a:tcPr anchor="ctr">
                    <a:lnB w="12700" cap="flat" cmpd="sng" algn="ctr">
                      <a:solidFill>
                        <a:schemeClr val="bg1"/>
                      </a:solidFill>
                      <a:prstDash val="solid"/>
                      <a:round/>
                      <a:headEnd type="none" w="med" len="med"/>
                      <a:tailEnd type="none" w="med" len="med"/>
                    </a:lnB>
                    <a:solidFill>
                      <a:srgbClr val="007D3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chemeClr val="tx1"/>
                          </a:solidFill>
                        </a:rPr>
                        <a:t>↘</a:t>
                      </a:r>
                    </a:p>
                  </a:txBody>
                  <a:tcPr anchor="ctr">
                    <a:lnB w="12700" cap="flat" cmpd="sng" algn="ctr">
                      <a:solidFill>
                        <a:schemeClr val="bg1"/>
                      </a:solidFill>
                      <a:prstDash val="solid"/>
                      <a:round/>
                      <a:headEnd type="none" w="med" len="med"/>
                      <a:tailEnd type="none" w="med" len="med"/>
                    </a:lnB>
                    <a:solidFill>
                      <a:srgbClr val="007D3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Calibri"/>
                          <a:ea typeface="+mn-ea"/>
                          <a:cs typeface="+mn-cs"/>
                        </a:rPr>
                        <a:t>↓</a:t>
                      </a:r>
                      <a:endParaRPr kumimoji="0" lang="en-US" sz="1600" b="1" i="0" u="none" strike="noStrike" kern="1200" cap="none" spc="0" normalizeH="0" baseline="0" noProof="0" dirty="0">
                        <a:ln>
                          <a:noFill/>
                        </a:ln>
                        <a:solidFill>
                          <a:prstClr val="black"/>
                        </a:solidFill>
                        <a:effectLst/>
                        <a:uLnTx/>
                        <a:uFillTx/>
                        <a:latin typeface="Calibri"/>
                        <a:ea typeface="+mn-ea"/>
                        <a:cs typeface="+mn-cs"/>
                      </a:endParaRPr>
                    </a:p>
                  </a:txBody>
                  <a:tcPr anchor="ctr">
                    <a:lnB w="12700" cap="flat" cmpd="sng" algn="ctr">
                      <a:solidFill>
                        <a:schemeClr val="bg1"/>
                      </a:solidFill>
                      <a:prstDash val="solid"/>
                      <a:round/>
                      <a:headEnd type="none" w="med" len="med"/>
                      <a:tailEnd type="none" w="med" len="med"/>
                    </a:lnB>
                    <a:solidFill>
                      <a:srgbClr val="9ED4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Calibri"/>
                          <a:ea typeface="+mn-ea"/>
                          <a:cs typeface="+mn-cs"/>
                        </a:rPr>
                        <a:t>↓</a:t>
                      </a:r>
                      <a:endParaRPr kumimoji="0" lang="en-US" sz="1600" b="1" i="0" u="none" strike="noStrike" kern="1200" cap="none" spc="0" normalizeH="0" baseline="0" noProof="0" dirty="0">
                        <a:ln>
                          <a:noFill/>
                        </a:ln>
                        <a:solidFill>
                          <a:prstClr val="black"/>
                        </a:solidFill>
                        <a:effectLst/>
                        <a:uLnTx/>
                        <a:uFillTx/>
                        <a:latin typeface="Calibri"/>
                        <a:ea typeface="+mn-ea"/>
                        <a:cs typeface="+mn-cs"/>
                      </a:endParaRPr>
                    </a:p>
                  </a:txBody>
                  <a:tcPr anchor="ctr">
                    <a:lnB w="12700" cap="flat" cmpd="sng" algn="ctr">
                      <a:solidFill>
                        <a:schemeClr val="bg1"/>
                      </a:solidFill>
                      <a:prstDash val="solid"/>
                      <a:round/>
                      <a:headEnd type="none" w="med" len="med"/>
                      <a:tailEnd type="none" w="med" len="med"/>
                    </a:lnB>
                    <a:solidFill>
                      <a:srgbClr val="9ED4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Calibri"/>
                          <a:ea typeface="+mn-ea"/>
                          <a:cs typeface="+mn-cs"/>
                        </a:rPr>
                        <a:t>↙</a:t>
                      </a:r>
                      <a:endParaRPr kumimoji="0" lang="en-US" sz="1600" b="1" i="0" u="none" strike="noStrike" kern="1200" cap="none" spc="0" normalizeH="0" baseline="0" noProof="0" dirty="0">
                        <a:ln>
                          <a:noFill/>
                        </a:ln>
                        <a:solidFill>
                          <a:prstClr val="black"/>
                        </a:solidFill>
                        <a:effectLst/>
                        <a:uLnTx/>
                        <a:uFillTx/>
                        <a:latin typeface="Calibri"/>
                        <a:ea typeface="+mn-ea"/>
                        <a:cs typeface="+mn-cs"/>
                      </a:endParaRPr>
                    </a:p>
                  </a:txBody>
                  <a:tcPr anchor="ctr">
                    <a:lnB w="12700" cap="flat" cmpd="sng" algn="ctr">
                      <a:solidFill>
                        <a:schemeClr val="bg1"/>
                      </a:solidFill>
                      <a:prstDash val="solid"/>
                      <a:round/>
                      <a:headEnd type="none" w="med" len="med"/>
                      <a:tailEnd type="none" w="med" len="med"/>
                    </a:lnB>
                    <a:solidFill>
                      <a:srgbClr val="00A9FF"/>
                    </a:solidFill>
                  </a:tcPr>
                </a:tc>
                <a:extLst>
                  <a:ext uri="{0D108BD9-81ED-4DB2-BD59-A6C34878D82A}">
                    <a16:rowId xmlns:a16="http://schemas.microsoft.com/office/drawing/2014/main" val="1170224828"/>
                  </a:ext>
                </a:extLst>
              </a:tr>
              <a:tr h="381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mn-cs"/>
                        </a:rPr>
                        <a:t>↘</a:t>
                      </a:r>
                    </a:p>
                  </a:txBody>
                  <a:tcPr anchor="ctr">
                    <a:lnT w="12700" cap="flat" cmpd="sng" algn="ctr">
                      <a:solidFill>
                        <a:schemeClr val="bg1"/>
                      </a:solidFill>
                      <a:prstDash val="solid"/>
                      <a:round/>
                      <a:headEnd type="none" w="med" len="med"/>
                      <a:tailEnd type="none" w="med" len="med"/>
                    </a:lnT>
                    <a:solidFill>
                      <a:srgbClr val="007D3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Calibri"/>
                          <a:ea typeface="+mn-ea"/>
                          <a:cs typeface="+mn-cs"/>
                        </a:rPr>
                        <a:t>↘</a:t>
                      </a:r>
                      <a:endParaRPr kumimoji="0" lang="en-US" sz="1600" b="1" i="0" u="none" strike="noStrike" kern="1200" cap="none" spc="0" normalizeH="0" baseline="0" noProof="0" dirty="0">
                        <a:ln>
                          <a:noFill/>
                        </a:ln>
                        <a:solidFill>
                          <a:prstClr val="black"/>
                        </a:solidFill>
                        <a:effectLst/>
                        <a:uLnTx/>
                        <a:uFillTx/>
                        <a:latin typeface="Calibri"/>
                        <a:ea typeface="+mn-ea"/>
                        <a:cs typeface="+mn-cs"/>
                      </a:endParaRPr>
                    </a:p>
                  </a:txBody>
                  <a:tcPr anchor="ct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007D3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mn-cs"/>
                        </a:rPr>
                        <a:t>↘</a:t>
                      </a:r>
                    </a:p>
                  </a:txBody>
                  <a:tcPr anchor="ctr">
                    <a:lnT w="12700" cap="flat" cmpd="sng" algn="ctr">
                      <a:solidFill>
                        <a:schemeClr val="bg1"/>
                      </a:solidFill>
                      <a:prstDash val="solid"/>
                      <a:round/>
                      <a:headEnd type="none" w="med" len="med"/>
                      <a:tailEnd type="none" w="med" len="med"/>
                    </a:lnT>
                    <a:solidFill>
                      <a:srgbClr val="007D3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Calibri"/>
                          <a:ea typeface="+mn-ea"/>
                          <a:cs typeface="+mn-cs"/>
                        </a:rPr>
                        <a:t>↓</a:t>
                      </a:r>
                      <a:endParaRPr kumimoji="0" lang="en-US" sz="1600" b="1" i="0" u="none" strike="noStrike" kern="1200" cap="none" spc="0" normalizeH="0" baseline="0" noProof="0" dirty="0">
                        <a:ln>
                          <a:noFill/>
                        </a:ln>
                        <a:solidFill>
                          <a:prstClr val="black"/>
                        </a:solidFill>
                        <a:effectLst/>
                        <a:uLnTx/>
                        <a:uFillTx/>
                        <a:latin typeface="Calibri"/>
                        <a:ea typeface="+mn-ea"/>
                        <a:cs typeface="+mn-cs"/>
                      </a:endParaRPr>
                    </a:p>
                  </a:txBody>
                  <a:tcPr anchor="ctr">
                    <a:lnT w="12700" cap="flat" cmpd="sng" algn="ctr">
                      <a:solidFill>
                        <a:schemeClr val="bg1"/>
                      </a:solidFill>
                      <a:prstDash val="solid"/>
                      <a:round/>
                      <a:headEnd type="none" w="med" len="med"/>
                      <a:tailEnd type="none" w="med" len="med"/>
                    </a:lnT>
                    <a:solidFill>
                      <a:srgbClr val="9ED4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mn-cs"/>
                        </a:rPr>
                        <a:t>↓</a:t>
                      </a:r>
                    </a:p>
                  </a:txBody>
                  <a:tcPr anchor="ctr">
                    <a:lnT w="12700" cap="flat" cmpd="sng" algn="ctr">
                      <a:solidFill>
                        <a:schemeClr val="bg1"/>
                      </a:solidFill>
                      <a:prstDash val="solid"/>
                      <a:round/>
                      <a:headEnd type="none" w="med" len="med"/>
                      <a:tailEnd type="none" w="med" len="med"/>
                    </a:lnT>
                    <a:solidFill>
                      <a:srgbClr val="9ED4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mn-cs"/>
                        </a:rPr>
                        <a:t>↙</a:t>
                      </a:r>
                    </a:p>
                  </a:txBody>
                  <a:tcPr anchor="ctr">
                    <a:lnT w="12700" cap="flat" cmpd="sng" algn="ctr">
                      <a:solidFill>
                        <a:schemeClr val="bg1"/>
                      </a:solidFill>
                      <a:prstDash val="solid"/>
                      <a:round/>
                      <a:headEnd type="none" w="med" len="med"/>
                      <a:tailEnd type="none" w="med" len="med"/>
                    </a:lnT>
                    <a:solidFill>
                      <a:srgbClr val="00A9FF"/>
                    </a:solidFill>
                  </a:tcPr>
                </a:tc>
                <a:extLst>
                  <a:ext uri="{0D108BD9-81ED-4DB2-BD59-A6C34878D82A}">
                    <a16:rowId xmlns:a16="http://schemas.microsoft.com/office/drawing/2014/main" val="409054474"/>
                  </a:ext>
                </a:extLst>
              </a:tr>
              <a:tr h="381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Calibri"/>
                          <a:ea typeface="+mn-ea"/>
                          <a:cs typeface="+mn-cs"/>
                        </a:rPr>
                        <a:t>→</a:t>
                      </a:r>
                      <a:endParaRPr kumimoji="0" lang="en-US" sz="1600" b="1" i="0" u="none" strike="noStrike" kern="1200" cap="none" spc="0" normalizeH="0" baseline="0" noProof="0" dirty="0">
                        <a:ln>
                          <a:noFill/>
                        </a:ln>
                        <a:solidFill>
                          <a:prstClr val="black"/>
                        </a:solidFill>
                        <a:effectLst/>
                        <a:uLnTx/>
                        <a:uFillTx/>
                        <a:latin typeface="Calibri"/>
                        <a:ea typeface="+mn-ea"/>
                        <a:cs typeface="+mn-cs"/>
                      </a:endParaRPr>
                    </a:p>
                  </a:txBody>
                  <a:tcPr anchor="ctr">
                    <a:lnR w="12700" cap="flat" cmpd="sng" algn="ctr">
                      <a:solidFill>
                        <a:schemeClr val="bg1"/>
                      </a:solidFill>
                      <a:prstDash val="solid"/>
                      <a:round/>
                      <a:headEnd type="none" w="med" len="med"/>
                      <a:tailEnd type="none" w="med" len="med"/>
                    </a:lnR>
                    <a:solidFill>
                      <a:srgbClr val="43BB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mn-cs"/>
                        </a:rPr>
                        <a: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43BB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mn-lt"/>
                          <a:ea typeface="+mn-ea"/>
                          <a:cs typeface="+mn-cs"/>
                        </a:rPr>
                        <a:t>↘</a:t>
                      </a:r>
                    </a:p>
                  </a:txBody>
                  <a:tcPr anchor="ctr">
                    <a:lnL w="12700" cap="flat" cmpd="sng" algn="ctr">
                      <a:solidFill>
                        <a:schemeClr val="bg1"/>
                      </a:solidFill>
                      <a:prstDash val="solid"/>
                      <a:round/>
                      <a:headEnd type="none" w="med" len="med"/>
                      <a:tailEnd type="none" w="med" len="med"/>
                    </a:lnL>
                    <a:solidFill>
                      <a:srgbClr val="007D3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mn-cs"/>
                        </a:rPr>
                        <a:t>↓</a:t>
                      </a:r>
                    </a:p>
                  </a:txBody>
                  <a:tcPr anchor="ctr">
                    <a:solidFill>
                      <a:srgbClr val="9ED4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chemeClr val="tx1"/>
                          </a:solidFill>
                        </a:rPr>
                        <a:t>↙</a:t>
                      </a:r>
                    </a:p>
                  </a:txBody>
                  <a:tcPr anchor="ctr">
                    <a:solidFill>
                      <a:srgbClr val="00A9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mn-cs"/>
                        </a:rPr>
                        <a:t>↓</a:t>
                      </a:r>
                    </a:p>
                  </a:txBody>
                  <a:tcPr anchor="ctr">
                    <a:solidFill>
                      <a:srgbClr val="9ED4FF"/>
                    </a:solidFill>
                  </a:tcPr>
                </a:tc>
                <a:extLst>
                  <a:ext uri="{0D108BD9-81ED-4DB2-BD59-A6C34878D82A}">
                    <a16:rowId xmlns:a16="http://schemas.microsoft.com/office/drawing/2014/main" val="1356169657"/>
                  </a:ext>
                </a:extLst>
              </a:tr>
              <a:tr h="381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chemeClr val="tx1"/>
                          </a:solidFill>
                        </a:rPr>
                        <a:t>↗</a:t>
                      </a:r>
                    </a:p>
                  </a:txBody>
                  <a:tcPr anchor="ctr">
                    <a:solidFill>
                      <a:srgbClr val="FFB2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chemeClr val="tx1"/>
                          </a:solidFill>
                        </a:rPr>
                        <a:t>↗</a:t>
                      </a:r>
                    </a:p>
                  </a:txBody>
                  <a:tcPr anchor="ctr">
                    <a:lnT w="12700" cap="flat" cmpd="sng" algn="ctr">
                      <a:solidFill>
                        <a:schemeClr val="bg1"/>
                      </a:solidFill>
                      <a:prstDash val="solid"/>
                      <a:round/>
                      <a:headEnd type="none" w="med" len="med"/>
                      <a:tailEnd type="none" w="med" len="med"/>
                    </a:lnT>
                    <a:solidFill>
                      <a:srgbClr val="FFB2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Calibri"/>
                          <a:ea typeface="+mn-ea"/>
                          <a:cs typeface="+mn-cs"/>
                        </a:rPr>
                        <a:t>→</a:t>
                      </a:r>
                      <a:endParaRPr kumimoji="0" lang="en-US" sz="1600" b="1" i="0" u="none" strike="noStrike" kern="1200" cap="none" spc="0" normalizeH="0" baseline="0" noProof="0" dirty="0">
                        <a:ln>
                          <a:noFill/>
                        </a:ln>
                        <a:solidFill>
                          <a:prstClr val="black"/>
                        </a:solidFill>
                        <a:effectLst/>
                        <a:uLnTx/>
                        <a:uFillTx/>
                        <a:latin typeface="Calibri"/>
                        <a:ea typeface="+mn-ea"/>
                        <a:cs typeface="+mn-cs"/>
                      </a:endParaRPr>
                    </a:p>
                  </a:txBody>
                  <a:tcPr anchor="ctr">
                    <a:solidFill>
                      <a:srgbClr val="43BB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mn-lt"/>
                          <a:ea typeface="+mn-ea"/>
                          <a:cs typeface="+mn-cs"/>
                        </a:rPr>
                        <a:t>↘</a:t>
                      </a:r>
                    </a:p>
                  </a:txBody>
                  <a:tcPr anchor="ctr">
                    <a:solidFill>
                      <a:srgbClr val="007D3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Calibri"/>
                          <a:ea typeface="+mn-ea"/>
                          <a:cs typeface="+mn-cs"/>
                        </a:rPr>
                        <a:t>↓</a:t>
                      </a:r>
                      <a:endParaRPr kumimoji="0" lang="en-US" sz="1600" b="1" i="0" u="none" strike="noStrike" kern="1200" cap="none" spc="0" normalizeH="0" baseline="0" noProof="0" dirty="0">
                        <a:ln>
                          <a:noFill/>
                        </a:ln>
                        <a:solidFill>
                          <a:prstClr val="black"/>
                        </a:solidFill>
                        <a:effectLst/>
                        <a:uLnTx/>
                        <a:uFillTx/>
                        <a:latin typeface="Calibri"/>
                        <a:ea typeface="+mn-ea"/>
                        <a:cs typeface="+mn-cs"/>
                      </a:endParaRPr>
                    </a:p>
                  </a:txBody>
                  <a:tcPr anchor="ctr">
                    <a:solidFill>
                      <a:srgbClr val="9ED4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solidFill>
                            <a:schemeClr val="tx1"/>
                          </a:solidFill>
                        </a:rPr>
                        <a:t>↙</a:t>
                      </a:r>
                    </a:p>
                  </a:txBody>
                  <a:tcPr anchor="ctr">
                    <a:solidFill>
                      <a:srgbClr val="00A9FF"/>
                    </a:solidFill>
                  </a:tcPr>
                </a:tc>
                <a:extLst>
                  <a:ext uri="{0D108BD9-81ED-4DB2-BD59-A6C34878D82A}">
                    <a16:rowId xmlns:a16="http://schemas.microsoft.com/office/drawing/2014/main" val="2197962586"/>
                  </a:ext>
                </a:extLst>
              </a:tr>
              <a:tr h="381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Calibri"/>
                          <a:ea typeface="+mn-ea"/>
                          <a:cs typeface="+mn-cs"/>
                        </a:rPr>
                        <a:t>↘</a:t>
                      </a:r>
                      <a:endParaRPr kumimoji="0" lang="en-US" sz="1600" b="1" i="0" u="none" strike="noStrike" kern="1200" cap="none" spc="0" normalizeH="0" baseline="0" noProof="0" dirty="0">
                        <a:ln>
                          <a:noFill/>
                        </a:ln>
                        <a:solidFill>
                          <a:prstClr val="black"/>
                        </a:solidFill>
                        <a:effectLst/>
                        <a:uLnTx/>
                        <a:uFillTx/>
                        <a:latin typeface="Calibri"/>
                        <a:ea typeface="+mn-ea"/>
                        <a:cs typeface="+mn-cs"/>
                      </a:endParaRPr>
                    </a:p>
                  </a:txBody>
                  <a:tcPr anchor="ctr">
                    <a:solidFill>
                      <a:srgbClr val="007D3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mn-cs"/>
                        </a:rPr>
                        <a:t>↘</a:t>
                      </a:r>
                    </a:p>
                  </a:txBody>
                  <a:tcPr anchor="ctr">
                    <a:solidFill>
                      <a:srgbClr val="007D3B"/>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mn-cs"/>
                        </a:rPr>
                        <a:t>→</a:t>
                      </a:r>
                    </a:p>
                  </a:txBody>
                  <a:tcPr anchor="ctr">
                    <a:solidFill>
                      <a:srgbClr val="43BB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Calibri"/>
                          <a:ea typeface="+mn-ea"/>
                          <a:cs typeface="+mn-cs"/>
                        </a:rPr>
                        <a:t>↓</a:t>
                      </a:r>
                      <a:endParaRPr kumimoji="0" lang="en-US" sz="1600" b="1" i="0" u="none" strike="noStrike" kern="1200" cap="none" spc="0" normalizeH="0" baseline="0" noProof="0" dirty="0">
                        <a:ln>
                          <a:noFill/>
                        </a:ln>
                        <a:solidFill>
                          <a:prstClr val="black"/>
                        </a:solidFill>
                        <a:effectLst/>
                        <a:uLnTx/>
                        <a:uFillTx/>
                        <a:latin typeface="Calibri"/>
                        <a:ea typeface="+mn-ea"/>
                        <a:cs typeface="+mn-cs"/>
                      </a:endParaRPr>
                    </a:p>
                  </a:txBody>
                  <a:tcPr anchor="ctr">
                    <a:solidFill>
                      <a:srgbClr val="9ED4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Calibri"/>
                          <a:ea typeface="+mn-ea"/>
                          <a:cs typeface="+mn-cs"/>
                        </a:rPr>
                        <a:t>↓</a:t>
                      </a:r>
                      <a:endParaRPr kumimoji="0" lang="en-US" sz="1600" b="1" i="0" u="none" strike="noStrike" kern="1200" cap="none" spc="0" normalizeH="0" baseline="0" noProof="0" dirty="0">
                        <a:ln>
                          <a:noFill/>
                        </a:ln>
                        <a:solidFill>
                          <a:prstClr val="black"/>
                        </a:solidFill>
                        <a:effectLst/>
                        <a:uLnTx/>
                        <a:uFillTx/>
                        <a:latin typeface="Calibri"/>
                        <a:ea typeface="+mn-ea"/>
                        <a:cs typeface="+mn-cs"/>
                      </a:endParaRPr>
                    </a:p>
                  </a:txBody>
                  <a:tcPr anchor="ctr">
                    <a:solidFill>
                      <a:srgbClr val="9ED4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mn-cs"/>
                        </a:rPr>
                        <a:t>↓</a:t>
                      </a:r>
                    </a:p>
                  </a:txBody>
                  <a:tcPr anchor="ctr">
                    <a:solidFill>
                      <a:srgbClr val="9ED4FF"/>
                    </a:solidFill>
                  </a:tcPr>
                </a:tc>
                <a:extLst>
                  <a:ext uri="{0D108BD9-81ED-4DB2-BD59-A6C34878D82A}">
                    <a16:rowId xmlns:a16="http://schemas.microsoft.com/office/drawing/2014/main" val="715122108"/>
                  </a:ext>
                </a:extLst>
              </a:tr>
              <a:tr h="381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mn-cs"/>
                        </a:rPr>
                        <a:t>→</a:t>
                      </a:r>
                    </a:p>
                  </a:txBody>
                  <a:tcPr anchor="ctr">
                    <a:solidFill>
                      <a:srgbClr val="43BB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Calibri"/>
                          <a:ea typeface="+mn-ea"/>
                          <a:cs typeface="+mn-cs"/>
                        </a:rPr>
                        <a:t>→</a:t>
                      </a:r>
                      <a:endParaRPr kumimoji="0" lang="en-US" sz="1600" b="1" i="0" u="none" strike="noStrike" kern="1200" cap="none" spc="0" normalizeH="0" baseline="0" noProof="0" dirty="0">
                        <a:ln>
                          <a:noFill/>
                        </a:ln>
                        <a:solidFill>
                          <a:prstClr val="black"/>
                        </a:solidFill>
                        <a:effectLst/>
                        <a:uLnTx/>
                        <a:uFillTx/>
                        <a:latin typeface="Calibri"/>
                        <a:ea typeface="+mn-ea"/>
                        <a:cs typeface="+mn-cs"/>
                      </a:endParaRPr>
                    </a:p>
                  </a:txBody>
                  <a:tcPr anchor="ctr">
                    <a:solidFill>
                      <a:srgbClr val="43BB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mn-cs"/>
                        </a:rPr>
                        <a:t>→</a:t>
                      </a:r>
                    </a:p>
                  </a:txBody>
                  <a:tcPr anchor="ctr">
                    <a:solidFill>
                      <a:srgbClr val="43BB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mn-cs"/>
                        </a:rPr>
                        <a:t>→</a:t>
                      </a:r>
                    </a:p>
                  </a:txBody>
                  <a:tcPr anchor="ctr">
                    <a:solidFill>
                      <a:srgbClr val="43BB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Calibri"/>
                          <a:ea typeface="+mn-ea"/>
                          <a:cs typeface="+mn-cs"/>
                        </a:rPr>
                        <a:t>↓</a:t>
                      </a:r>
                    </a:p>
                  </a:txBody>
                  <a:tcPr anchor="ctr">
                    <a:solidFill>
                      <a:srgbClr val="9ED4FF"/>
                    </a:solidFill>
                  </a:tcPr>
                </a:tc>
                <a:tc>
                  <a:txBody>
                    <a:bodyPr/>
                    <a:lstStyle/>
                    <a:p>
                      <a:pPr algn="ctr"/>
                      <a:r>
                        <a:rPr lang="en-US" sz="1600" b="1" dirty="0">
                          <a:solidFill>
                            <a:schemeClr val="tx1"/>
                          </a:solidFill>
                        </a:rPr>
                        <a:t>←</a:t>
                      </a:r>
                    </a:p>
                  </a:txBody>
                  <a:tcPr anchor="ctr">
                    <a:solidFill>
                      <a:srgbClr val="0086D0"/>
                    </a:solidFill>
                  </a:tcPr>
                </a:tc>
                <a:extLst>
                  <a:ext uri="{0D108BD9-81ED-4DB2-BD59-A6C34878D82A}">
                    <a16:rowId xmlns:a16="http://schemas.microsoft.com/office/drawing/2014/main" val="1519708298"/>
                  </a:ext>
                </a:extLst>
              </a:tr>
            </a:tbl>
          </a:graphicData>
        </a:graphic>
      </p:graphicFrame>
      <p:sp>
        <p:nvSpPr>
          <p:cNvPr id="14" name="TextBox 13">
            <a:extLst>
              <a:ext uri="{FF2B5EF4-FFF2-40B4-BE49-F238E27FC236}">
                <a16:creationId xmlns:a16="http://schemas.microsoft.com/office/drawing/2014/main" id="{7A2A4BEE-2EB8-81BF-FE95-46AF5E9C31E0}"/>
              </a:ext>
            </a:extLst>
          </p:cNvPr>
          <p:cNvSpPr txBox="1"/>
          <p:nvPr/>
        </p:nvSpPr>
        <p:spPr>
          <a:xfrm>
            <a:off x="5309616" y="2652768"/>
            <a:ext cx="1572768" cy="646331"/>
          </a:xfrm>
          <a:prstGeom prst="rect">
            <a:avLst/>
          </a:prstGeom>
          <a:noFill/>
        </p:spPr>
        <p:txBody>
          <a:bodyPr wrap="square">
            <a:spAutoFit/>
          </a:bodyPr>
          <a:lstStyle/>
          <a:p>
            <a:r>
              <a:rPr lang="en-US" dirty="0">
                <a:sym typeface="Wingdings" panose="05000000000000000000" pitchFamily="2" charset="2"/>
              </a:rPr>
              <a:t>Flow direction </a:t>
            </a:r>
            <a:endParaRPr lang="en-US" dirty="0"/>
          </a:p>
        </p:txBody>
      </p:sp>
      <p:graphicFrame>
        <p:nvGraphicFramePr>
          <p:cNvPr id="16" name="Table 5">
            <a:extLst>
              <a:ext uri="{FF2B5EF4-FFF2-40B4-BE49-F238E27FC236}">
                <a16:creationId xmlns:a16="http://schemas.microsoft.com/office/drawing/2014/main" id="{707A361A-1636-9BB0-AF1B-8F46B51AFFD0}"/>
              </a:ext>
            </a:extLst>
          </p:cNvPr>
          <p:cNvGraphicFramePr>
            <a:graphicFrameLocks noGrp="1"/>
          </p:cNvGraphicFramePr>
          <p:nvPr>
            <p:extLst>
              <p:ext uri="{D42A27DB-BD31-4B8C-83A1-F6EECF244321}">
                <p14:modId xmlns:p14="http://schemas.microsoft.com/office/powerpoint/2010/main" val="1796615325"/>
              </p:ext>
            </p:extLst>
          </p:nvPr>
        </p:nvGraphicFramePr>
        <p:xfrm>
          <a:off x="1933337" y="301752"/>
          <a:ext cx="2286000" cy="2286000"/>
        </p:xfrm>
        <a:graphic>
          <a:graphicData uri="http://schemas.openxmlformats.org/drawingml/2006/table">
            <a:tbl>
              <a:tblPr firstRow="1" bandRow="1">
                <a:tableStyleId>{5C22544A-7EE6-4342-B048-85BDC9FD1C3A}</a:tableStyleId>
              </a:tblPr>
              <a:tblGrid>
                <a:gridCol w="381000">
                  <a:extLst>
                    <a:ext uri="{9D8B030D-6E8A-4147-A177-3AD203B41FA5}">
                      <a16:colId xmlns:a16="http://schemas.microsoft.com/office/drawing/2014/main" val="3730897983"/>
                    </a:ext>
                  </a:extLst>
                </a:gridCol>
                <a:gridCol w="381000">
                  <a:extLst>
                    <a:ext uri="{9D8B030D-6E8A-4147-A177-3AD203B41FA5}">
                      <a16:colId xmlns:a16="http://schemas.microsoft.com/office/drawing/2014/main" val="1764640111"/>
                    </a:ext>
                  </a:extLst>
                </a:gridCol>
                <a:gridCol w="381000">
                  <a:extLst>
                    <a:ext uri="{9D8B030D-6E8A-4147-A177-3AD203B41FA5}">
                      <a16:colId xmlns:a16="http://schemas.microsoft.com/office/drawing/2014/main" val="1539453782"/>
                    </a:ext>
                  </a:extLst>
                </a:gridCol>
                <a:gridCol w="381000">
                  <a:extLst>
                    <a:ext uri="{9D8B030D-6E8A-4147-A177-3AD203B41FA5}">
                      <a16:colId xmlns:a16="http://schemas.microsoft.com/office/drawing/2014/main" val="3750847044"/>
                    </a:ext>
                  </a:extLst>
                </a:gridCol>
                <a:gridCol w="381000">
                  <a:extLst>
                    <a:ext uri="{9D8B030D-6E8A-4147-A177-3AD203B41FA5}">
                      <a16:colId xmlns:a16="http://schemas.microsoft.com/office/drawing/2014/main" val="3582527342"/>
                    </a:ext>
                  </a:extLst>
                </a:gridCol>
                <a:gridCol w="381000">
                  <a:extLst>
                    <a:ext uri="{9D8B030D-6E8A-4147-A177-3AD203B41FA5}">
                      <a16:colId xmlns:a16="http://schemas.microsoft.com/office/drawing/2014/main" val="148253716"/>
                    </a:ext>
                  </a:extLst>
                </a:gridCol>
              </a:tblGrid>
              <a:tr h="381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bg1"/>
                          </a:solidFill>
                        </a:rPr>
                        <a:t>78</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bg1"/>
                          </a:solidFill>
                        </a:rPr>
                        <a:t>72</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bg1"/>
                          </a:solidFill>
                        </a:rPr>
                        <a:t>69</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Calibri"/>
                          <a:ea typeface="+mn-ea"/>
                          <a:cs typeface="+mn-cs"/>
                        </a:rPr>
                        <a:t>71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58</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49</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1170224828"/>
                  </a:ext>
                </a:extLst>
              </a:tr>
              <a:tr h="381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Calibri"/>
                          <a:ea typeface="+mn-ea"/>
                          <a:cs typeface="+mn-cs"/>
                        </a:rPr>
                        <a:t>74</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Calibri"/>
                          <a:ea typeface="+mn-ea"/>
                          <a:cs typeface="+mn-cs"/>
                        </a:rPr>
                        <a:t>67</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56</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49</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46</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50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extLst>
                  <a:ext uri="{0D108BD9-81ED-4DB2-BD59-A6C34878D82A}">
                    <a16:rowId xmlns:a16="http://schemas.microsoft.com/office/drawing/2014/main" val="409054474"/>
                  </a:ext>
                </a:extLst>
              </a:tr>
              <a:tr h="381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Calibri"/>
                          <a:ea typeface="+mn-ea"/>
                          <a:cs typeface="+mn-cs"/>
                        </a:rPr>
                        <a:t>69</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53</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44</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37</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38</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48</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extLst>
                  <a:ext uri="{0D108BD9-81ED-4DB2-BD59-A6C34878D82A}">
                    <a16:rowId xmlns:a16="http://schemas.microsoft.com/office/drawing/2014/main" val="1356169657"/>
                  </a:ext>
                </a:extLst>
              </a:tr>
              <a:tr h="381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bg1"/>
                          </a:solidFill>
                        </a:rPr>
                        <a:t>64</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58</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55</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mn-lt"/>
                          <a:ea typeface="+mn-ea"/>
                          <a:cs typeface="+mn-cs"/>
                        </a:rPr>
                        <a:t>22</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31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dirty="0">
                          <a:solidFill>
                            <a:schemeClr val="tx1"/>
                          </a:solidFill>
                        </a:rPr>
                        <a:t>24</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6E6E6"/>
                    </a:solidFill>
                  </a:tcPr>
                </a:tc>
                <a:extLst>
                  <a:ext uri="{0D108BD9-81ED-4DB2-BD59-A6C34878D82A}">
                    <a16:rowId xmlns:a16="http://schemas.microsoft.com/office/drawing/2014/main" val="2197962586"/>
                  </a:ext>
                </a:extLst>
              </a:tr>
              <a:tr h="381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Calibri"/>
                          <a:ea typeface="+mn-ea"/>
                          <a:cs typeface="+mn-cs"/>
                        </a:rPr>
                        <a:t>68</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Calibri"/>
                          <a:ea typeface="+mn-ea"/>
                          <a:cs typeface="+mn-cs"/>
                        </a:rPr>
                        <a:t>61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47</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21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6E6E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16</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19</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5122108"/>
                  </a:ext>
                </a:extLst>
              </a:tr>
              <a:tr h="381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Calibri"/>
                          <a:ea typeface="+mn-ea"/>
                          <a:cs typeface="+mn-cs"/>
                        </a:rPr>
                        <a:t>74</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53</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34</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12</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11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400" b="0" dirty="0">
                          <a:solidFill>
                            <a:schemeClr val="tx1"/>
                          </a:solidFill>
                        </a:rPr>
                        <a:t>12</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19708298"/>
                  </a:ext>
                </a:extLst>
              </a:tr>
            </a:tbl>
          </a:graphicData>
        </a:graphic>
      </p:graphicFrame>
      <p:sp>
        <p:nvSpPr>
          <p:cNvPr id="17" name="TextBox 16">
            <a:extLst>
              <a:ext uri="{FF2B5EF4-FFF2-40B4-BE49-F238E27FC236}">
                <a16:creationId xmlns:a16="http://schemas.microsoft.com/office/drawing/2014/main" id="{35269BF0-17CA-564C-4FDB-B85C2AE2EBD0}"/>
              </a:ext>
            </a:extLst>
          </p:cNvPr>
          <p:cNvSpPr txBox="1"/>
          <p:nvPr/>
        </p:nvSpPr>
        <p:spPr>
          <a:xfrm>
            <a:off x="2257683" y="2632199"/>
            <a:ext cx="1656720" cy="584775"/>
          </a:xfrm>
          <a:prstGeom prst="rect">
            <a:avLst/>
          </a:prstGeom>
          <a:noFill/>
        </p:spPr>
        <p:txBody>
          <a:bodyPr wrap="square">
            <a:spAutoFit/>
          </a:bodyPr>
          <a:lstStyle/>
          <a:p>
            <a:r>
              <a:rPr lang="en-US" sz="1600" dirty="0">
                <a:sym typeface="Wingdings" panose="05000000000000000000" pitchFamily="2" charset="2"/>
              </a:rPr>
              <a:t>Elevation (DEM)</a:t>
            </a:r>
            <a:endParaRPr lang="en-US" sz="1600" dirty="0"/>
          </a:p>
        </p:txBody>
      </p:sp>
      <p:grpSp>
        <p:nvGrpSpPr>
          <p:cNvPr id="6" name="Group 5">
            <a:extLst>
              <a:ext uri="{FF2B5EF4-FFF2-40B4-BE49-F238E27FC236}">
                <a16:creationId xmlns:a16="http://schemas.microsoft.com/office/drawing/2014/main" id="{5B68EFD8-D02D-A010-63CD-215243015738}"/>
              </a:ext>
            </a:extLst>
          </p:cNvPr>
          <p:cNvGrpSpPr/>
          <p:nvPr/>
        </p:nvGrpSpPr>
        <p:grpSpPr>
          <a:xfrm>
            <a:off x="0" y="6362366"/>
            <a:ext cx="12301844" cy="640080"/>
            <a:chOff x="0" y="6361501"/>
            <a:chExt cx="12301844" cy="640080"/>
          </a:xfrm>
        </p:grpSpPr>
        <p:sp>
          <p:nvSpPr>
            <p:cNvPr id="7" name="Rectangle 6">
              <a:extLst>
                <a:ext uri="{FF2B5EF4-FFF2-40B4-BE49-F238E27FC236}">
                  <a16:creationId xmlns:a16="http://schemas.microsoft.com/office/drawing/2014/main" id="{9E9F6F45-A013-B9AC-89A2-2D08B77B3B7D}"/>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8" name="Group 7">
              <a:extLst>
                <a:ext uri="{FF2B5EF4-FFF2-40B4-BE49-F238E27FC236}">
                  <a16:creationId xmlns:a16="http://schemas.microsoft.com/office/drawing/2014/main" id="{5F1D315B-12DA-70C9-41FC-E45E300F0C25}"/>
                </a:ext>
              </a:extLst>
            </p:cNvPr>
            <p:cNvGrpSpPr/>
            <p:nvPr/>
          </p:nvGrpSpPr>
          <p:grpSpPr>
            <a:xfrm>
              <a:off x="2" y="6361501"/>
              <a:ext cx="12301842" cy="640080"/>
              <a:chOff x="2" y="6361501"/>
              <a:chExt cx="12301842" cy="640080"/>
            </a:xfrm>
          </p:grpSpPr>
          <p:pic>
            <p:nvPicPr>
              <p:cNvPr id="9" name="Picture 8" descr="USGS.png">
                <a:extLst>
                  <a:ext uri="{FF2B5EF4-FFF2-40B4-BE49-F238E27FC236}">
                    <a16:creationId xmlns:a16="http://schemas.microsoft.com/office/drawing/2014/main" id="{079E68F3-78D6-CECA-B82D-784A5F55899F}"/>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15" name="Picture 14" descr="Horizontal_CMYK_600.tif">
                <a:extLst>
                  <a:ext uri="{FF2B5EF4-FFF2-40B4-BE49-F238E27FC236}">
                    <a16:creationId xmlns:a16="http://schemas.microsoft.com/office/drawing/2014/main" id="{99173284-A9AD-B000-18B3-8C60B515A135}"/>
                  </a:ext>
                </a:extLst>
              </p:cNvPr>
              <p:cNvPicPr>
                <a:picLocks noChangeAspect="1"/>
              </p:cNvPicPr>
              <p:nvPr/>
            </p:nvPicPr>
            <p:blipFill rotWithShape="1">
              <a:blip r:embed="rId3"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18" name="Picture 17">
                <a:extLst>
                  <a:ext uri="{FF2B5EF4-FFF2-40B4-BE49-F238E27FC236}">
                    <a16:creationId xmlns:a16="http://schemas.microsoft.com/office/drawing/2014/main" id="{FDD237FB-0238-54AA-D819-5703117020DC}"/>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9435350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r="66721"/>
          <a:stretch/>
        </p:blipFill>
        <p:spPr>
          <a:xfrm>
            <a:off x="1752600" y="152400"/>
            <a:ext cx="2895600" cy="6097956"/>
          </a:xfrm>
          <a:prstGeom prst="rect">
            <a:avLst/>
          </a:prstGeom>
        </p:spPr>
      </p:pic>
      <p:pic>
        <p:nvPicPr>
          <p:cNvPr id="5" name="Picture 4"/>
          <p:cNvPicPr>
            <a:picLocks noChangeAspect="1"/>
          </p:cNvPicPr>
          <p:nvPr/>
        </p:nvPicPr>
        <p:blipFill rotWithShape="1">
          <a:blip r:embed="rId2"/>
          <a:srcRect l="42912" t="26242" r="16803" b="7530"/>
          <a:stretch/>
        </p:blipFill>
        <p:spPr>
          <a:xfrm>
            <a:off x="4876800" y="216326"/>
            <a:ext cx="5181600" cy="5970104"/>
          </a:xfrm>
          <a:prstGeom prst="rect">
            <a:avLst/>
          </a:prstGeom>
        </p:spPr>
      </p:pic>
      <p:sp>
        <p:nvSpPr>
          <p:cNvPr id="2" name="TextBox 1">
            <a:extLst>
              <a:ext uri="{FF2B5EF4-FFF2-40B4-BE49-F238E27FC236}">
                <a16:creationId xmlns:a16="http://schemas.microsoft.com/office/drawing/2014/main" id="{523FE2DC-E84F-E051-5DA6-8C9AB2356DC8}"/>
              </a:ext>
            </a:extLst>
          </p:cNvPr>
          <p:cNvSpPr txBox="1"/>
          <p:nvPr/>
        </p:nvSpPr>
        <p:spPr>
          <a:xfrm>
            <a:off x="4572000" y="10633"/>
            <a:ext cx="6019800" cy="1477328"/>
          </a:xfrm>
          <a:prstGeom prst="rect">
            <a:avLst/>
          </a:prstGeom>
          <a:solidFill>
            <a:schemeClr val="bg1"/>
          </a:solidFill>
        </p:spPr>
        <p:txBody>
          <a:bodyPr wrap="square" rtlCol="0">
            <a:spAutoFit/>
          </a:bodyPr>
          <a:lstStyle/>
          <a:p>
            <a:r>
              <a:rPr lang="en-US" dirty="0">
                <a:solidFill>
                  <a:srgbClr val="FF0000"/>
                </a:solidFill>
              </a:rPr>
              <a:t>High stream threshold: shorter stream network with fewer branches</a:t>
            </a:r>
          </a:p>
          <a:p>
            <a:endParaRPr lang="en-US" dirty="0"/>
          </a:p>
          <a:p>
            <a:r>
              <a:rPr lang="en-US" dirty="0">
                <a:solidFill>
                  <a:srgbClr val="0070C0"/>
                </a:solidFill>
              </a:rPr>
              <a:t>Low stream threshold: longer stream network with more branches</a:t>
            </a:r>
          </a:p>
        </p:txBody>
      </p:sp>
      <p:grpSp>
        <p:nvGrpSpPr>
          <p:cNvPr id="3" name="Group 2">
            <a:extLst>
              <a:ext uri="{FF2B5EF4-FFF2-40B4-BE49-F238E27FC236}">
                <a16:creationId xmlns:a16="http://schemas.microsoft.com/office/drawing/2014/main" id="{89A751DD-C0CC-7AFB-9743-83EAE84BA7E6}"/>
              </a:ext>
            </a:extLst>
          </p:cNvPr>
          <p:cNvGrpSpPr/>
          <p:nvPr/>
        </p:nvGrpSpPr>
        <p:grpSpPr>
          <a:xfrm>
            <a:off x="0" y="6362366"/>
            <a:ext cx="12301844" cy="640080"/>
            <a:chOff x="0" y="6361501"/>
            <a:chExt cx="12301844" cy="640080"/>
          </a:xfrm>
        </p:grpSpPr>
        <p:sp>
          <p:nvSpPr>
            <p:cNvPr id="6" name="Rectangle 5">
              <a:extLst>
                <a:ext uri="{FF2B5EF4-FFF2-40B4-BE49-F238E27FC236}">
                  <a16:creationId xmlns:a16="http://schemas.microsoft.com/office/drawing/2014/main" id="{C5120F02-4E6D-FC40-0B1B-2E06F987C1DF}"/>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7" name="Group 6">
              <a:extLst>
                <a:ext uri="{FF2B5EF4-FFF2-40B4-BE49-F238E27FC236}">
                  <a16:creationId xmlns:a16="http://schemas.microsoft.com/office/drawing/2014/main" id="{07270F74-FED8-BD52-B31C-0F1EBCF1E72B}"/>
                </a:ext>
              </a:extLst>
            </p:cNvPr>
            <p:cNvGrpSpPr/>
            <p:nvPr/>
          </p:nvGrpSpPr>
          <p:grpSpPr>
            <a:xfrm>
              <a:off x="2" y="6361501"/>
              <a:ext cx="12301842" cy="640080"/>
              <a:chOff x="2" y="6361501"/>
              <a:chExt cx="12301842" cy="640080"/>
            </a:xfrm>
          </p:grpSpPr>
          <p:pic>
            <p:nvPicPr>
              <p:cNvPr id="8" name="Picture 7" descr="USGS.png">
                <a:extLst>
                  <a:ext uri="{FF2B5EF4-FFF2-40B4-BE49-F238E27FC236}">
                    <a16:creationId xmlns:a16="http://schemas.microsoft.com/office/drawing/2014/main" id="{13636C41-55ED-F96E-5D53-A368A960A40F}"/>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9" name="Picture 8" descr="Horizontal_CMYK_600.tif">
                <a:extLst>
                  <a:ext uri="{FF2B5EF4-FFF2-40B4-BE49-F238E27FC236}">
                    <a16:creationId xmlns:a16="http://schemas.microsoft.com/office/drawing/2014/main" id="{5FD84B8B-79CD-6FB1-934F-B4F13579FA97}"/>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10" name="Picture 9">
                <a:extLst>
                  <a:ext uri="{FF2B5EF4-FFF2-40B4-BE49-F238E27FC236}">
                    <a16:creationId xmlns:a16="http://schemas.microsoft.com/office/drawing/2014/main" id="{1E0B2118-56FC-AA2F-82E6-A18E69D8D079}"/>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93029166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39717" y="1119497"/>
            <a:ext cx="9428283" cy="4572000"/>
          </a:xfrm>
        </p:spPr>
        <p:txBody>
          <a:bodyPr>
            <a:normAutofit/>
          </a:bodyPr>
          <a:lstStyle/>
          <a:p>
            <a:r>
              <a:rPr lang="en-US" dirty="0"/>
              <a:t>A starting location or locations:</a:t>
            </a:r>
          </a:p>
          <a:p>
            <a:pPr lvl="1"/>
            <a:r>
              <a:rPr lang="en-US" dirty="0"/>
              <a:t>Use the proximal hazard zone tool within LAHARZ to produce an H/L cone that defines the starting locations (can edit these to have fewer points)</a:t>
            </a:r>
          </a:p>
          <a:p>
            <a:pPr lvl="1"/>
            <a:r>
              <a:rPr lang="en-US" dirty="0"/>
              <a:t>Manually select starting locations</a:t>
            </a:r>
          </a:p>
          <a:p>
            <a:endParaRPr lang="en-US" dirty="0"/>
          </a:p>
        </p:txBody>
      </p:sp>
      <p:pic>
        <p:nvPicPr>
          <p:cNvPr id="4" name="Picture 3"/>
          <p:cNvPicPr>
            <a:picLocks noChangeAspect="1"/>
          </p:cNvPicPr>
          <p:nvPr/>
        </p:nvPicPr>
        <p:blipFill>
          <a:blip r:embed="rId2"/>
          <a:stretch>
            <a:fillRect/>
          </a:stretch>
        </p:blipFill>
        <p:spPr>
          <a:xfrm>
            <a:off x="1825626" y="3269233"/>
            <a:ext cx="3660775" cy="2951449"/>
          </a:xfrm>
          <a:prstGeom prst="rect">
            <a:avLst/>
          </a:prstGeom>
        </p:spPr>
      </p:pic>
      <p:pic>
        <p:nvPicPr>
          <p:cNvPr id="7" name="Picture 6"/>
          <p:cNvPicPr>
            <a:picLocks noChangeAspect="1"/>
          </p:cNvPicPr>
          <p:nvPr/>
        </p:nvPicPr>
        <p:blipFill>
          <a:blip r:embed="rId3"/>
          <a:stretch>
            <a:fillRect/>
          </a:stretch>
        </p:blipFill>
        <p:spPr>
          <a:xfrm>
            <a:off x="6477001" y="3025963"/>
            <a:ext cx="3767137" cy="3194718"/>
          </a:xfrm>
          <a:prstGeom prst="rect">
            <a:avLst/>
          </a:prstGeom>
        </p:spPr>
      </p:pic>
      <p:sp>
        <p:nvSpPr>
          <p:cNvPr id="8" name="Oval 7"/>
          <p:cNvSpPr/>
          <p:nvPr/>
        </p:nvSpPr>
        <p:spPr>
          <a:xfrm>
            <a:off x="3733800" y="5943600"/>
            <a:ext cx="182880" cy="182880"/>
          </a:xfrm>
          <a:prstGeom prst="ellipse">
            <a:avLst/>
          </a:prstGeom>
          <a:solidFill>
            <a:srgbClr val="00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3886200" y="5341501"/>
            <a:ext cx="182880" cy="182880"/>
          </a:xfrm>
          <a:prstGeom prst="ellipse">
            <a:avLst/>
          </a:prstGeom>
          <a:solidFill>
            <a:srgbClr val="00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4800600" y="4419600"/>
            <a:ext cx="182880" cy="182880"/>
          </a:xfrm>
          <a:prstGeom prst="ellipse">
            <a:avLst/>
          </a:prstGeom>
          <a:solidFill>
            <a:srgbClr val="00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8540413" y="5962767"/>
            <a:ext cx="182880" cy="182880"/>
          </a:xfrm>
          <a:prstGeom prst="ellipse">
            <a:avLst/>
          </a:prstGeom>
          <a:solidFill>
            <a:srgbClr val="00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p:cNvSpPr/>
          <p:nvPr/>
        </p:nvSpPr>
        <p:spPr>
          <a:xfrm>
            <a:off x="8692813" y="5360668"/>
            <a:ext cx="182880" cy="182880"/>
          </a:xfrm>
          <a:prstGeom prst="ellipse">
            <a:avLst/>
          </a:prstGeom>
          <a:solidFill>
            <a:srgbClr val="00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9577668" y="4496920"/>
            <a:ext cx="182880" cy="182880"/>
          </a:xfrm>
          <a:prstGeom prst="ellipse">
            <a:avLst/>
          </a:prstGeom>
          <a:solidFill>
            <a:srgbClr val="00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E7AE3878-B30E-5A86-5B27-E3EF2824E653}"/>
              </a:ext>
            </a:extLst>
          </p:cNvPr>
          <p:cNvGrpSpPr/>
          <p:nvPr/>
        </p:nvGrpSpPr>
        <p:grpSpPr>
          <a:xfrm>
            <a:off x="0" y="6362366"/>
            <a:ext cx="12301844" cy="640080"/>
            <a:chOff x="0" y="6361501"/>
            <a:chExt cx="12301844" cy="640080"/>
          </a:xfrm>
        </p:grpSpPr>
        <p:sp>
          <p:nvSpPr>
            <p:cNvPr id="6" name="Rectangle 5">
              <a:extLst>
                <a:ext uri="{FF2B5EF4-FFF2-40B4-BE49-F238E27FC236}">
                  <a16:creationId xmlns:a16="http://schemas.microsoft.com/office/drawing/2014/main" id="{E33E03D1-2E91-EF3E-DEA3-D87B8032D2B7}"/>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9" name="Group 8">
              <a:extLst>
                <a:ext uri="{FF2B5EF4-FFF2-40B4-BE49-F238E27FC236}">
                  <a16:creationId xmlns:a16="http://schemas.microsoft.com/office/drawing/2014/main" id="{BF5EC30F-595C-D9B6-208C-CF8FD3B6D793}"/>
                </a:ext>
              </a:extLst>
            </p:cNvPr>
            <p:cNvGrpSpPr/>
            <p:nvPr/>
          </p:nvGrpSpPr>
          <p:grpSpPr>
            <a:xfrm>
              <a:off x="2" y="6361501"/>
              <a:ext cx="12301842" cy="640080"/>
              <a:chOff x="2" y="6361501"/>
              <a:chExt cx="12301842" cy="640080"/>
            </a:xfrm>
          </p:grpSpPr>
          <p:pic>
            <p:nvPicPr>
              <p:cNvPr id="12" name="Picture 11" descr="USGS.png">
                <a:extLst>
                  <a:ext uri="{FF2B5EF4-FFF2-40B4-BE49-F238E27FC236}">
                    <a16:creationId xmlns:a16="http://schemas.microsoft.com/office/drawing/2014/main" id="{FDBD28B3-5101-D7FB-BA7C-5717D1735121}"/>
                  </a:ext>
                </a:extLst>
              </p:cNvPr>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14" name="Picture 13" descr="Horizontal_CMYK_600.tif">
                <a:extLst>
                  <a:ext uri="{FF2B5EF4-FFF2-40B4-BE49-F238E27FC236}">
                    <a16:creationId xmlns:a16="http://schemas.microsoft.com/office/drawing/2014/main" id="{AAF77595-95FE-FAFC-FFDC-2A1EB3DFDB87}"/>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17" name="Picture 16">
                <a:extLst>
                  <a:ext uri="{FF2B5EF4-FFF2-40B4-BE49-F238E27FC236}">
                    <a16:creationId xmlns:a16="http://schemas.microsoft.com/office/drawing/2014/main" id="{9745DED6-85CD-2AEF-FC45-A7F424BAA7DC}"/>
                  </a:ext>
                </a:extLst>
              </p:cNvPr>
              <p:cNvPicPr>
                <a:picLocks noChangeAspect="1"/>
              </p:cNvPicPr>
              <p:nvPr/>
            </p:nvPicPr>
            <p:blipFill rotWithShape="1">
              <a:blip r:embed="rId6"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
        <p:nvSpPr>
          <p:cNvPr id="20" name="Title 1">
            <a:extLst>
              <a:ext uri="{FF2B5EF4-FFF2-40B4-BE49-F238E27FC236}">
                <a16:creationId xmlns:a16="http://schemas.microsoft.com/office/drawing/2014/main" id="{FF771274-7904-4CB4-DDA6-C1CE1D20FCC1}"/>
              </a:ext>
            </a:extLst>
          </p:cNvPr>
          <p:cNvSpPr>
            <a:spLocks noGrp="1"/>
          </p:cNvSpPr>
          <p:nvPr>
            <p:ph type="title"/>
          </p:nvPr>
        </p:nvSpPr>
        <p:spPr>
          <a:xfrm>
            <a:off x="835025" y="-624"/>
            <a:ext cx="10515600" cy="1325563"/>
          </a:xfrm>
        </p:spPr>
        <p:txBody>
          <a:bodyPr/>
          <a:lstStyle/>
          <a:p>
            <a:r>
              <a:rPr lang="en-US" dirty="0"/>
              <a:t>What do you need to run LAHARZ?</a:t>
            </a:r>
          </a:p>
        </p:txBody>
      </p:sp>
    </p:spTree>
    <p:extLst>
      <p:ext uri="{BB962C8B-B14F-4D97-AF65-F5344CB8AC3E}">
        <p14:creationId xmlns:p14="http://schemas.microsoft.com/office/powerpoint/2010/main" val="1475007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16"/>
          <p:cNvSpPr txBox="1">
            <a:spLocks noChangeArrowheads="1"/>
          </p:cNvSpPr>
          <p:nvPr/>
        </p:nvSpPr>
        <p:spPr bwMode="auto">
          <a:xfrm>
            <a:off x="898356" y="978478"/>
            <a:ext cx="4953000" cy="3600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404040"/>
              </a:buClr>
              <a:buSzPct val="85000"/>
              <a:buFont typeface="Arial" panose="020B0604020202020204" pitchFamily="34" charset="0"/>
              <a:buChar char="•"/>
              <a:defRPr sz="2700">
                <a:solidFill>
                  <a:schemeClr val="tx1"/>
                </a:solidFill>
                <a:latin typeface="Calibri" panose="020F0502020204030204" pitchFamily="34" charset="0"/>
              </a:defRPr>
            </a:lvl1pPr>
            <a:lvl2pPr marL="742950" indent="-285750">
              <a:spcBef>
                <a:spcPct val="20000"/>
              </a:spcBef>
              <a:buClr>
                <a:srgbClr val="404040"/>
              </a:buClr>
              <a:buSzPct val="70000"/>
              <a:buFont typeface="Arial" panose="020B0604020202020204" pitchFamily="34" charset="0"/>
              <a:buChar char="•"/>
              <a:defRPr sz="2200">
                <a:solidFill>
                  <a:schemeClr val="tx2"/>
                </a:solidFill>
                <a:latin typeface="Calibri" panose="020F0502020204030204" pitchFamily="34" charset="0"/>
              </a:defRPr>
            </a:lvl2pPr>
            <a:lvl3pPr marL="1143000" indent="-228600">
              <a:spcBef>
                <a:spcPct val="20000"/>
              </a:spcBef>
              <a:buClr>
                <a:srgbClr val="404040"/>
              </a:buClr>
              <a:buSzPct val="75000"/>
              <a:buFont typeface="Arial" panose="020B0604020202020204" pitchFamily="34" charset="0"/>
              <a:buChar char="•"/>
              <a:defRPr sz="2000">
                <a:solidFill>
                  <a:schemeClr val="tx1"/>
                </a:solidFill>
                <a:latin typeface="Calibri" panose="020F0502020204030204" pitchFamily="34" charset="0"/>
              </a:defRPr>
            </a:lvl3pPr>
            <a:lvl4pPr marL="1600200" indent="-228600">
              <a:spcBef>
                <a:spcPct val="20000"/>
              </a:spcBef>
              <a:buClr>
                <a:srgbClr val="404040"/>
              </a:buClr>
              <a:buSzPct val="70000"/>
              <a:buFont typeface="Arial" panose="020B0604020202020204" pitchFamily="34" charset="0"/>
              <a:buChar char="•"/>
              <a:defRPr sz="2000">
                <a:solidFill>
                  <a:schemeClr val="tx2"/>
                </a:solidFill>
                <a:latin typeface="Calibri" panose="020F0502020204030204" pitchFamily="34" charset="0"/>
              </a:defRPr>
            </a:lvl4pPr>
            <a:lvl5pPr marL="2057400" indent="-228600">
              <a:spcBef>
                <a:spcPct val="20000"/>
              </a:spcBef>
              <a:buClr>
                <a:srgbClr val="404040"/>
              </a:buClr>
              <a:buFont typeface="Arial" panose="020B0604020202020204" pitchFamily="34" charset="0"/>
              <a:buChar char="•"/>
              <a:defRPr>
                <a:solidFill>
                  <a:schemeClr val="tx1"/>
                </a:solidFill>
                <a:latin typeface="Calibri" panose="020F0502020204030204" pitchFamily="34" charset="0"/>
              </a:defRPr>
            </a:lvl5pPr>
            <a:lvl6pPr marL="25146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6pPr>
            <a:lvl7pPr marL="29718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7pPr>
            <a:lvl8pPr marL="34290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8pPr>
            <a:lvl9pPr marL="38862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9pPr>
          </a:lstStyle>
          <a:p>
            <a:pPr marL="285750" indent="-285750">
              <a:spcBef>
                <a:spcPct val="0"/>
              </a:spcBef>
              <a:buClrTx/>
              <a:buSzTx/>
            </a:pPr>
            <a:endParaRPr lang="en-US" altLang="en-US" sz="1600" dirty="0">
              <a:solidFill>
                <a:prstClr val="black"/>
              </a:solidFill>
              <a:latin typeface="Arial" panose="020B0604020202020204" pitchFamily="34" charset="0"/>
              <a:cs typeface="Arial" panose="020B0604020202020204" pitchFamily="34" charset="0"/>
            </a:endParaRPr>
          </a:p>
          <a:p>
            <a:pPr marL="285750" indent="-285750">
              <a:spcBef>
                <a:spcPct val="0"/>
              </a:spcBef>
              <a:buClrTx/>
              <a:buSzTx/>
            </a:pPr>
            <a:endParaRPr lang="en-US" altLang="en-US" sz="1600" dirty="0">
              <a:solidFill>
                <a:prstClr val="black"/>
              </a:solidFill>
              <a:latin typeface="Arial" panose="020B0604020202020204" pitchFamily="34" charset="0"/>
              <a:cs typeface="Arial" panose="020B0604020202020204" pitchFamily="34" charset="0"/>
            </a:endParaRPr>
          </a:p>
          <a:p>
            <a:pPr>
              <a:spcBef>
                <a:spcPct val="0"/>
              </a:spcBef>
              <a:spcAft>
                <a:spcPts val="600"/>
              </a:spcAft>
              <a:buClrTx/>
              <a:buSzTx/>
              <a:buNone/>
            </a:pPr>
            <a:r>
              <a:rPr lang="en-US" altLang="en-US" sz="1600" b="1" dirty="0">
                <a:solidFill>
                  <a:prstClr val="black"/>
                </a:solidFill>
                <a:latin typeface="Arial" panose="020B0604020202020204" pitchFamily="34" charset="0"/>
                <a:cs typeface="Arial" panose="020B0604020202020204" pitchFamily="34" charset="0"/>
              </a:rPr>
              <a:t>Why use H/L Cone for lahars?</a:t>
            </a:r>
          </a:p>
          <a:p>
            <a:pPr marL="285750" indent="-285750">
              <a:spcBef>
                <a:spcPct val="0"/>
              </a:spcBef>
              <a:spcAft>
                <a:spcPts val="600"/>
              </a:spcAft>
              <a:buClrTx/>
              <a:buSzTx/>
            </a:pPr>
            <a:r>
              <a:rPr lang="en-US" altLang="en-US" sz="1600" dirty="0">
                <a:solidFill>
                  <a:prstClr val="black"/>
                </a:solidFill>
                <a:latin typeface="Arial" panose="020B0604020202020204" pitchFamily="34" charset="0"/>
                <a:cs typeface="Arial" panose="020B0604020202020204" pitchFamily="34" charset="0"/>
              </a:rPr>
              <a:t>Lahars may initiate anywhere on the volcano edifice. We can’t know an exact start location in advance.</a:t>
            </a:r>
          </a:p>
          <a:p>
            <a:pPr marL="285750" indent="-285750">
              <a:spcBef>
                <a:spcPct val="0"/>
              </a:spcBef>
              <a:spcAft>
                <a:spcPts val="600"/>
              </a:spcAft>
              <a:buClrTx/>
              <a:buSzTx/>
            </a:pPr>
            <a:r>
              <a:rPr lang="en-US" altLang="en-US" sz="1600" dirty="0">
                <a:solidFill>
                  <a:prstClr val="black"/>
                </a:solidFill>
                <a:latin typeface="Arial" panose="020B0604020202020204" pitchFamily="34" charset="0"/>
                <a:cs typeface="Arial" panose="020B0604020202020204" pitchFamily="34" charset="0"/>
              </a:rPr>
              <a:t>Loose pyroclastic flow deposits and ashfall are often the source material for lahars and are most abundant within the H/L cone.</a:t>
            </a:r>
          </a:p>
          <a:p>
            <a:pPr marL="285750" indent="-285750">
              <a:spcBef>
                <a:spcPct val="0"/>
              </a:spcBef>
              <a:spcAft>
                <a:spcPts val="600"/>
              </a:spcAft>
              <a:buClrTx/>
              <a:buSzTx/>
            </a:pPr>
            <a:r>
              <a:rPr lang="en-US" altLang="en-US" sz="1600" dirty="0">
                <a:solidFill>
                  <a:prstClr val="black"/>
                </a:solidFill>
                <a:latin typeface="Arial" panose="020B0604020202020204" pitchFamily="34" charset="0"/>
                <a:cs typeface="Arial" panose="020B0604020202020204" pitchFamily="34" charset="0"/>
              </a:rPr>
              <a:t>Lahars gain volume (entrain material) on steep slopes.</a:t>
            </a:r>
          </a:p>
          <a:p>
            <a:pPr fontAlgn="base">
              <a:spcBef>
                <a:spcPct val="0"/>
              </a:spcBef>
              <a:spcAft>
                <a:spcPct val="0"/>
              </a:spcAft>
              <a:buClrTx/>
              <a:buSzTx/>
              <a:buNone/>
            </a:pPr>
            <a:endParaRPr lang="en-US" altLang="en-US" sz="1600" dirty="0">
              <a:solidFill>
                <a:prstClr val="black"/>
              </a:solidFill>
              <a:latin typeface="Arial" panose="020B0604020202020204" pitchFamily="34" charset="0"/>
              <a:cs typeface="Arial" panose="020B0604020202020204" pitchFamily="34" charset="0"/>
            </a:endParaRPr>
          </a:p>
          <a:p>
            <a:pPr marL="285750" indent="-285750">
              <a:spcBef>
                <a:spcPct val="0"/>
              </a:spcBef>
              <a:buClrTx/>
              <a:buSzTx/>
            </a:pPr>
            <a:endParaRPr lang="en-US" altLang="en-US" sz="1600" dirty="0">
              <a:solidFill>
                <a:prstClr val="black"/>
              </a:solidFill>
              <a:latin typeface="Arial" panose="020B0604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2471F750-DC5B-4CB2-3774-081C4A64DF25}"/>
              </a:ext>
            </a:extLst>
          </p:cNvPr>
          <p:cNvGrpSpPr/>
          <p:nvPr/>
        </p:nvGrpSpPr>
        <p:grpSpPr>
          <a:xfrm>
            <a:off x="6400800" y="1201899"/>
            <a:ext cx="4429294" cy="2663924"/>
            <a:chOff x="6543755" y="1298878"/>
            <a:chExt cx="3895894" cy="2480070"/>
          </a:xfrm>
        </p:grpSpPr>
        <p:pic>
          <p:nvPicPr>
            <p:cNvPr id="45059" name="Picture 17"/>
            <p:cNvPicPr>
              <a:picLocks noChangeAspect="1" noChangeArrowheads="1"/>
            </p:cNvPicPr>
            <p:nvPr/>
          </p:nvPicPr>
          <p:blipFill rotWithShape="1">
            <a:blip r:embed="rId2">
              <a:extLst>
                <a:ext uri="{28A0092B-C50C-407E-A947-70E740481C1C}">
                  <a14:useLocalDpi xmlns:a14="http://schemas.microsoft.com/office/drawing/2010/main" val="0"/>
                </a:ext>
              </a:extLst>
            </a:blip>
            <a:srcRect l="3900" t="50779" r="2001"/>
            <a:stretch/>
          </p:blipFill>
          <p:spPr bwMode="auto">
            <a:xfrm>
              <a:off x="6845549" y="1721548"/>
              <a:ext cx="35941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0" name="Text Box 19"/>
            <p:cNvSpPr txBox="1">
              <a:spLocks noChangeArrowheads="1"/>
            </p:cNvSpPr>
            <p:nvPr/>
          </p:nvSpPr>
          <p:spPr bwMode="auto">
            <a:xfrm rot="16200000">
              <a:off x="6222287" y="2256077"/>
              <a:ext cx="1009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404040"/>
                </a:buClr>
                <a:buSzPct val="85000"/>
                <a:buFont typeface="Arial" panose="020B0604020202020204" pitchFamily="34" charset="0"/>
                <a:buChar char="•"/>
                <a:defRPr sz="2700">
                  <a:solidFill>
                    <a:schemeClr val="tx1"/>
                  </a:solidFill>
                  <a:latin typeface="Calibri" panose="020F0502020204030204" pitchFamily="34" charset="0"/>
                </a:defRPr>
              </a:lvl1pPr>
              <a:lvl2pPr marL="742950" indent="-285750">
                <a:spcBef>
                  <a:spcPct val="20000"/>
                </a:spcBef>
                <a:buClr>
                  <a:srgbClr val="404040"/>
                </a:buClr>
                <a:buSzPct val="70000"/>
                <a:buFont typeface="Arial" panose="020B0604020202020204" pitchFamily="34" charset="0"/>
                <a:buChar char="•"/>
                <a:defRPr sz="2200">
                  <a:solidFill>
                    <a:schemeClr val="tx2"/>
                  </a:solidFill>
                  <a:latin typeface="Calibri" panose="020F0502020204030204" pitchFamily="34" charset="0"/>
                </a:defRPr>
              </a:lvl2pPr>
              <a:lvl3pPr marL="1143000" indent="-228600">
                <a:spcBef>
                  <a:spcPct val="20000"/>
                </a:spcBef>
                <a:buClr>
                  <a:srgbClr val="404040"/>
                </a:buClr>
                <a:buSzPct val="75000"/>
                <a:buFont typeface="Arial" panose="020B0604020202020204" pitchFamily="34" charset="0"/>
                <a:buChar char="•"/>
                <a:defRPr sz="2000">
                  <a:solidFill>
                    <a:schemeClr val="tx1"/>
                  </a:solidFill>
                  <a:latin typeface="Calibri" panose="020F0502020204030204" pitchFamily="34" charset="0"/>
                </a:defRPr>
              </a:lvl3pPr>
              <a:lvl4pPr marL="1600200" indent="-228600">
                <a:spcBef>
                  <a:spcPct val="20000"/>
                </a:spcBef>
                <a:buClr>
                  <a:srgbClr val="404040"/>
                </a:buClr>
                <a:buSzPct val="70000"/>
                <a:buFont typeface="Arial" panose="020B0604020202020204" pitchFamily="34" charset="0"/>
                <a:buChar char="•"/>
                <a:defRPr sz="2000">
                  <a:solidFill>
                    <a:schemeClr val="tx2"/>
                  </a:solidFill>
                  <a:latin typeface="Calibri" panose="020F0502020204030204" pitchFamily="34" charset="0"/>
                </a:defRPr>
              </a:lvl4pPr>
              <a:lvl5pPr marL="2057400" indent="-228600">
                <a:spcBef>
                  <a:spcPct val="20000"/>
                </a:spcBef>
                <a:buClr>
                  <a:srgbClr val="404040"/>
                </a:buClr>
                <a:buFont typeface="Arial" panose="020B0604020202020204" pitchFamily="34" charset="0"/>
                <a:buChar char="•"/>
                <a:defRPr>
                  <a:solidFill>
                    <a:schemeClr val="tx1"/>
                  </a:solidFill>
                  <a:latin typeface="Calibri" panose="020F0502020204030204" pitchFamily="34" charset="0"/>
                </a:defRPr>
              </a:lvl5pPr>
              <a:lvl6pPr marL="25146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6pPr>
              <a:lvl7pPr marL="29718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7pPr>
              <a:lvl8pPr marL="34290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8pPr>
              <a:lvl9pPr marL="38862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9pPr>
            </a:lstStyle>
            <a:p>
              <a:pPr fontAlgn="base">
                <a:spcBef>
                  <a:spcPct val="0"/>
                </a:spcBef>
                <a:spcAft>
                  <a:spcPct val="0"/>
                </a:spcAft>
                <a:buClrTx/>
                <a:buSzTx/>
                <a:buFontTx/>
                <a:buNone/>
              </a:pPr>
              <a:r>
                <a:rPr lang="en-US" altLang="en-US" sz="1800" b="1" dirty="0">
                  <a:latin typeface="Arial" panose="020B0604020202020204" pitchFamily="34" charset="0"/>
                </a:rPr>
                <a:t>Volume</a:t>
              </a:r>
            </a:p>
          </p:txBody>
        </p:sp>
        <p:sp>
          <p:nvSpPr>
            <p:cNvPr id="45061" name="Text Box 21"/>
            <p:cNvSpPr txBox="1">
              <a:spLocks noChangeArrowheads="1"/>
            </p:cNvSpPr>
            <p:nvPr/>
          </p:nvSpPr>
          <p:spPr bwMode="auto">
            <a:xfrm>
              <a:off x="7055099" y="1298878"/>
              <a:ext cx="3384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404040"/>
                </a:buClr>
                <a:buSzPct val="85000"/>
                <a:buFont typeface="Arial" panose="020B0604020202020204" pitchFamily="34" charset="0"/>
                <a:buChar char="•"/>
                <a:defRPr sz="2700">
                  <a:solidFill>
                    <a:schemeClr val="tx1"/>
                  </a:solidFill>
                  <a:latin typeface="Calibri" panose="020F0502020204030204" pitchFamily="34" charset="0"/>
                </a:defRPr>
              </a:lvl1pPr>
              <a:lvl2pPr marL="742950" indent="-285750">
                <a:spcBef>
                  <a:spcPct val="20000"/>
                </a:spcBef>
                <a:buClr>
                  <a:srgbClr val="404040"/>
                </a:buClr>
                <a:buSzPct val="70000"/>
                <a:buFont typeface="Arial" panose="020B0604020202020204" pitchFamily="34" charset="0"/>
                <a:buChar char="•"/>
                <a:defRPr sz="2200">
                  <a:solidFill>
                    <a:schemeClr val="tx2"/>
                  </a:solidFill>
                  <a:latin typeface="Calibri" panose="020F0502020204030204" pitchFamily="34" charset="0"/>
                </a:defRPr>
              </a:lvl2pPr>
              <a:lvl3pPr marL="1143000" indent="-228600">
                <a:spcBef>
                  <a:spcPct val="20000"/>
                </a:spcBef>
                <a:buClr>
                  <a:srgbClr val="404040"/>
                </a:buClr>
                <a:buSzPct val="75000"/>
                <a:buFont typeface="Arial" panose="020B0604020202020204" pitchFamily="34" charset="0"/>
                <a:buChar char="•"/>
                <a:defRPr sz="2000">
                  <a:solidFill>
                    <a:schemeClr val="tx1"/>
                  </a:solidFill>
                  <a:latin typeface="Calibri" panose="020F0502020204030204" pitchFamily="34" charset="0"/>
                </a:defRPr>
              </a:lvl3pPr>
              <a:lvl4pPr marL="1600200" indent="-228600">
                <a:spcBef>
                  <a:spcPct val="20000"/>
                </a:spcBef>
                <a:buClr>
                  <a:srgbClr val="404040"/>
                </a:buClr>
                <a:buSzPct val="70000"/>
                <a:buFont typeface="Arial" panose="020B0604020202020204" pitchFamily="34" charset="0"/>
                <a:buChar char="•"/>
                <a:defRPr sz="2000">
                  <a:solidFill>
                    <a:schemeClr val="tx2"/>
                  </a:solidFill>
                  <a:latin typeface="Calibri" panose="020F0502020204030204" pitchFamily="34" charset="0"/>
                </a:defRPr>
              </a:lvl4pPr>
              <a:lvl5pPr marL="2057400" indent="-228600">
                <a:spcBef>
                  <a:spcPct val="20000"/>
                </a:spcBef>
                <a:buClr>
                  <a:srgbClr val="404040"/>
                </a:buClr>
                <a:buFont typeface="Arial" panose="020B0604020202020204" pitchFamily="34" charset="0"/>
                <a:buChar char="•"/>
                <a:defRPr>
                  <a:solidFill>
                    <a:schemeClr val="tx1"/>
                  </a:solidFill>
                  <a:latin typeface="Calibri" panose="020F0502020204030204" pitchFamily="34" charset="0"/>
                </a:defRPr>
              </a:lvl5pPr>
              <a:lvl6pPr marL="25146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6pPr>
              <a:lvl7pPr marL="29718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7pPr>
              <a:lvl8pPr marL="34290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8pPr>
              <a:lvl9pPr marL="38862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9pPr>
            </a:lstStyle>
            <a:p>
              <a:pPr fontAlgn="base">
                <a:spcBef>
                  <a:spcPct val="0"/>
                </a:spcBef>
                <a:spcAft>
                  <a:spcPct val="0"/>
                </a:spcAft>
                <a:buClrTx/>
                <a:buSzTx/>
                <a:buFontTx/>
                <a:buNone/>
              </a:pPr>
              <a:r>
                <a:rPr lang="en-US" altLang="en-US" sz="1800" b="1" dirty="0">
                  <a:latin typeface="Arial" panose="020B0604020202020204" pitchFamily="34" charset="0"/>
                </a:rPr>
                <a:t>Lahar Mass Balance Analysis</a:t>
              </a:r>
            </a:p>
          </p:txBody>
        </p:sp>
        <p:sp>
          <p:nvSpPr>
            <p:cNvPr id="45064" name="Text Box 24"/>
            <p:cNvSpPr txBox="1">
              <a:spLocks noChangeArrowheads="1"/>
            </p:cNvSpPr>
            <p:nvPr/>
          </p:nvSpPr>
          <p:spPr bwMode="auto">
            <a:xfrm>
              <a:off x="7567862" y="1541169"/>
              <a:ext cx="24971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404040"/>
                </a:buClr>
                <a:buSzPct val="85000"/>
                <a:buFont typeface="Arial" panose="020B0604020202020204" pitchFamily="34" charset="0"/>
                <a:buChar char="•"/>
                <a:defRPr sz="2700">
                  <a:solidFill>
                    <a:schemeClr val="tx1"/>
                  </a:solidFill>
                  <a:latin typeface="Calibri" panose="020F0502020204030204" pitchFamily="34" charset="0"/>
                </a:defRPr>
              </a:lvl1pPr>
              <a:lvl2pPr marL="742950" indent="-285750">
                <a:spcBef>
                  <a:spcPct val="20000"/>
                </a:spcBef>
                <a:buClr>
                  <a:srgbClr val="404040"/>
                </a:buClr>
                <a:buSzPct val="70000"/>
                <a:buFont typeface="Arial" panose="020B0604020202020204" pitchFamily="34" charset="0"/>
                <a:buChar char="•"/>
                <a:defRPr sz="2200">
                  <a:solidFill>
                    <a:schemeClr val="tx2"/>
                  </a:solidFill>
                  <a:latin typeface="Calibri" panose="020F0502020204030204" pitchFamily="34" charset="0"/>
                </a:defRPr>
              </a:lvl2pPr>
              <a:lvl3pPr marL="1143000" indent="-228600">
                <a:spcBef>
                  <a:spcPct val="20000"/>
                </a:spcBef>
                <a:buClr>
                  <a:srgbClr val="404040"/>
                </a:buClr>
                <a:buSzPct val="75000"/>
                <a:buFont typeface="Arial" panose="020B0604020202020204" pitchFamily="34" charset="0"/>
                <a:buChar char="•"/>
                <a:defRPr sz="2000">
                  <a:solidFill>
                    <a:schemeClr val="tx1"/>
                  </a:solidFill>
                  <a:latin typeface="Calibri" panose="020F0502020204030204" pitchFamily="34" charset="0"/>
                </a:defRPr>
              </a:lvl3pPr>
              <a:lvl4pPr marL="1600200" indent="-228600">
                <a:spcBef>
                  <a:spcPct val="20000"/>
                </a:spcBef>
                <a:buClr>
                  <a:srgbClr val="404040"/>
                </a:buClr>
                <a:buSzPct val="70000"/>
                <a:buFont typeface="Arial" panose="020B0604020202020204" pitchFamily="34" charset="0"/>
                <a:buChar char="•"/>
                <a:defRPr sz="2000">
                  <a:solidFill>
                    <a:schemeClr val="tx2"/>
                  </a:solidFill>
                  <a:latin typeface="Calibri" panose="020F0502020204030204" pitchFamily="34" charset="0"/>
                </a:defRPr>
              </a:lvl4pPr>
              <a:lvl5pPr marL="2057400" indent="-228600">
                <a:spcBef>
                  <a:spcPct val="20000"/>
                </a:spcBef>
                <a:buClr>
                  <a:srgbClr val="404040"/>
                </a:buClr>
                <a:buFont typeface="Arial" panose="020B0604020202020204" pitchFamily="34" charset="0"/>
                <a:buChar char="•"/>
                <a:defRPr>
                  <a:solidFill>
                    <a:schemeClr val="tx1"/>
                  </a:solidFill>
                  <a:latin typeface="Calibri" panose="020F0502020204030204" pitchFamily="34" charset="0"/>
                </a:defRPr>
              </a:lvl5pPr>
              <a:lvl6pPr marL="25146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6pPr>
              <a:lvl7pPr marL="29718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7pPr>
              <a:lvl8pPr marL="34290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8pPr>
              <a:lvl9pPr marL="38862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9pPr>
            </a:lstStyle>
            <a:p>
              <a:pPr fontAlgn="base">
                <a:spcBef>
                  <a:spcPct val="0"/>
                </a:spcBef>
                <a:spcAft>
                  <a:spcPct val="0"/>
                </a:spcAft>
                <a:buClrTx/>
                <a:buSzTx/>
                <a:buFontTx/>
                <a:buNone/>
              </a:pPr>
              <a:r>
                <a:rPr lang="en-US" altLang="en-US" sz="1400" b="1" dirty="0">
                  <a:solidFill>
                    <a:srgbClr val="CC0000"/>
                  </a:solidFill>
                  <a:latin typeface="Arial" panose="020B0604020202020204" pitchFamily="34" charset="0"/>
                </a:rPr>
                <a:t>Volume peaks and declines</a:t>
              </a:r>
            </a:p>
          </p:txBody>
        </p:sp>
        <p:sp>
          <p:nvSpPr>
            <p:cNvPr id="45065" name="Text Box 25"/>
            <p:cNvSpPr txBox="1">
              <a:spLocks noChangeArrowheads="1"/>
            </p:cNvSpPr>
            <p:nvPr/>
          </p:nvSpPr>
          <p:spPr bwMode="auto">
            <a:xfrm rot="-2324191">
              <a:off x="7231313" y="2316860"/>
              <a:ext cx="1138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404040"/>
                </a:buClr>
                <a:buSzPct val="85000"/>
                <a:buFont typeface="Arial" panose="020B0604020202020204" pitchFamily="34" charset="0"/>
                <a:buChar char="•"/>
                <a:defRPr sz="2700">
                  <a:solidFill>
                    <a:schemeClr val="tx1"/>
                  </a:solidFill>
                  <a:latin typeface="Calibri" panose="020F0502020204030204" pitchFamily="34" charset="0"/>
                </a:defRPr>
              </a:lvl1pPr>
              <a:lvl2pPr marL="742950" indent="-285750">
                <a:spcBef>
                  <a:spcPct val="20000"/>
                </a:spcBef>
                <a:buClr>
                  <a:srgbClr val="404040"/>
                </a:buClr>
                <a:buSzPct val="70000"/>
                <a:buFont typeface="Arial" panose="020B0604020202020204" pitchFamily="34" charset="0"/>
                <a:buChar char="•"/>
                <a:defRPr sz="2200">
                  <a:solidFill>
                    <a:schemeClr val="tx2"/>
                  </a:solidFill>
                  <a:latin typeface="Calibri" panose="020F0502020204030204" pitchFamily="34" charset="0"/>
                </a:defRPr>
              </a:lvl2pPr>
              <a:lvl3pPr marL="1143000" indent="-228600">
                <a:spcBef>
                  <a:spcPct val="20000"/>
                </a:spcBef>
                <a:buClr>
                  <a:srgbClr val="404040"/>
                </a:buClr>
                <a:buSzPct val="75000"/>
                <a:buFont typeface="Arial" panose="020B0604020202020204" pitchFamily="34" charset="0"/>
                <a:buChar char="•"/>
                <a:defRPr sz="2000">
                  <a:solidFill>
                    <a:schemeClr val="tx1"/>
                  </a:solidFill>
                  <a:latin typeface="Calibri" panose="020F0502020204030204" pitchFamily="34" charset="0"/>
                </a:defRPr>
              </a:lvl3pPr>
              <a:lvl4pPr marL="1600200" indent="-228600">
                <a:spcBef>
                  <a:spcPct val="20000"/>
                </a:spcBef>
                <a:buClr>
                  <a:srgbClr val="404040"/>
                </a:buClr>
                <a:buSzPct val="70000"/>
                <a:buFont typeface="Arial" panose="020B0604020202020204" pitchFamily="34" charset="0"/>
                <a:buChar char="•"/>
                <a:defRPr sz="2000">
                  <a:solidFill>
                    <a:schemeClr val="tx2"/>
                  </a:solidFill>
                  <a:latin typeface="Calibri" panose="020F0502020204030204" pitchFamily="34" charset="0"/>
                </a:defRPr>
              </a:lvl4pPr>
              <a:lvl5pPr marL="2057400" indent="-228600">
                <a:spcBef>
                  <a:spcPct val="20000"/>
                </a:spcBef>
                <a:buClr>
                  <a:srgbClr val="404040"/>
                </a:buClr>
                <a:buFont typeface="Arial" panose="020B0604020202020204" pitchFamily="34" charset="0"/>
                <a:buChar char="•"/>
                <a:defRPr>
                  <a:solidFill>
                    <a:schemeClr val="tx1"/>
                  </a:solidFill>
                  <a:latin typeface="Calibri" panose="020F0502020204030204" pitchFamily="34" charset="0"/>
                </a:defRPr>
              </a:lvl5pPr>
              <a:lvl6pPr marL="25146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6pPr>
              <a:lvl7pPr marL="29718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7pPr>
              <a:lvl8pPr marL="34290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8pPr>
              <a:lvl9pPr marL="38862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9pPr>
            </a:lstStyle>
            <a:p>
              <a:pPr fontAlgn="base">
                <a:spcBef>
                  <a:spcPct val="0"/>
                </a:spcBef>
                <a:spcAft>
                  <a:spcPct val="0"/>
                </a:spcAft>
                <a:buClrTx/>
                <a:buSzTx/>
                <a:buFontTx/>
                <a:buNone/>
              </a:pPr>
              <a:r>
                <a:rPr lang="en-US" altLang="en-US" sz="1400" b="1">
                  <a:solidFill>
                    <a:srgbClr val="CC0000"/>
                  </a:solidFill>
                  <a:latin typeface="Arial" panose="020B0604020202020204" pitchFamily="34" charset="0"/>
                </a:rPr>
                <a:t>net erosion</a:t>
              </a:r>
            </a:p>
          </p:txBody>
        </p:sp>
        <p:sp>
          <p:nvSpPr>
            <p:cNvPr id="45066" name="Text Box 26"/>
            <p:cNvSpPr txBox="1">
              <a:spLocks noChangeArrowheads="1"/>
            </p:cNvSpPr>
            <p:nvPr/>
          </p:nvSpPr>
          <p:spPr bwMode="auto">
            <a:xfrm rot="2342754">
              <a:off x="8958513" y="2393060"/>
              <a:ext cx="13922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404040"/>
                </a:buClr>
                <a:buSzPct val="85000"/>
                <a:buFont typeface="Arial" panose="020B0604020202020204" pitchFamily="34" charset="0"/>
                <a:buChar char="•"/>
                <a:defRPr sz="2700">
                  <a:solidFill>
                    <a:schemeClr val="tx1"/>
                  </a:solidFill>
                  <a:latin typeface="Calibri" panose="020F0502020204030204" pitchFamily="34" charset="0"/>
                </a:defRPr>
              </a:lvl1pPr>
              <a:lvl2pPr marL="742950" indent="-285750">
                <a:spcBef>
                  <a:spcPct val="20000"/>
                </a:spcBef>
                <a:buClr>
                  <a:srgbClr val="404040"/>
                </a:buClr>
                <a:buSzPct val="70000"/>
                <a:buFont typeface="Arial" panose="020B0604020202020204" pitchFamily="34" charset="0"/>
                <a:buChar char="•"/>
                <a:defRPr sz="2200">
                  <a:solidFill>
                    <a:schemeClr val="tx2"/>
                  </a:solidFill>
                  <a:latin typeface="Calibri" panose="020F0502020204030204" pitchFamily="34" charset="0"/>
                </a:defRPr>
              </a:lvl2pPr>
              <a:lvl3pPr marL="1143000" indent="-228600">
                <a:spcBef>
                  <a:spcPct val="20000"/>
                </a:spcBef>
                <a:buClr>
                  <a:srgbClr val="404040"/>
                </a:buClr>
                <a:buSzPct val="75000"/>
                <a:buFont typeface="Arial" panose="020B0604020202020204" pitchFamily="34" charset="0"/>
                <a:buChar char="•"/>
                <a:defRPr sz="2000">
                  <a:solidFill>
                    <a:schemeClr val="tx1"/>
                  </a:solidFill>
                  <a:latin typeface="Calibri" panose="020F0502020204030204" pitchFamily="34" charset="0"/>
                </a:defRPr>
              </a:lvl3pPr>
              <a:lvl4pPr marL="1600200" indent="-228600">
                <a:spcBef>
                  <a:spcPct val="20000"/>
                </a:spcBef>
                <a:buClr>
                  <a:srgbClr val="404040"/>
                </a:buClr>
                <a:buSzPct val="70000"/>
                <a:buFont typeface="Arial" panose="020B0604020202020204" pitchFamily="34" charset="0"/>
                <a:buChar char="•"/>
                <a:defRPr sz="2000">
                  <a:solidFill>
                    <a:schemeClr val="tx2"/>
                  </a:solidFill>
                  <a:latin typeface="Calibri" panose="020F0502020204030204" pitchFamily="34" charset="0"/>
                </a:defRPr>
              </a:lvl4pPr>
              <a:lvl5pPr marL="2057400" indent="-228600">
                <a:spcBef>
                  <a:spcPct val="20000"/>
                </a:spcBef>
                <a:buClr>
                  <a:srgbClr val="404040"/>
                </a:buClr>
                <a:buFont typeface="Arial" panose="020B0604020202020204" pitchFamily="34" charset="0"/>
                <a:buChar char="•"/>
                <a:defRPr>
                  <a:solidFill>
                    <a:schemeClr val="tx1"/>
                  </a:solidFill>
                  <a:latin typeface="Calibri" panose="020F0502020204030204" pitchFamily="34" charset="0"/>
                </a:defRPr>
              </a:lvl5pPr>
              <a:lvl6pPr marL="25146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6pPr>
              <a:lvl7pPr marL="29718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7pPr>
              <a:lvl8pPr marL="34290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8pPr>
              <a:lvl9pPr marL="38862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9pPr>
            </a:lstStyle>
            <a:p>
              <a:pPr fontAlgn="base">
                <a:spcBef>
                  <a:spcPct val="0"/>
                </a:spcBef>
                <a:spcAft>
                  <a:spcPct val="0"/>
                </a:spcAft>
                <a:buClrTx/>
                <a:buSzTx/>
                <a:buFontTx/>
                <a:buNone/>
              </a:pPr>
              <a:r>
                <a:rPr lang="en-US" altLang="en-US" sz="1400" b="1">
                  <a:solidFill>
                    <a:srgbClr val="CC0000"/>
                  </a:solidFill>
                  <a:latin typeface="Arial" panose="020B0604020202020204" pitchFamily="34" charset="0"/>
                </a:rPr>
                <a:t>net deposition</a:t>
              </a:r>
            </a:p>
          </p:txBody>
        </p:sp>
        <p:sp>
          <p:nvSpPr>
            <p:cNvPr id="15" name="Rectangle 14"/>
            <p:cNvSpPr/>
            <p:nvPr/>
          </p:nvSpPr>
          <p:spPr>
            <a:xfrm>
              <a:off x="8674350" y="1707260"/>
              <a:ext cx="284163" cy="1600200"/>
            </a:xfrm>
            <a:prstGeom prst="rect">
              <a:avLst/>
            </a:prstGeom>
            <a:solidFill>
              <a:srgbClr val="FFC000">
                <a:alpha val="27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base">
                <a:spcBef>
                  <a:spcPct val="0"/>
                </a:spcBef>
                <a:spcAft>
                  <a:spcPct val="0"/>
                </a:spcAft>
                <a:defRPr/>
              </a:pPr>
              <a:endParaRPr lang="en-US">
                <a:solidFill>
                  <a:prstClr val="white"/>
                </a:solidFill>
              </a:endParaRPr>
            </a:p>
          </p:txBody>
        </p:sp>
      </p:grpSp>
      <p:sp>
        <p:nvSpPr>
          <p:cNvPr id="45071" name="TextBox 1"/>
          <p:cNvSpPr txBox="1">
            <a:spLocks noChangeArrowheads="1"/>
          </p:cNvSpPr>
          <p:nvPr/>
        </p:nvSpPr>
        <p:spPr bwMode="auto">
          <a:xfrm>
            <a:off x="1547695" y="285137"/>
            <a:ext cx="890771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404040"/>
              </a:buClr>
              <a:buSzPct val="85000"/>
              <a:buFont typeface="Arial" panose="020B0604020202020204" pitchFamily="34" charset="0"/>
              <a:buChar char="•"/>
              <a:defRPr sz="2700">
                <a:solidFill>
                  <a:schemeClr val="tx1"/>
                </a:solidFill>
                <a:latin typeface="Calibri" panose="020F0502020204030204" pitchFamily="34" charset="0"/>
              </a:defRPr>
            </a:lvl1pPr>
            <a:lvl2pPr marL="742950" indent="-285750">
              <a:spcBef>
                <a:spcPct val="20000"/>
              </a:spcBef>
              <a:buClr>
                <a:srgbClr val="404040"/>
              </a:buClr>
              <a:buSzPct val="70000"/>
              <a:buFont typeface="Arial" panose="020B0604020202020204" pitchFamily="34" charset="0"/>
              <a:buChar char="•"/>
              <a:defRPr sz="2200">
                <a:solidFill>
                  <a:schemeClr val="tx2"/>
                </a:solidFill>
                <a:latin typeface="Calibri" panose="020F0502020204030204" pitchFamily="34" charset="0"/>
              </a:defRPr>
            </a:lvl2pPr>
            <a:lvl3pPr marL="1143000" indent="-228600">
              <a:spcBef>
                <a:spcPct val="20000"/>
              </a:spcBef>
              <a:buClr>
                <a:srgbClr val="404040"/>
              </a:buClr>
              <a:buSzPct val="75000"/>
              <a:buFont typeface="Arial" panose="020B0604020202020204" pitchFamily="34" charset="0"/>
              <a:buChar char="•"/>
              <a:defRPr sz="2000">
                <a:solidFill>
                  <a:schemeClr val="tx1"/>
                </a:solidFill>
                <a:latin typeface="Calibri" panose="020F0502020204030204" pitchFamily="34" charset="0"/>
              </a:defRPr>
            </a:lvl3pPr>
            <a:lvl4pPr marL="1600200" indent="-228600">
              <a:spcBef>
                <a:spcPct val="20000"/>
              </a:spcBef>
              <a:buClr>
                <a:srgbClr val="404040"/>
              </a:buClr>
              <a:buSzPct val="70000"/>
              <a:buFont typeface="Arial" panose="020B0604020202020204" pitchFamily="34" charset="0"/>
              <a:buChar char="•"/>
              <a:defRPr sz="2000">
                <a:solidFill>
                  <a:schemeClr val="tx2"/>
                </a:solidFill>
                <a:latin typeface="Calibri" panose="020F0502020204030204" pitchFamily="34" charset="0"/>
              </a:defRPr>
            </a:lvl4pPr>
            <a:lvl5pPr marL="2057400" indent="-228600">
              <a:spcBef>
                <a:spcPct val="20000"/>
              </a:spcBef>
              <a:buClr>
                <a:srgbClr val="404040"/>
              </a:buClr>
              <a:buFont typeface="Arial" panose="020B0604020202020204" pitchFamily="34" charset="0"/>
              <a:buChar char="•"/>
              <a:defRPr>
                <a:solidFill>
                  <a:schemeClr val="tx1"/>
                </a:solidFill>
                <a:latin typeface="Calibri" panose="020F0502020204030204" pitchFamily="34" charset="0"/>
              </a:defRPr>
            </a:lvl5pPr>
            <a:lvl6pPr marL="25146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6pPr>
            <a:lvl7pPr marL="29718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7pPr>
            <a:lvl8pPr marL="34290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8pPr>
            <a:lvl9pPr marL="3886200" indent="-228600" fontAlgn="base">
              <a:spcBef>
                <a:spcPct val="20000"/>
              </a:spcBef>
              <a:spcAft>
                <a:spcPct val="0"/>
              </a:spcAft>
              <a:buClr>
                <a:srgbClr val="404040"/>
              </a:buClr>
              <a:buFont typeface="Arial" panose="020B0604020202020204" pitchFamily="34" charset="0"/>
              <a:buChar char="•"/>
              <a:defRPr>
                <a:solidFill>
                  <a:schemeClr val="tx1"/>
                </a:solidFill>
                <a:latin typeface="Calibri" panose="020F0502020204030204" pitchFamily="34" charset="0"/>
              </a:defRPr>
            </a:lvl9pPr>
          </a:lstStyle>
          <a:p>
            <a:pPr algn="ctr" fontAlgn="base">
              <a:spcBef>
                <a:spcPct val="0"/>
              </a:spcBef>
              <a:spcAft>
                <a:spcPct val="0"/>
              </a:spcAft>
              <a:buClrTx/>
              <a:buSzTx/>
              <a:buFontTx/>
              <a:buNone/>
            </a:pPr>
            <a:r>
              <a:rPr lang="en-US" altLang="en-US" sz="4000" dirty="0">
                <a:solidFill>
                  <a:prstClr val="black"/>
                </a:solidFill>
                <a:latin typeface="Calibri"/>
              </a:rPr>
              <a:t>Proximal Hazard Zone for LAHARZ </a:t>
            </a:r>
          </a:p>
        </p:txBody>
      </p:sp>
      <p:sp>
        <p:nvSpPr>
          <p:cNvPr id="3" name="TextBox 2">
            <a:extLst>
              <a:ext uri="{FF2B5EF4-FFF2-40B4-BE49-F238E27FC236}">
                <a16:creationId xmlns:a16="http://schemas.microsoft.com/office/drawing/2014/main" id="{59BBC307-1D44-D726-D2C0-5A2F2E69D844}"/>
              </a:ext>
            </a:extLst>
          </p:cNvPr>
          <p:cNvSpPr txBox="1"/>
          <p:nvPr/>
        </p:nvSpPr>
        <p:spPr>
          <a:xfrm>
            <a:off x="914400" y="4048542"/>
            <a:ext cx="9677400" cy="2123658"/>
          </a:xfrm>
          <a:prstGeom prst="rect">
            <a:avLst/>
          </a:prstGeom>
          <a:noFill/>
        </p:spPr>
        <p:txBody>
          <a:bodyPr wrap="square">
            <a:spAutoFit/>
          </a:bodyPr>
          <a:lstStyle/>
          <a:p>
            <a:pPr marL="285750" indent="-285750">
              <a:spcAft>
                <a:spcPts val="600"/>
              </a:spcAft>
              <a:buFont typeface="Arial" panose="020B0604020202020204" pitchFamily="34" charset="0"/>
              <a:buChar char="•"/>
            </a:pPr>
            <a:r>
              <a:rPr lang="en-US" altLang="en-US" sz="1600" dirty="0">
                <a:solidFill>
                  <a:prstClr val="black"/>
                </a:solidFill>
                <a:cs typeface="Arial" panose="020B0604020202020204" pitchFamily="34" charset="0"/>
              </a:rPr>
              <a:t>So, we start modeling lahars by estimating where on the flanks the flow volume is greatest.</a:t>
            </a:r>
          </a:p>
          <a:p>
            <a:pPr marL="285750" indent="-285750">
              <a:spcAft>
                <a:spcPts val="600"/>
              </a:spcAft>
              <a:buFont typeface="Arial" panose="020B0604020202020204" pitchFamily="34" charset="0"/>
              <a:buChar char="•"/>
            </a:pPr>
            <a:r>
              <a:rPr lang="en-US" altLang="en-US" sz="1600" dirty="0">
                <a:solidFill>
                  <a:prstClr val="black"/>
                </a:solidFill>
                <a:cs typeface="Arial" panose="020B0604020202020204" pitchFamily="34" charset="0"/>
              </a:rPr>
              <a:t>We do this by defining an H/L cone that marks the transition between erosion and deposition. That is, inside the H/L cone, the volume is still increasing. Outside the H/L cone, the volume is maintained or decreasing (depositing).  </a:t>
            </a:r>
          </a:p>
          <a:p>
            <a:pPr marL="285750" indent="-285750">
              <a:buFont typeface="Arial" panose="020B0604020202020204" pitchFamily="34" charset="0"/>
              <a:buChar char="•"/>
            </a:pPr>
            <a:r>
              <a:rPr lang="en-US" altLang="en-US" sz="1600" dirty="0">
                <a:cs typeface="Arial" panose="020B0604020202020204" pitchFamily="34" charset="0"/>
              </a:rPr>
              <a:t>How do we identify an H/L cone that represents this transition?</a:t>
            </a:r>
          </a:p>
          <a:p>
            <a:pPr marL="1314450" lvl="1" indent="-285750">
              <a:buFont typeface="Arial" panose="020B0604020202020204" pitchFamily="34" charset="0"/>
              <a:buChar char="•"/>
            </a:pPr>
            <a:r>
              <a:rPr lang="en-US" altLang="en-US" sz="1400" dirty="0">
                <a:cs typeface="Arial" panose="020B0604020202020204" pitchFamily="34" charset="0"/>
              </a:rPr>
              <a:t>from net erosion to net deposition</a:t>
            </a:r>
          </a:p>
          <a:p>
            <a:pPr marL="1314450" lvl="1" indent="-285750">
              <a:buFont typeface="Arial" panose="020B0604020202020204" pitchFamily="34" charset="0"/>
              <a:buChar char="•"/>
            </a:pPr>
            <a:r>
              <a:rPr lang="en-US" altLang="en-US" sz="1400" dirty="0">
                <a:cs typeface="Arial" panose="020B0604020202020204" pitchFamily="34" charset="0"/>
              </a:rPr>
              <a:t>from steep slopes to moderate slopes (20°-30°), that is, find the break in slope</a:t>
            </a:r>
          </a:p>
          <a:p>
            <a:pPr marL="1314450" lvl="1" indent="-285750">
              <a:buFont typeface="Arial" panose="020B0604020202020204" pitchFamily="34" charset="0"/>
              <a:buChar char="•"/>
            </a:pPr>
            <a:r>
              <a:rPr lang="en-US" altLang="en-US" sz="1400" dirty="0">
                <a:cs typeface="Arial" panose="020B0604020202020204" pitchFamily="34" charset="0"/>
              </a:rPr>
              <a:t>from pyroclastic debris fans to more channelized flows</a:t>
            </a:r>
          </a:p>
        </p:txBody>
      </p:sp>
      <p:grpSp>
        <p:nvGrpSpPr>
          <p:cNvPr id="2" name="Group 1">
            <a:extLst>
              <a:ext uri="{FF2B5EF4-FFF2-40B4-BE49-F238E27FC236}">
                <a16:creationId xmlns:a16="http://schemas.microsoft.com/office/drawing/2014/main" id="{8FAE098F-3722-CA55-1E8D-B405A4628663}"/>
              </a:ext>
            </a:extLst>
          </p:cNvPr>
          <p:cNvGrpSpPr/>
          <p:nvPr/>
        </p:nvGrpSpPr>
        <p:grpSpPr>
          <a:xfrm>
            <a:off x="0" y="6362366"/>
            <a:ext cx="12301844" cy="640080"/>
            <a:chOff x="0" y="6361501"/>
            <a:chExt cx="12301844" cy="640080"/>
          </a:xfrm>
        </p:grpSpPr>
        <p:sp>
          <p:nvSpPr>
            <p:cNvPr id="4" name="Rectangle 3">
              <a:extLst>
                <a:ext uri="{FF2B5EF4-FFF2-40B4-BE49-F238E27FC236}">
                  <a16:creationId xmlns:a16="http://schemas.microsoft.com/office/drawing/2014/main" id="{1599C797-7E4F-6033-A2E2-39C284E3DA62}"/>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5" name="Group 4">
              <a:extLst>
                <a:ext uri="{FF2B5EF4-FFF2-40B4-BE49-F238E27FC236}">
                  <a16:creationId xmlns:a16="http://schemas.microsoft.com/office/drawing/2014/main" id="{C892BB61-5271-2278-9905-9C63B51FF3D1}"/>
                </a:ext>
              </a:extLst>
            </p:cNvPr>
            <p:cNvGrpSpPr/>
            <p:nvPr/>
          </p:nvGrpSpPr>
          <p:grpSpPr>
            <a:xfrm>
              <a:off x="2" y="6361501"/>
              <a:ext cx="12301842" cy="640080"/>
              <a:chOff x="2" y="6361501"/>
              <a:chExt cx="12301842" cy="640080"/>
            </a:xfrm>
          </p:grpSpPr>
          <p:pic>
            <p:nvPicPr>
              <p:cNvPr id="6" name="Picture 5" descr="USGS.png">
                <a:extLst>
                  <a:ext uri="{FF2B5EF4-FFF2-40B4-BE49-F238E27FC236}">
                    <a16:creationId xmlns:a16="http://schemas.microsoft.com/office/drawing/2014/main" id="{769E8DA4-6D6A-B1FF-24E4-ABFEBA481F6B}"/>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7" name="Picture 6" descr="Horizontal_CMYK_600.tif">
                <a:extLst>
                  <a:ext uri="{FF2B5EF4-FFF2-40B4-BE49-F238E27FC236}">
                    <a16:creationId xmlns:a16="http://schemas.microsoft.com/office/drawing/2014/main" id="{4F8B3ABE-CA01-0CB4-78B8-B07A8B5D1B25}"/>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8" name="Picture 7">
                <a:extLst>
                  <a:ext uri="{FF2B5EF4-FFF2-40B4-BE49-F238E27FC236}">
                    <a16:creationId xmlns:a16="http://schemas.microsoft.com/office/drawing/2014/main" id="{A712C060-0B00-260E-4D5A-591156CCE586}"/>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31679886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4" descr="Rainier04_mount_rainier_from_st_helens_12-28-0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24001" y="2"/>
            <a:ext cx="9144000" cy="6248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3" name="Line 5"/>
          <p:cNvSpPr>
            <a:spLocks noChangeShapeType="1"/>
          </p:cNvSpPr>
          <p:nvPr/>
        </p:nvSpPr>
        <p:spPr bwMode="auto">
          <a:xfrm>
            <a:off x="2869271" y="1236948"/>
            <a:ext cx="2619736" cy="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084" name="Line 6"/>
          <p:cNvSpPr>
            <a:spLocks noChangeShapeType="1"/>
          </p:cNvSpPr>
          <p:nvPr/>
        </p:nvSpPr>
        <p:spPr bwMode="auto">
          <a:xfrm>
            <a:off x="2869271" y="1236948"/>
            <a:ext cx="0" cy="945900"/>
          </a:xfrm>
          <a:prstGeom prst="line">
            <a:avLst/>
          </a:prstGeom>
          <a:noFill/>
          <a:ln w="381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085" name="Text Box 7"/>
          <p:cNvSpPr txBox="1">
            <a:spLocks noChangeArrowheads="1"/>
          </p:cNvSpPr>
          <p:nvPr/>
        </p:nvSpPr>
        <p:spPr bwMode="auto">
          <a:xfrm>
            <a:off x="4002130" y="727618"/>
            <a:ext cx="43473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3200" b="1" i="1">
                <a:solidFill>
                  <a:srgbClr val="FF0000"/>
                </a:solidFill>
              </a:rPr>
              <a:t>L</a:t>
            </a:r>
          </a:p>
        </p:txBody>
      </p:sp>
      <p:sp>
        <p:nvSpPr>
          <p:cNvPr id="46086" name="Text Box 8"/>
          <p:cNvSpPr txBox="1">
            <a:spLocks noChangeArrowheads="1"/>
          </p:cNvSpPr>
          <p:nvPr/>
        </p:nvSpPr>
        <p:spPr bwMode="auto">
          <a:xfrm>
            <a:off x="2302841" y="1673518"/>
            <a:ext cx="4812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3200" b="1" i="1">
                <a:solidFill>
                  <a:srgbClr val="FF0000"/>
                </a:solidFill>
              </a:rPr>
              <a:t>H</a:t>
            </a:r>
          </a:p>
        </p:txBody>
      </p:sp>
      <p:sp>
        <p:nvSpPr>
          <p:cNvPr id="46087" name="Line 9"/>
          <p:cNvSpPr>
            <a:spLocks noChangeShapeType="1"/>
          </p:cNvSpPr>
          <p:nvPr/>
        </p:nvSpPr>
        <p:spPr bwMode="auto">
          <a:xfrm flipH="1" flipV="1">
            <a:off x="2869272" y="2328372"/>
            <a:ext cx="708037" cy="218285"/>
          </a:xfrm>
          <a:prstGeom prst="line">
            <a:avLst/>
          </a:prstGeom>
          <a:noFill/>
          <a:ln w="1143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088" name="Text Box 10"/>
          <p:cNvSpPr txBox="1">
            <a:spLocks noChangeArrowheads="1"/>
          </p:cNvSpPr>
          <p:nvPr/>
        </p:nvSpPr>
        <p:spPr bwMode="auto">
          <a:xfrm>
            <a:off x="3577308" y="2110086"/>
            <a:ext cx="5468164"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000" b="1"/>
              <a:t>Begin flow hazard-zone computation where</a:t>
            </a:r>
          </a:p>
          <a:p>
            <a:pPr eaLnBrk="1" hangingPunct="1"/>
            <a:r>
              <a:rPr lang="en-US" altLang="en-US" sz="2000" b="1"/>
              <a:t>deposition first exceeds erosion</a:t>
            </a:r>
          </a:p>
        </p:txBody>
      </p:sp>
      <p:sp>
        <p:nvSpPr>
          <p:cNvPr id="46089" name="Text Box 11"/>
          <p:cNvSpPr txBox="1">
            <a:spLocks noChangeArrowheads="1"/>
          </p:cNvSpPr>
          <p:nvPr/>
        </p:nvSpPr>
        <p:spPr bwMode="auto">
          <a:xfrm>
            <a:off x="7400706" y="218287"/>
            <a:ext cx="311078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dirty="0"/>
              <a:t>Mt. Rainier, west side</a:t>
            </a:r>
          </a:p>
        </p:txBody>
      </p:sp>
      <p:sp>
        <p:nvSpPr>
          <p:cNvPr id="46090" name="Freeform 12"/>
          <p:cNvSpPr>
            <a:spLocks/>
          </p:cNvSpPr>
          <p:nvPr/>
        </p:nvSpPr>
        <p:spPr bwMode="auto">
          <a:xfrm>
            <a:off x="4993382" y="1236949"/>
            <a:ext cx="672635" cy="400189"/>
          </a:xfrm>
          <a:custGeom>
            <a:avLst/>
            <a:gdLst>
              <a:gd name="T0" fmla="*/ 887095000 w 456"/>
              <a:gd name="T1" fmla="*/ 20161250 h 264"/>
              <a:gd name="T2" fmla="*/ 524192500 w 456"/>
              <a:gd name="T3" fmla="*/ 20161250 h 264"/>
              <a:gd name="T4" fmla="*/ 282257500 w 456"/>
              <a:gd name="T5" fmla="*/ 141128750 h 264"/>
              <a:gd name="T6" fmla="*/ 40322500 w 456"/>
              <a:gd name="T7" fmla="*/ 262096250 h 264"/>
              <a:gd name="T8" fmla="*/ 40322500 w 456"/>
              <a:gd name="T9" fmla="*/ 383063750 h 264"/>
              <a:gd name="T10" fmla="*/ 40322500 w 456"/>
              <a:gd name="T11" fmla="*/ 624998750 h 264"/>
              <a:gd name="T12" fmla="*/ 161290000 w 456"/>
              <a:gd name="T13" fmla="*/ 624998750 h 264"/>
              <a:gd name="T14" fmla="*/ 403225000 w 456"/>
              <a:gd name="T15" fmla="*/ 624998750 h 264"/>
              <a:gd name="T16" fmla="*/ 645160000 w 456"/>
              <a:gd name="T17" fmla="*/ 624998750 h 264"/>
              <a:gd name="T18" fmla="*/ 766127500 w 456"/>
              <a:gd name="T19" fmla="*/ 624998750 h 264"/>
              <a:gd name="T20" fmla="*/ 1008062500 w 456"/>
              <a:gd name="T21" fmla="*/ 504031250 h 264"/>
              <a:gd name="T22" fmla="*/ 1129030000 w 456"/>
              <a:gd name="T23" fmla="*/ 383063750 h 264"/>
              <a:gd name="T24" fmla="*/ 1129030000 w 456"/>
              <a:gd name="T25" fmla="*/ 262096250 h 264"/>
              <a:gd name="T26" fmla="*/ 1129030000 w 456"/>
              <a:gd name="T27" fmla="*/ 141128750 h 264"/>
              <a:gd name="T28" fmla="*/ 1008062500 w 456"/>
              <a:gd name="T29" fmla="*/ 20161250 h 264"/>
              <a:gd name="T30" fmla="*/ 887095000 w 456"/>
              <a:gd name="T31" fmla="*/ 20161250 h 26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456" h="264">
                <a:moveTo>
                  <a:pt x="352" y="8"/>
                </a:moveTo>
                <a:cubicBezTo>
                  <a:pt x="320" y="8"/>
                  <a:pt x="248" y="0"/>
                  <a:pt x="208" y="8"/>
                </a:cubicBezTo>
                <a:cubicBezTo>
                  <a:pt x="168" y="16"/>
                  <a:pt x="144" y="40"/>
                  <a:pt x="112" y="56"/>
                </a:cubicBezTo>
                <a:cubicBezTo>
                  <a:pt x="80" y="72"/>
                  <a:pt x="32" y="88"/>
                  <a:pt x="16" y="104"/>
                </a:cubicBezTo>
                <a:cubicBezTo>
                  <a:pt x="0" y="120"/>
                  <a:pt x="16" y="128"/>
                  <a:pt x="16" y="152"/>
                </a:cubicBezTo>
                <a:cubicBezTo>
                  <a:pt x="16" y="176"/>
                  <a:pt x="8" y="232"/>
                  <a:pt x="16" y="248"/>
                </a:cubicBezTo>
                <a:cubicBezTo>
                  <a:pt x="24" y="264"/>
                  <a:pt x="40" y="248"/>
                  <a:pt x="64" y="248"/>
                </a:cubicBezTo>
                <a:cubicBezTo>
                  <a:pt x="88" y="248"/>
                  <a:pt x="128" y="248"/>
                  <a:pt x="160" y="248"/>
                </a:cubicBezTo>
                <a:cubicBezTo>
                  <a:pt x="192" y="248"/>
                  <a:pt x="232" y="248"/>
                  <a:pt x="256" y="248"/>
                </a:cubicBezTo>
                <a:cubicBezTo>
                  <a:pt x="280" y="248"/>
                  <a:pt x="280" y="256"/>
                  <a:pt x="304" y="248"/>
                </a:cubicBezTo>
                <a:cubicBezTo>
                  <a:pt x="328" y="240"/>
                  <a:pt x="376" y="216"/>
                  <a:pt x="400" y="200"/>
                </a:cubicBezTo>
                <a:cubicBezTo>
                  <a:pt x="424" y="184"/>
                  <a:pt x="440" y="168"/>
                  <a:pt x="448" y="152"/>
                </a:cubicBezTo>
                <a:cubicBezTo>
                  <a:pt x="456" y="136"/>
                  <a:pt x="448" y="120"/>
                  <a:pt x="448" y="104"/>
                </a:cubicBezTo>
                <a:cubicBezTo>
                  <a:pt x="448" y="88"/>
                  <a:pt x="456" y="72"/>
                  <a:pt x="448" y="56"/>
                </a:cubicBezTo>
                <a:cubicBezTo>
                  <a:pt x="440" y="40"/>
                  <a:pt x="416" y="16"/>
                  <a:pt x="400" y="8"/>
                </a:cubicBezTo>
                <a:cubicBezTo>
                  <a:pt x="384" y="0"/>
                  <a:pt x="384" y="8"/>
                  <a:pt x="352" y="8"/>
                </a:cubicBezTo>
                <a:close/>
              </a:path>
            </a:pathLst>
          </a:custGeom>
          <a:gradFill rotWithShape="1">
            <a:gsLst>
              <a:gs pos="0">
                <a:srgbClr val="FF0000">
                  <a:alpha val="37999"/>
                </a:srgbClr>
              </a:gs>
              <a:gs pos="100000">
                <a:srgbClr val="FFA1A1">
                  <a:alpha val="37999"/>
                </a:srgbClr>
              </a:gs>
            </a:gsLst>
            <a:path path="rect">
              <a:fillToRect l="50000" t="50000" r="50000" b="50000"/>
            </a:path>
          </a:gra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091" name="Text Box 13"/>
          <p:cNvSpPr txBox="1">
            <a:spLocks noChangeArrowheads="1"/>
          </p:cNvSpPr>
          <p:nvPr/>
        </p:nvSpPr>
        <p:spPr bwMode="auto">
          <a:xfrm>
            <a:off x="5134988" y="1164186"/>
            <a:ext cx="42351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800" b="1" i="1"/>
              <a:t>V</a:t>
            </a:r>
          </a:p>
        </p:txBody>
      </p:sp>
      <p:pic>
        <p:nvPicPr>
          <p:cNvPr id="1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66016" y="2971800"/>
            <a:ext cx="5001984" cy="3864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801573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4"/>
          <p:cNvSpPr txBox="1">
            <a:spLocks noChangeArrowheads="1"/>
          </p:cNvSpPr>
          <p:nvPr/>
        </p:nvSpPr>
        <p:spPr bwMode="auto">
          <a:xfrm>
            <a:off x="1676400" y="152401"/>
            <a:ext cx="9220200" cy="83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dirty="0"/>
              <a:t>Lahar hazard zones computed for Mt. Rainier with proximal </a:t>
            </a:r>
          </a:p>
          <a:p>
            <a:pPr eaLnBrk="1" hangingPunct="1"/>
            <a:r>
              <a:rPr lang="en-US" altLang="en-US" sz="2400" dirty="0"/>
              <a:t>hazard zone defined by </a:t>
            </a:r>
            <a:r>
              <a:rPr lang="en-US" altLang="en-US" sz="2400" i="1" dirty="0"/>
              <a:t>H/L</a:t>
            </a:r>
            <a:r>
              <a:rPr lang="en-US" altLang="en-US" sz="2400" dirty="0"/>
              <a:t> = 0.23</a:t>
            </a:r>
          </a:p>
        </p:txBody>
      </p:sp>
      <p:pic>
        <p:nvPicPr>
          <p:cNvPr id="50179" name="Picture 5" descr="DE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0400" y="992900"/>
            <a:ext cx="5410200" cy="52477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0" name="Line 6"/>
          <p:cNvSpPr>
            <a:spLocks noChangeShapeType="1"/>
          </p:cNvSpPr>
          <p:nvPr/>
        </p:nvSpPr>
        <p:spPr bwMode="auto">
          <a:xfrm flipH="1">
            <a:off x="8077200" y="3429000"/>
            <a:ext cx="1371600" cy="304800"/>
          </a:xfrm>
          <a:prstGeom prst="line">
            <a:avLst/>
          </a:prstGeom>
          <a:noFill/>
          <a:ln w="127000">
            <a:solidFill>
              <a:srgbClr val="00FF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2" name="Group 1">
            <a:extLst>
              <a:ext uri="{FF2B5EF4-FFF2-40B4-BE49-F238E27FC236}">
                <a16:creationId xmlns:a16="http://schemas.microsoft.com/office/drawing/2014/main" id="{6F78C437-A88A-604E-6F7E-78D4580B23B2}"/>
              </a:ext>
            </a:extLst>
          </p:cNvPr>
          <p:cNvGrpSpPr/>
          <p:nvPr/>
        </p:nvGrpSpPr>
        <p:grpSpPr>
          <a:xfrm>
            <a:off x="0" y="6362366"/>
            <a:ext cx="12301844" cy="640080"/>
            <a:chOff x="0" y="6361501"/>
            <a:chExt cx="12301844" cy="640080"/>
          </a:xfrm>
        </p:grpSpPr>
        <p:sp>
          <p:nvSpPr>
            <p:cNvPr id="3" name="Rectangle 2">
              <a:extLst>
                <a:ext uri="{FF2B5EF4-FFF2-40B4-BE49-F238E27FC236}">
                  <a16:creationId xmlns:a16="http://schemas.microsoft.com/office/drawing/2014/main" id="{E3309926-4CBE-DEAA-7690-9E65F8572609}"/>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4" name="Group 3">
              <a:extLst>
                <a:ext uri="{FF2B5EF4-FFF2-40B4-BE49-F238E27FC236}">
                  <a16:creationId xmlns:a16="http://schemas.microsoft.com/office/drawing/2014/main" id="{6B5F5F5E-7DD1-7F06-64AF-F5C3DC0AD770}"/>
                </a:ext>
              </a:extLst>
            </p:cNvPr>
            <p:cNvGrpSpPr/>
            <p:nvPr/>
          </p:nvGrpSpPr>
          <p:grpSpPr>
            <a:xfrm>
              <a:off x="2" y="6361501"/>
              <a:ext cx="12301842" cy="640080"/>
              <a:chOff x="2" y="6361501"/>
              <a:chExt cx="12301842" cy="640080"/>
            </a:xfrm>
          </p:grpSpPr>
          <p:pic>
            <p:nvPicPr>
              <p:cNvPr id="5" name="Picture 4" descr="USGS.png">
                <a:extLst>
                  <a:ext uri="{FF2B5EF4-FFF2-40B4-BE49-F238E27FC236}">
                    <a16:creationId xmlns:a16="http://schemas.microsoft.com/office/drawing/2014/main" id="{C9C92A98-27C8-8B45-80B9-7294C1AD008C}"/>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6" name="Picture 5" descr="Horizontal_CMYK_600.tif">
                <a:extLst>
                  <a:ext uri="{FF2B5EF4-FFF2-40B4-BE49-F238E27FC236}">
                    <a16:creationId xmlns:a16="http://schemas.microsoft.com/office/drawing/2014/main" id="{6CC934BF-1278-FFE0-3686-34D81CB8999A}"/>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7" name="Picture 6">
                <a:extLst>
                  <a:ext uri="{FF2B5EF4-FFF2-40B4-BE49-F238E27FC236}">
                    <a16:creationId xmlns:a16="http://schemas.microsoft.com/office/drawing/2014/main" id="{5DF1899E-F13D-1236-553F-577F4CB4A4F1}"/>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cstate="print">
            <a:extLst>
              <a:ext uri="{28A0092B-C50C-407E-A947-70E740481C1C}">
                <a14:useLocalDpi xmlns:a14="http://schemas.microsoft.com/office/drawing/2010/main" val="0"/>
              </a:ext>
            </a:extLst>
          </a:blip>
          <a:srcRect l="36666" b="27784"/>
          <a:stretch/>
        </p:blipFill>
        <p:spPr>
          <a:xfrm>
            <a:off x="1981200" y="914401"/>
            <a:ext cx="8077200" cy="5182161"/>
          </a:xfrm>
          <a:prstGeom prst="rect">
            <a:avLst/>
          </a:prstGeom>
        </p:spPr>
      </p:pic>
      <p:grpSp>
        <p:nvGrpSpPr>
          <p:cNvPr id="3" name="Group 2">
            <a:extLst>
              <a:ext uri="{FF2B5EF4-FFF2-40B4-BE49-F238E27FC236}">
                <a16:creationId xmlns:a16="http://schemas.microsoft.com/office/drawing/2014/main" id="{B1B6DF96-7379-0D75-78F5-C334862132FF}"/>
              </a:ext>
            </a:extLst>
          </p:cNvPr>
          <p:cNvGrpSpPr/>
          <p:nvPr/>
        </p:nvGrpSpPr>
        <p:grpSpPr>
          <a:xfrm>
            <a:off x="0" y="6362366"/>
            <a:ext cx="12301844" cy="640080"/>
            <a:chOff x="0" y="6361501"/>
            <a:chExt cx="12301844" cy="640080"/>
          </a:xfrm>
        </p:grpSpPr>
        <p:sp>
          <p:nvSpPr>
            <p:cNvPr id="4" name="Rectangle 3">
              <a:extLst>
                <a:ext uri="{FF2B5EF4-FFF2-40B4-BE49-F238E27FC236}">
                  <a16:creationId xmlns:a16="http://schemas.microsoft.com/office/drawing/2014/main" id="{BEA13CDC-D771-1ED1-85FD-042B4F6886BE}"/>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5" name="Group 4">
              <a:extLst>
                <a:ext uri="{FF2B5EF4-FFF2-40B4-BE49-F238E27FC236}">
                  <a16:creationId xmlns:a16="http://schemas.microsoft.com/office/drawing/2014/main" id="{685E028D-9E1F-4E6E-4305-1E2A2357C672}"/>
                </a:ext>
              </a:extLst>
            </p:cNvPr>
            <p:cNvGrpSpPr/>
            <p:nvPr/>
          </p:nvGrpSpPr>
          <p:grpSpPr>
            <a:xfrm>
              <a:off x="2" y="6361501"/>
              <a:ext cx="12301842" cy="640080"/>
              <a:chOff x="2" y="6361501"/>
              <a:chExt cx="12301842" cy="640080"/>
            </a:xfrm>
          </p:grpSpPr>
          <p:pic>
            <p:nvPicPr>
              <p:cNvPr id="6" name="Picture 5" descr="USGS.png">
                <a:extLst>
                  <a:ext uri="{FF2B5EF4-FFF2-40B4-BE49-F238E27FC236}">
                    <a16:creationId xmlns:a16="http://schemas.microsoft.com/office/drawing/2014/main" id="{37B75FB3-C2FF-EAEA-62A1-F4C8FF8C6137}"/>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7" name="Picture 6" descr="Horizontal_CMYK_600.tif">
                <a:extLst>
                  <a:ext uri="{FF2B5EF4-FFF2-40B4-BE49-F238E27FC236}">
                    <a16:creationId xmlns:a16="http://schemas.microsoft.com/office/drawing/2014/main" id="{D35DD12E-A04D-FB30-DB7D-CBBE8D8BA18C}"/>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8" name="Picture 7">
                <a:extLst>
                  <a:ext uri="{FF2B5EF4-FFF2-40B4-BE49-F238E27FC236}">
                    <a16:creationId xmlns:a16="http://schemas.microsoft.com/office/drawing/2014/main" id="{24F9770E-064E-E3D9-81CE-F68A71342BA2}"/>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
        <p:nvSpPr>
          <p:cNvPr id="9" name="TextBox 8">
            <a:extLst>
              <a:ext uri="{FF2B5EF4-FFF2-40B4-BE49-F238E27FC236}">
                <a16:creationId xmlns:a16="http://schemas.microsoft.com/office/drawing/2014/main" id="{A22DF807-C297-A1AA-3236-2341D47146A6}"/>
              </a:ext>
            </a:extLst>
          </p:cNvPr>
          <p:cNvSpPr txBox="1"/>
          <p:nvPr/>
        </p:nvSpPr>
        <p:spPr>
          <a:xfrm>
            <a:off x="2388107" y="214842"/>
            <a:ext cx="7415784" cy="523220"/>
          </a:xfrm>
          <a:prstGeom prst="rect">
            <a:avLst/>
          </a:prstGeom>
          <a:noFill/>
        </p:spPr>
        <p:txBody>
          <a:bodyPr wrap="square">
            <a:spAutoFit/>
          </a:bodyPr>
          <a:lstStyle/>
          <a:p>
            <a:r>
              <a:rPr lang="en-US" sz="2800" b="1" dirty="0"/>
              <a:t>Special Cases: not a nice pointy volcano?</a:t>
            </a:r>
          </a:p>
        </p:txBody>
      </p:sp>
    </p:spTree>
    <p:extLst>
      <p:ext uri="{BB962C8B-B14F-4D97-AF65-F5344CB8AC3E}">
        <p14:creationId xmlns:p14="http://schemas.microsoft.com/office/powerpoint/2010/main" val="41178822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1981200" y="914401"/>
            <a:ext cx="8077200" cy="5182161"/>
            <a:chOff x="457200" y="914400"/>
            <a:chExt cx="8077200" cy="5182161"/>
          </a:xfrm>
        </p:grpSpPr>
        <p:pic>
          <p:nvPicPr>
            <p:cNvPr id="2" name="Picture 1"/>
            <p:cNvPicPr>
              <a:picLocks noChangeAspect="1"/>
            </p:cNvPicPr>
            <p:nvPr/>
          </p:nvPicPr>
          <p:blipFill rotWithShape="1">
            <a:blip r:embed="rId2" cstate="print">
              <a:extLst>
                <a:ext uri="{28A0092B-C50C-407E-A947-70E740481C1C}">
                  <a14:useLocalDpi xmlns:a14="http://schemas.microsoft.com/office/drawing/2010/main" val="0"/>
                </a:ext>
              </a:extLst>
            </a:blip>
            <a:srcRect l="36666" b="27784"/>
            <a:stretch/>
          </p:blipFill>
          <p:spPr>
            <a:xfrm>
              <a:off x="457200" y="914400"/>
              <a:ext cx="8077200" cy="5182161"/>
            </a:xfrm>
            <a:prstGeom prst="rect">
              <a:avLst/>
            </a:prstGeom>
          </p:spPr>
        </p:pic>
        <p:sp>
          <p:nvSpPr>
            <p:cNvPr id="3" name="Isosceles Triangle 2"/>
            <p:cNvSpPr/>
            <p:nvPr/>
          </p:nvSpPr>
          <p:spPr>
            <a:xfrm>
              <a:off x="2743200" y="2819400"/>
              <a:ext cx="2667000" cy="762000"/>
            </a:xfrm>
            <a:prstGeom prst="triangle">
              <a:avLst/>
            </a:prstGeom>
            <a:solidFill>
              <a:srgbClr val="FF0000">
                <a:alpha val="32157"/>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Connector 4"/>
            <p:cNvCxnSpPr/>
            <p:nvPr/>
          </p:nvCxnSpPr>
          <p:spPr>
            <a:xfrm>
              <a:off x="4069773" y="2819400"/>
              <a:ext cx="0" cy="3810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4343400" y="2743200"/>
              <a:ext cx="825867" cy="369332"/>
            </a:xfrm>
            <a:prstGeom prst="rect">
              <a:avLst/>
            </a:prstGeom>
            <a:noFill/>
          </p:spPr>
          <p:txBody>
            <a:bodyPr wrap="none" rtlCol="0">
              <a:spAutoFit/>
            </a:bodyPr>
            <a:lstStyle/>
            <a:p>
              <a:r>
                <a:rPr lang="en-US" dirty="0"/>
                <a:t>250 m</a:t>
              </a:r>
            </a:p>
          </p:txBody>
        </p:sp>
      </p:grpSp>
      <p:grpSp>
        <p:nvGrpSpPr>
          <p:cNvPr id="7" name="Group 6">
            <a:extLst>
              <a:ext uri="{FF2B5EF4-FFF2-40B4-BE49-F238E27FC236}">
                <a16:creationId xmlns:a16="http://schemas.microsoft.com/office/drawing/2014/main" id="{B833A44D-C3D5-5549-D166-DF396DBC1DAE}"/>
              </a:ext>
            </a:extLst>
          </p:cNvPr>
          <p:cNvGrpSpPr/>
          <p:nvPr/>
        </p:nvGrpSpPr>
        <p:grpSpPr>
          <a:xfrm>
            <a:off x="0" y="6362366"/>
            <a:ext cx="12301844" cy="640080"/>
            <a:chOff x="0" y="6361501"/>
            <a:chExt cx="12301844" cy="640080"/>
          </a:xfrm>
        </p:grpSpPr>
        <p:sp>
          <p:nvSpPr>
            <p:cNvPr id="8" name="Rectangle 7">
              <a:extLst>
                <a:ext uri="{FF2B5EF4-FFF2-40B4-BE49-F238E27FC236}">
                  <a16:creationId xmlns:a16="http://schemas.microsoft.com/office/drawing/2014/main" id="{88CA8FF5-65C5-2BB1-B6EC-B4241C14FC30}"/>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9" name="Group 8">
              <a:extLst>
                <a:ext uri="{FF2B5EF4-FFF2-40B4-BE49-F238E27FC236}">
                  <a16:creationId xmlns:a16="http://schemas.microsoft.com/office/drawing/2014/main" id="{39F77462-62C0-EAE2-16F7-BC71A4A313FA}"/>
                </a:ext>
              </a:extLst>
            </p:cNvPr>
            <p:cNvGrpSpPr/>
            <p:nvPr/>
          </p:nvGrpSpPr>
          <p:grpSpPr>
            <a:xfrm>
              <a:off x="2" y="6361501"/>
              <a:ext cx="12301842" cy="640080"/>
              <a:chOff x="2" y="6361501"/>
              <a:chExt cx="12301842" cy="640080"/>
            </a:xfrm>
          </p:grpSpPr>
          <p:pic>
            <p:nvPicPr>
              <p:cNvPr id="10" name="Picture 9" descr="USGS.png">
                <a:extLst>
                  <a:ext uri="{FF2B5EF4-FFF2-40B4-BE49-F238E27FC236}">
                    <a16:creationId xmlns:a16="http://schemas.microsoft.com/office/drawing/2014/main" id="{51757223-D75C-C1F2-A4AE-1C5D48B0F0C0}"/>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11" name="Picture 10" descr="Horizontal_CMYK_600.tif">
                <a:extLst>
                  <a:ext uri="{FF2B5EF4-FFF2-40B4-BE49-F238E27FC236}">
                    <a16:creationId xmlns:a16="http://schemas.microsoft.com/office/drawing/2014/main" id="{22BEE94A-86D0-295C-9702-38B95D2A6594}"/>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12" name="Picture 11">
                <a:extLst>
                  <a:ext uri="{FF2B5EF4-FFF2-40B4-BE49-F238E27FC236}">
                    <a16:creationId xmlns:a16="http://schemas.microsoft.com/office/drawing/2014/main" id="{4F06AE8B-8A9D-EDC5-185B-73A8476845D5}"/>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
        <p:nvSpPr>
          <p:cNvPr id="13" name="TextBox 12">
            <a:extLst>
              <a:ext uri="{FF2B5EF4-FFF2-40B4-BE49-F238E27FC236}">
                <a16:creationId xmlns:a16="http://schemas.microsoft.com/office/drawing/2014/main" id="{85F4A80C-BF8B-62A1-984A-CC476BFA8C24}"/>
              </a:ext>
            </a:extLst>
          </p:cNvPr>
          <p:cNvSpPr txBox="1"/>
          <p:nvPr/>
        </p:nvSpPr>
        <p:spPr>
          <a:xfrm>
            <a:off x="2883408" y="83404"/>
            <a:ext cx="6272784" cy="830997"/>
          </a:xfrm>
          <a:prstGeom prst="rect">
            <a:avLst/>
          </a:prstGeom>
          <a:noFill/>
        </p:spPr>
        <p:txBody>
          <a:bodyPr wrap="square">
            <a:spAutoFit/>
          </a:bodyPr>
          <a:lstStyle/>
          <a:p>
            <a:r>
              <a:rPr lang="en-US" sz="2400" b="1" dirty="0"/>
              <a:t>Special Cases: not a nice pointy volcano?</a:t>
            </a:r>
          </a:p>
          <a:p>
            <a:r>
              <a:rPr lang="en-US" sz="2400" b="1" dirty="0"/>
              <a:t>Add elevation in LAHARZ</a:t>
            </a:r>
          </a:p>
        </p:txBody>
      </p:sp>
    </p:spTree>
    <p:extLst>
      <p:ext uri="{BB962C8B-B14F-4D97-AF65-F5344CB8AC3E}">
        <p14:creationId xmlns:p14="http://schemas.microsoft.com/office/powerpoint/2010/main" val="40664248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A reasonable range of lahar volumes, considering volcano size, type, history, geology and the goal of the forecast (worst-case scenario vs. most-probable scenario)</a:t>
            </a:r>
          </a:p>
          <a:p>
            <a:pPr fontAlgn="auto">
              <a:spcAft>
                <a:spcPts val="0"/>
              </a:spcAft>
            </a:pPr>
            <a:r>
              <a:rPr lang="en-US" sz="2800" dirty="0"/>
              <a:t>Because of uncertainty and naturally occurring error in the regression equations, you should choose volumes that increase by at least 2x (1, 2, 4, 8, 16 million m</a:t>
            </a:r>
            <a:r>
              <a:rPr lang="en-US" sz="2800" baseline="30000" dirty="0"/>
              <a:t>3</a:t>
            </a:r>
            <a:r>
              <a:rPr lang="en-US" sz="2800" dirty="0"/>
              <a:t>, for example)</a:t>
            </a:r>
          </a:p>
          <a:p>
            <a:pPr fontAlgn="auto">
              <a:spcAft>
                <a:spcPts val="0"/>
              </a:spcAft>
            </a:pPr>
            <a:r>
              <a:rPr lang="en-US" sz="2800" dirty="0"/>
              <a:t>Even better is to use values that increase by 10</a:t>
            </a:r>
            <a:r>
              <a:rPr lang="en-US" sz="2800" baseline="30000" dirty="0"/>
              <a:t>0.5 </a:t>
            </a:r>
            <a:r>
              <a:rPr lang="en-US" sz="2800" dirty="0"/>
              <a:t>(1, 3, 10, 30, 100 million m</a:t>
            </a:r>
            <a:r>
              <a:rPr lang="en-US" sz="2800" baseline="30000" dirty="0"/>
              <a:t>3</a:t>
            </a:r>
            <a:r>
              <a:rPr lang="en-US" sz="2800" dirty="0"/>
              <a:t>, for example)</a:t>
            </a:r>
          </a:p>
          <a:p>
            <a:endParaRPr lang="en-US" dirty="0"/>
          </a:p>
          <a:p>
            <a:endParaRPr lang="en-US" dirty="0"/>
          </a:p>
        </p:txBody>
      </p:sp>
      <p:grpSp>
        <p:nvGrpSpPr>
          <p:cNvPr id="5" name="Group 4">
            <a:extLst>
              <a:ext uri="{FF2B5EF4-FFF2-40B4-BE49-F238E27FC236}">
                <a16:creationId xmlns:a16="http://schemas.microsoft.com/office/drawing/2014/main" id="{AB7631AD-1F0F-3668-BBBB-05FEF7F966E1}"/>
              </a:ext>
            </a:extLst>
          </p:cNvPr>
          <p:cNvGrpSpPr/>
          <p:nvPr/>
        </p:nvGrpSpPr>
        <p:grpSpPr>
          <a:xfrm>
            <a:off x="0" y="6362366"/>
            <a:ext cx="12301844" cy="640080"/>
            <a:chOff x="0" y="6361501"/>
            <a:chExt cx="12301844" cy="640080"/>
          </a:xfrm>
        </p:grpSpPr>
        <p:sp>
          <p:nvSpPr>
            <p:cNvPr id="6" name="Rectangle 5">
              <a:extLst>
                <a:ext uri="{FF2B5EF4-FFF2-40B4-BE49-F238E27FC236}">
                  <a16:creationId xmlns:a16="http://schemas.microsoft.com/office/drawing/2014/main" id="{B2C7866B-A0B6-D969-540F-F3D63B0F5251}"/>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7" name="Group 6">
              <a:extLst>
                <a:ext uri="{FF2B5EF4-FFF2-40B4-BE49-F238E27FC236}">
                  <a16:creationId xmlns:a16="http://schemas.microsoft.com/office/drawing/2014/main" id="{1DC7145D-4D92-83E0-4AD3-507E081D4316}"/>
                </a:ext>
              </a:extLst>
            </p:cNvPr>
            <p:cNvGrpSpPr/>
            <p:nvPr/>
          </p:nvGrpSpPr>
          <p:grpSpPr>
            <a:xfrm>
              <a:off x="2" y="6361501"/>
              <a:ext cx="12301842" cy="640080"/>
              <a:chOff x="2" y="6361501"/>
              <a:chExt cx="12301842" cy="640080"/>
            </a:xfrm>
          </p:grpSpPr>
          <p:pic>
            <p:nvPicPr>
              <p:cNvPr id="8" name="Picture 7" descr="USGS.png">
                <a:extLst>
                  <a:ext uri="{FF2B5EF4-FFF2-40B4-BE49-F238E27FC236}">
                    <a16:creationId xmlns:a16="http://schemas.microsoft.com/office/drawing/2014/main" id="{C62DF8A2-FC36-744B-E743-96D2052151B0}"/>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9" name="Picture 8" descr="Horizontal_CMYK_600.tif">
                <a:extLst>
                  <a:ext uri="{FF2B5EF4-FFF2-40B4-BE49-F238E27FC236}">
                    <a16:creationId xmlns:a16="http://schemas.microsoft.com/office/drawing/2014/main" id="{F89104D1-696B-DB32-1F49-9D7F72380502}"/>
                  </a:ext>
                </a:extLst>
              </p:cNvPr>
              <p:cNvPicPr>
                <a:picLocks noChangeAspect="1"/>
              </p:cNvPicPr>
              <p:nvPr/>
            </p:nvPicPr>
            <p:blipFill rotWithShape="1">
              <a:blip r:embed="rId3"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10" name="Picture 9">
                <a:extLst>
                  <a:ext uri="{FF2B5EF4-FFF2-40B4-BE49-F238E27FC236}">
                    <a16:creationId xmlns:a16="http://schemas.microsoft.com/office/drawing/2014/main" id="{467255A6-5DE3-B7E0-F47D-8C82F7E28DAB}"/>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
        <p:nvSpPr>
          <p:cNvPr id="13" name="Title 1">
            <a:extLst>
              <a:ext uri="{FF2B5EF4-FFF2-40B4-BE49-F238E27FC236}">
                <a16:creationId xmlns:a16="http://schemas.microsoft.com/office/drawing/2014/main" id="{C648DF4D-07AE-2896-D94C-21B6EDA5CB04}"/>
              </a:ext>
            </a:extLst>
          </p:cNvPr>
          <p:cNvSpPr>
            <a:spLocks noGrp="1"/>
          </p:cNvSpPr>
          <p:nvPr>
            <p:ph type="title"/>
          </p:nvPr>
        </p:nvSpPr>
        <p:spPr>
          <a:xfrm>
            <a:off x="835025" y="-624"/>
            <a:ext cx="10515600" cy="1325563"/>
          </a:xfrm>
        </p:spPr>
        <p:txBody>
          <a:bodyPr/>
          <a:lstStyle/>
          <a:p>
            <a:r>
              <a:rPr lang="en-US" dirty="0"/>
              <a:t>What do you need to run LAHARZ?</a:t>
            </a:r>
          </a:p>
        </p:txBody>
      </p:sp>
    </p:spTree>
    <p:extLst>
      <p:ext uri="{BB962C8B-B14F-4D97-AF65-F5344CB8AC3E}">
        <p14:creationId xmlns:p14="http://schemas.microsoft.com/office/powerpoint/2010/main" val="8447198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4"/>
          <p:cNvSpPr txBox="1">
            <a:spLocks noChangeArrowheads="1"/>
          </p:cNvSpPr>
          <p:nvPr/>
        </p:nvSpPr>
        <p:spPr bwMode="auto">
          <a:xfrm>
            <a:off x="1643093" y="165438"/>
            <a:ext cx="893954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000" b="1" dirty="0"/>
              <a:t>The flow volume </a:t>
            </a:r>
            <a:r>
              <a:rPr lang="en-US" altLang="en-US" sz="2000" b="1" i="1" dirty="0"/>
              <a:t>V </a:t>
            </a:r>
            <a:r>
              <a:rPr lang="en-US" altLang="en-US" sz="2000" b="1" dirty="0"/>
              <a:t>of interest in LAHARZ is the </a:t>
            </a:r>
            <a:r>
              <a:rPr lang="en-US" altLang="en-US" sz="2000" b="1" u="sng" dirty="0"/>
              <a:t>maximum </a:t>
            </a:r>
            <a:r>
              <a:rPr lang="en-US" altLang="en-US" sz="2000" b="1" dirty="0"/>
              <a:t>volume attained along the flow path... that is, the volume where the flow transitions from net erosion to deposition.</a:t>
            </a:r>
          </a:p>
        </p:txBody>
      </p:sp>
      <p:pic>
        <p:nvPicPr>
          <p:cNvPr id="26627" name="Picture 5" descr="finaljapa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28801" y="1295401"/>
            <a:ext cx="4091391" cy="4889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3" name="Line 11"/>
          <p:cNvSpPr>
            <a:spLocks noChangeShapeType="1"/>
          </p:cNvSpPr>
          <p:nvPr/>
        </p:nvSpPr>
        <p:spPr bwMode="auto">
          <a:xfrm flipH="1">
            <a:off x="3962400" y="2959866"/>
            <a:ext cx="3200400" cy="1204971"/>
          </a:xfrm>
          <a:prstGeom prst="line">
            <a:avLst/>
          </a:prstGeom>
          <a:noFill/>
          <a:ln w="76200">
            <a:solidFill>
              <a:schemeClr val="bg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34" name="Text Box 12"/>
          <p:cNvSpPr txBox="1">
            <a:spLocks noChangeArrowheads="1"/>
          </p:cNvSpPr>
          <p:nvPr/>
        </p:nvSpPr>
        <p:spPr bwMode="auto">
          <a:xfrm>
            <a:off x="6599573" y="1645415"/>
            <a:ext cx="3863975" cy="12001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sz="2400" b="1" i="1" dirty="0"/>
              <a:t>V</a:t>
            </a:r>
            <a:r>
              <a:rPr lang="en-US" altLang="en-US" b="1" i="1" dirty="0"/>
              <a:t>max</a:t>
            </a:r>
            <a:r>
              <a:rPr lang="en-US" altLang="en-US" sz="2400" b="1" i="1" dirty="0"/>
              <a:t>  </a:t>
            </a:r>
            <a:r>
              <a:rPr lang="en-US" altLang="en-US" sz="2400" dirty="0"/>
              <a:t>is defined where net </a:t>
            </a:r>
          </a:p>
          <a:p>
            <a:pPr eaLnBrk="1" hangingPunct="1"/>
            <a:r>
              <a:rPr lang="en-US" altLang="en-US" sz="2400" dirty="0"/>
              <a:t>erosion changes</a:t>
            </a:r>
            <a:r>
              <a:rPr lang="en-US" altLang="en-US" sz="2400" b="1" dirty="0"/>
              <a:t> </a:t>
            </a:r>
            <a:r>
              <a:rPr lang="en-US" altLang="en-US" sz="2400" dirty="0"/>
              <a:t>to</a:t>
            </a:r>
          </a:p>
          <a:p>
            <a:pPr eaLnBrk="1" hangingPunct="1"/>
            <a:r>
              <a:rPr lang="en-US" altLang="en-US" sz="2400" dirty="0"/>
              <a:t>net deposition</a:t>
            </a:r>
          </a:p>
        </p:txBody>
      </p:sp>
      <p:sp>
        <p:nvSpPr>
          <p:cNvPr id="2" name="Rectangle 1"/>
          <p:cNvSpPr/>
          <p:nvPr/>
        </p:nvSpPr>
        <p:spPr>
          <a:xfrm>
            <a:off x="6599572" y="3251539"/>
            <a:ext cx="4525628" cy="1938992"/>
          </a:xfrm>
          <a:prstGeom prst="rect">
            <a:avLst/>
          </a:prstGeom>
        </p:spPr>
        <p:txBody>
          <a:bodyPr wrap="square">
            <a:spAutoFit/>
          </a:bodyPr>
          <a:lstStyle/>
          <a:p>
            <a:pPr eaLnBrk="1" hangingPunct="1"/>
            <a:r>
              <a:rPr lang="en-US" altLang="en-US" sz="2000" dirty="0"/>
              <a:t>In real events </a:t>
            </a:r>
            <a:r>
              <a:rPr lang="en-US" altLang="en-US" sz="2000" i="1" dirty="0"/>
              <a:t>V</a:t>
            </a:r>
            <a:r>
              <a:rPr lang="en-US" altLang="en-US" sz="2000" dirty="0"/>
              <a:t> can change and evolve along the flow path, but this evolution is not considered in LAHARZ. In LAHARZ the volume of interest is the </a:t>
            </a:r>
            <a:r>
              <a:rPr lang="en-US" altLang="en-US" sz="2000" b="1" dirty="0"/>
              <a:t>maximum volume </a:t>
            </a:r>
            <a:r>
              <a:rPr lang="en-US" altLang="en-US" sz="2000" dirty="0"/>
              <a:t>that occurs during the course of flow.  </a:t>
            </a:r>
          </a:p>
        </p:txBody>
      </p:sp>
      <p:grpSp>
        <p:nvGrpSpPr>
          <p:cNvPr id="3" name="Group 2">
            <a:extLst>
              <a:ext uri="{FF2B5EF4-FFF2-40B4-BE49-F238E27FC236}">
                <a16:creationId xmlns:a16="http://schemas.microsoft.com/office/drawing/2014/main" id="{9523B3C9-0168-6A8A-5B2E-E0119A54FE5E}"/>
              </a:ext>
            </a:extLst>
          </p:cNvPr>
          <p:cNvGrpSpPr/>
          <p:nvPr/>
        </p:nvGrpSpPr>
        <p:grpSpPr>
          <a:xfrm>
            <a:off x="0" y="6362366"/>
            <a:ext cx="12301844" cy="640080"/>
            <a:chOff x="0" y="6361501"/>
            <a:chExt cx="12301844" cy="640080"/>
          </a:xfrm>
        </p:grpSpPr>
        <p:sp>
          <p:nvSpPr>
            <p:cNvPr id="4" name="Rectangle 3">
              <a:extLst>
                <a:ext uri="{FF2B5EF4-FFF2-40B4-BE49-F238E27FC236}">
                  <a16:creationId xmlns:a16="http://schemas.microsoft.com/office/drawing/2014/main" id="{C2F80535-FF21-7E99-4C66-8B02285948E1}"/>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5" name="Group 4">
              <a:extLst>
                <a:ext uri="{FF2B5EF4-FFF2-40B4-BE49-F238E27FC236}">
                  <a16:creationId xmlns:a16="http://schemas.microsoft.com/office/drawing/2014/main" id="{149E64B5-301E-F4ED-7384-1DFFCC4D3B2F}"/>
                </a:ext>
              </a:extLst>
            </p:cNvPr>
            <p:cNvGrpSpPr/>
            <p:nvPr/>
          </p:nvGrpSpPr>
          <p:grpSpPr>
            <a:xfrm>
              <a:off x="2" y="6361501"/>
              <a:ext cx="12301842" cy="640080"/>
              <a:chOff x="2" y="6361501"/>
              <a:chExt cx="12301842" cy="640080"/>
            </a:xfrm>
          </p:grpSpPr>
          <p:pic>
            <p:nvPicPr>
              <p:cNvPr id="6" name="Picture 5" descr="USGS.png">
                <a:extLst>
                  <a:ext uri="{FF2B5EF4-FFF2-40B4-BE49-F238E27FC236}">
                    <a16:creationId xmlns:a16="http://schemas.microsoft.com/office/drawing/2014/main" id="{7E88429F-121A-882B-171D-F5E68C640A2D}"/>
                  </a:ext>
                </a:extLst>
              </p:cNvPr>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7" name="Picture 6" descr="Horizontal_CMYK_600.tif">
                <a:extLst>
                  <a:ext uri="{FF2B5EF4-FFF2-40B4-BE49-F238E27FC236}">
                    <a16:creationId xmlns:a16="http://schemas.microsoft.com/office/drawing/2014/main" id="{12E4011D-CB99-BE44-217A-143EE1E7A6C9}"/>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8" name="Picture 7">
                <a:extLst>
                  <a:ext uri="{FF2B5EF4-FFF2-40B4-BE49-F238E27FC236}">
                    <a16:creationId xmlns:a16="http://schemas.microsoft.com/office/drawing/2014/main" id="{31ACA972-C495-3631-807B-0779DC2EDF24}"/>
                  </a:ext>
                </a:extLst>
              </p:cNvPr>
              <p:cNvPicPr>
                <a:picLocks noChangeAspect="1"/>
              </p:cNvPicPr>
              <p:nvPr/>
            </p:nvPicPr>
            <p:blipFill rotWithShape="1">
              <a:blip r:embed="rId5"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extLst>
      <p:ext uri="{BB962C8B-B14F-4D97-AF65-F5344CB8AC3E}">
        <p14:creationId xmlns:p14="http://schemas.microsoft.com/office/powerpoint/2010/main" val="16453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4"/>
          <p:cNvSpPr txBox="1">
            <a:spLocks noChangeArrowheads="1"/>
          </p:cNvSpPr>
          <p:nvPr/>
        </p:nvSpPr>
        <p:spPr bwMode="auto">
          <a:xfrm>
            <a:off x="609599" y="1447801"/>
            <a:ext cx="10629899"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defRPr>
                <a:solidFill>
                  <a:schemeClr val="tx1"/>
                </a:solidFill>
                <a:latin typeface="Arial" panose="020B0604020202020204" pitchFamily="34" charset="0"/>
              </a:defRPr>
            </a:lvl1pPr>
            <a:lvl2pPr marL="800100" indent="-342900">
              <a:defRPr>
                <a:solidFill>
                  <a:schemeClr val="tx1"/>
                </a:solidFill>
                <a:latin typeface="Arial" panose="020B0604020202020204" pitchFamily="34" charset="0"/>
              </a:defRPr>
            </a:lvl2pPr>
            <a:lvl3pPr marL="1257300" indent="-342900">
              <a:defRPr>
                <a:solidFill>
                  <a:schemeClr val="tx1"/>
                </a:solidFill>
                <a:latin typeface="Arial" panose="020B0604020202020204" pitchFamily="34" charset="0"/>
              </a:defRPr>
            </a:lvl3pPr>
            <a:lvl4pPr marL="1714500" indent="-342900">
              <a:defRPr>
                <a:solidFill>
                  <a:schemeClr val="tx1"/>
                </a:solidFill>
                <a:latin typeface="Arial" panose="020B0604020202020204" pitchFamily="34" charset="0"/>
              </a:defRPr>
            </a:lvl4pPr>
            <a:lvl5pPr marL="2171700" indent="-342900">
              <a:defRPr>
                <a:solidFill>
                  <a:schemeClr val="tx1"/>
                </a:solidFill>
                <a:latin typeface="Arial" panose="020B0604020202020204" pitchFamily="34" charset="0"/>
              </a:defRPr>
            </a:lvl5pPr>
            <a:lvl6pPr marL="2628900" indent="-342900" eaLnBrk="0" fontAlgn="base" hangingPunct="0">
              <a:spcBef>
                <a:spcPct val="0"/>
              </a:spcBef>
              <a:spcAft>
                <a:spcPct val="0"/>
              </a:spcAft>
              <a:defRPr>
                <a:solidFill>
                  <a:schemeClr val="tx1"/>
                </a:solidFill>
                <a:latin typeface="Arial" panose="020B0604020202020204" pitchFamily="34" charset="0"/>
              </a:defRPr>
            </a:lvl6pPr>
            <a:lvl7pPr marL="3086100" indent="-342900" eaLnBrk="0" fontAlgn="base" hangingPunct="0">
              <a:spcBef>
                <a:spcPct val="0"/>
              </a:spcBef>
              <a:spcAft>
                <a:spcPct val="0"/>
              </a:spcAft>
              <a:defRPr>
                <a:solidFill>
                  <a:schemeClr val="tx1"/>
                </a:solidFill>
                <a:latin typeface="Arial" panose="020B0604020202020204" pitchFamily="34" charset="0"/>
              </a:defRPr>
            </a:lvl7pPr>
            <a:lvl8pPr marL="3543300" indent="-342900" eaLnBrk="0" fontAlgn="base" hangingPunct="0">
              <a:spcBef>
                <a:spcPct val="0"/>
              </a:spcBef>
              <a:spcAft>
                <a:spcPct val="0"/>
              </a:spcAft>
              <a:defRPr>
                <a:solidFill>
                  <a:schemeClr val="tx1"/>
                </a:solidFill>
                <a:latin typeface="Arial" panose="020B0604020202020204" pitchFamily="34" charset="0"/>
              </a:defRPr>
            </a:lvl8pPr>
            <a:lvl9pPr marL="4000500" indent="-3429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sz="2000" dirty="0"/>
          </a:p>
          <a:p>
            <a:pPr marL="461963" indent="-461963" eaLnBrk="1" hangingPunct="1">
              <a:buFontTx/>
              <a:buAutoNum type="arabicPeriod"/>
              <a:tabLst>
                <a:tab pos="461963" algn="l"/>
              </a:tabLst>
            </a:pPr>
            <a:r>
              <a:rPr lang="en-US" altLang="en-US" sz="2000" dirty="0"/>
              <a:t>Documented inundation limits and flow volumes of past lahars provide the data for statistical forecasting of lateral and distal inundation limits for future lahars.</a:t>
            </a:r>
          </a:p>
          <a:p>
            <a:pPr eaLnBrk="1" hangingPunct="1"/>
            <a:endParaRPr lang="en-US" altLang="en-US" sz="2000" dirty="0"/>
          </a:p>
          <a:p>
            <a:pPr marL="457200" indent="-457200" eaLnBrk="1" hangingPunct="1">
              <a:buAutoNum type="arabicPeriod" startAt="2"/>
            </a:pPr>
            <a:r>
              <a:rPr lang="en-US" altLang="en-US" sz="2000" dirty="0"/>
              <a:t>Lahar flow volume is the independent variable that must be specified by the user.  Generally it’s best to posit a range of potential volumes and examine a range of possible outcomes.</a:t>
            </a:r>
          </a:p>
          <a:p>
            <a:pPr marL="457200" indent="-457200" eaLnBrk="1" hangingPunct="1">
              <a:buAutoNum type="arabicPeriod" startAt="2"/>
            </a:pPr>
            <a:endParaRPr lang="en-US" altLang="en-US" sz="2000" dirty="0"/>
          </a:p>
          <a:p>
            <a:pPr marL="457200" indent="-457200" eaLnBrk="1" hangingPunct="1">
              <a:buAutoNum type="arabicPeriod" startAt="2"/>
            </a:pPr>
            <a:r>
              <a:rPr lang="en-US" altLang="en-US" sz="2000" dirty="0"/>
              <a:t>A rationale must be adopted for establishing starting points for computing inundation limits.  For volcanoes we typically use the intersection of </a:t>
            </a:r>
            <a:r>
              <a:rPr lang="en-US" altLang="en-US" sz="2000" i="1" dirty="0"/>
              <a:t>H/L</a:t>
            </a:r>
            <a:r>
              <a:rPr lang="en-US" altLang="en-US" sz="2000" dirty="0"/>
              <a:t> cones with valley </a:t>
            </a:r>
            <a:r>
              <a:rPr lang="en-US" altLang="en-US" sz="2000" dirty="0" err="1"/>
              <a:t>thalwegs</a:t>
            </a:r>
            <a:r>
              <a:rPr lang="en-US" altLang="en-US" sz="2000" dirty="0"/>
              <a:t> to establish starting points. </a:t>
            </a:r>
          </a:p>
          <a:p>
            <a:pPr marL="457200" indent="-457200" eaLnBrk="1" hangingPunct="1">
              <a:buAutoNum type="arabicPeriod" startAt="3"/>
            </a:pPr>
            <a:endParaRPr lang="en-US" altLang="en-US" sz="2000" dirty="0"/>
          </a:p>
          <a:p>
            <a:pPr marL="0" indent="0" algn="ctr" eaLnBrk="1" hangingPunct="1"/>
            <a:r>
              <a:rPr lang="en-US" altLang="en-US" sz="2000" dirty="0"/>
              <a:t>Hands-on session to try it out!</a:t>
            </a:r>
          </a:p>
        </p:txBody>
      </p:sp>
      <p:sp>
        <p:nvSpPr>
          <p:cNvPr id="2" name="Rectangle 1"/>
          <p:cNvSpPr/>
          <p:nvPr/>
        </p:nvSpPr>
        <p:spPr>
          <a:xfrm>
            <a:off x="3910238" y="334276"/>
            <a:ext cx="4352474" cy="584775"/>
          </a:xfrm>
          <a:prstGeom prst="rect">
            <a:avLst/>
          </a:prstGeom>
        </p:spPr>
        <p:txBody>
          <a:bodyPr wrap="none">
            <a:spAutoFit/>
          </a:bodyPr>
          <a:lstStyle/>
          <a:p>
            <a:pPr eaLnBrk="1" hangingPunct="1"/>
            <a:r>
              <a:rPr lang="en-US" altLang="en-US" sz="3200" dirty="0"/>
              <a:t>Summary of key points</a:t>
            </a:r>
          </a:p>
        </p:txBody>
      </p:sp>
      <p:grpSp>
        <p:nvGrpSpPr>
          <p:cNvPr id="3" name="Group 2">
            <a:extLst>
              <a:ext uri="{FF2B5EF4-FFF2-40B4-BE49-F238E27FC236}">
                <a16:creationId xmlns:a16="http://schemas.microsoft.com/office/drawing/2014/main" id="{BC168EF6-36FC-C6D4-D4D9-002A771C2C49}"/>
              </a:ext>
            </a:extLst>
          </p:cNvPr>
          <p:cNvGrpSpPr/>
          <p:nvPr/>
        </p:nvGrpSpPr>
        <p:grpSpPr>
          <a:xfrm>
            <a:off x="0" y="6362366"/>
            <a:ext cx="12301844" cy="640080"/>
            <a:chOff x="0" y="6361501"/>
            <a:chExt cx="12301844" cy="640080"/>
          </a:xfrm>
        </p:grpSpPr>
        <p:sp>
          <p:nvSpPr>
            <p:cNvPr id="4" name="Rectangle 3">
              <a:extLst>
                <a:ext uri="{FF2B5EF4-FFF2-40B4-BE49-F238E27FC236}">
                  <a16:creationId xmlns:a16="http://schemas.microsoft.com/office/drawing/2014/main" id="{25597078-5799-FFBE-98F1-013A74818922}"/>
                </a:ext>
              </a:extLst>
            </p:cNvPr>
            <p:cNvSpPr/>
            <p:nvPr/>
          </p:nvSpPr>
          <p:spPr>
            <a:xfrm>
              <a:off x="0" y="6448376"/>
              <a:ext cx="12191998" cy="4096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grpSp>
          <p:nvGrpSpPr>
            <p:cNvPr id="5" name="Group 4">
              <a:extLst>
                <a:ext uri="{FF2B5EF4-FFF2-40B4-BE49-F238E27FC236}">
                  <a16:creationId xmlns:a16="http://schemas.microsoft.com/office/drawing/2014/main" id="{A010390D-41E5-8567-03A0-7D0133F8DCFC}"/>
                </a:ext>
              </a:extLst>
            </p:cNvPr>
            <p:cNvGrpSpPr/>
            <p:nvPr/>
          </p:nvGrpSpPr>
          <p:grpSpPr>
            <a:xfrm>
              <a:off x="2" y="6361501"/>
              <a:ext cx="12301842" cy="640080"/>
              <a:chOff x="2" y="6361501"/>
              <a:chExt cx="12301842" cy="640080"/>
            </a:xfrm>
          </p:grpSpPr>
          <p:pic>
            <p:nvPicPr>
              <p:cNvPr id="6" name="Picture 5" descr="USGS.png">
                <a:extLst>
                  <a:ext uri="{FF2B5EF4-FFF2-40B4-BE49-F238E27FC236}">
                    <a16:creationId xmlns:a16="http://schemas.microsoft.com/office/drawing/2014/main" id="{8359D15D-3549-02E9-64B8-ABF04503FC30}"/>
                  </a:ext>
                </a:extLst>
              </p:cNvPr>
              <p:cNvPicPr>
                <a:picLocks noChangeAspect="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 y="6448376"/>
                <a:ext cx="1239715" cy="457200"/>
              </a:xfrm>
              <a:prstGeom prst="rect">
                <a:avLst/>
              </a:prstGeom>
            </p:spPr>
          </p:pic>
          <p:pic>
            <p:nvPicPr>
              <p:cNvPr id="7" name="Picture 6" descr="Horizontal_CMYK_600.tif">
                <a:extLst>
                  <a:ext uri="{FF2B5EF4-FFF2-40B4-BE49-F238E27FC236}">
                    <a16:creationId xmlns:a16="http://schemas.microsoft.com/office/drawing/2014/main" id="{CD5A58AF-ADAC-F520-2F1D-11EFF891B4A5}"/>
                  </a:ext>
                </a:extLst>
              </p:cNvPr>
              <p:cNvPicPr>
                <a:picLocks noChangeAspect="1"/>
              </p:cNvPicPr>
              <p:nvPr/>
            </p:nvPicPr>
            <p:blipFill rotWithShape="1">
              <a:blip r:embed="rId3" cstate="print">
                <a:clrChange>
                  <a:clrFrom>
                    <a:srgbClr val="FEFEFE"/>
                  </a:clrFrom>
                  <a:clrTo>
                    <a:srgbClr val="FEFEFE">
                      <a:alpha val="0"/>
                    </a:srgbClr>
                  </a:clrTo>
                </a:clrChange>
                <a:extLst>
                  <a:ext uri="{28A0092B-C50C-407E-A947-70E740481C1C}">
                    <a14:useLocalDpi xmlns:a14="http://schemas.microsoft.com/office/drawing/2010/main" val="0"/>
                  </a:ext>
                </a:extLst>
              </a:blip>
              <a:srcRect l="35929"/>
              <a:stretch/>
            </p:blipFill>
            <p:spPr>
              <a:xfrm>
                <a:off x="11239499" y="6361501"/>
                <a:ext cx="1062345" cy="640080"/>
              </a:xfrm>
              <a:prstGeom prst="rect">
                <a:avLst/>
              </a:prstGeom>
            </p:spPr>
          </p:pic>
          <p:pic>
            <p:nvPicPr>
              <p:cNvPr id="8" name="Picture 7">
                <a:extLst>
                  <a:ext uri="{FF2B5EF4-FFF2-40B4-BE49-F238E27FC236}">
                    <a16:creationId xmlns:a16="http://schemas.microsoft.com/office/drawing/2014/main" id="{19A5325E-A06C-B136-B09E-50B452D60B9D}"/>
                  </a:ext>
                </a:extLst>
              </p:cNvPr>
              <p:cNvPicPr>
                <a:picLocks noChangeAspect="1"/>
              </p:cNvPicPr>
              <p:nvPr/>
            </p:nvPicPr>
            <p:blipFill rotWithShape="1">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t="23438" b="25496"/>
              <a:stretch/>
            </p:blipFill>
            <p:spPr>
              <a:xfrm>
                <a:off x="5625720" y="6537198"/>
                <a:ext cx="921511" cy="301752"/>
              </a:xfrm>
              <a:prstGeom prst="rect">
                <a:avLst/>
              </a:prstGeom>
            </p:spPr>
          </p:pic>
        </p:grpSp>
      </p:grpSp>
    </p:spTree>
  </p:cSld>
  <p:clrMapOvr>
    <a:masterClrMapping/>
  </p:clrMapOvr>
</p:sld>
</file>

<file path=ppt/theme/_rels/them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Civic">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3.xml><?xml version="1.0" encoding="utf-8"?>
<a:theme xmlns:a="http://schemas.openxmlformats.org/drawingml/2006/main" name="hazmap">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azmap.pot  -  Compatibility Mode" id="{BF0C3FCC-DC82-4EC8-BD54-4DE7E1407597}" vid="{466AE8A0-8526-4B5A-91C4-FBD0AE1F40CB}"/>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14525</TotalTime>
  <Words>3560</Words>
  <Application>Microsoft Office PowerPoint</Application>
  <PresentationFormat>Widescreen</PresentationFormat>
  <Paragraphs>612</Paragraphs>
  <Slides>46</Slides>
  <Notes>1</Notes>
  <HiddenSlides>0</HiddenSlides>
  <MMClips>1</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46</vt:i4>
      </vt:variant>
    </vt:vector>
  </HeadingPairs>
  <TitlesOfParts>
    <vt:vector size="56" baseType="lpstr">
      <vt:lpstr>Arial</vt:lpstr>
      <vt:lpstr>Arial Narrow</vt:lpstr>
      <vt:lpstr>Calibri</vt:lpstr>
      <vt:lpstr>Calibri Light</vt:lpstr>
      <vt:lpstr>Lato</vt:lpstr>
      <vt:lpstr>Times New Roman</vt:lpstr>
      <vt:lpstr>Wingdings 2</vt:lpstr>
      <vt:lpstr>Office Theme</vt:lpstr>
      <vt:lpstr>Civic</vt:lpstr>
      <vt:lpstr>hazmap</vt:lpstr>
      <vt:lpstr>PowerPoint Presentation</vt:lpstr>
      <vt:lpstr>Lahar/debris flow models</vt:lpstr>
      <vt:lpstr>PowerPoint Presentation</vt:lpstr>
      <vt:lpstr>PowerPoint Presentation</vt:lpstr>
      <vt:lpstr>Modeling volcanic flows</vt:lpstr>
      <vt:lpstr>PowerPoint Presentation</vt:lpstr>
      <vt:lpstr>An example of different models</vt:lpstr>
      <vt:lpstr>An example of different models</vt:lpstr>
      <vt:lpstr>Statistical models  (for example, LAHARZ for lahars, energy cone for PDCs)</vt:lpstr>
      <vt:lpstr>Physical models  (for example, DCLAW for lahars, TITAN2D for PDCs)</vt:lpstr>
      <vt:lpstr>PowerPoint Presentation</vt:lpstr>
      <vt:lpstr>Acknowledgements</vt:lpstr>
      <vt:lpstr>PowerPoint Presentation</vt:lpstr>
      <vt:lpstr>LAHARZ</vt:lpstr>
      <vt:lpstr>LAHARZ principles</vt:lpstr>
      <vt:lpstr>LAHARZ principles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do you need to run LAHARZ?</vt:lpstr>
      <vt:lpstr>What do you need to run LAHARZ?</vt:lpstr>
      <vt:lpstr>What do you need to run LAHARZ?</vt:lpstr>
      <vt:lpstr>What do you need to run LAHARZ?</vt:lpstr>
      <vt:lpstr>What do you need to run LAHARZ?</vt:lpstr>
      <vt:lpstr>PowerPoint Presentation</vt:lpstr>
      <vt:lpstr>What do you need to run LAHARZ?</vt:lpstr>
      <vt:lpstr>PowerPoint Presentation</vt:lpstr>
      <vt:lpstr>PowerPoint Presentation</vt:lpstr>
      <vt:lpstr>What do you need to run LAHARZ?</vt:lpstr>
      <vt:lpstr>PowerPoint Presentation</vt:lpstr>
      <vt:lpstr>PowerPoint Presentation</vt:lpstr>
      <vt:lpstr>PowerPoint Presentation</vt:lpstr>
      <vt:lpstr>PowerPoint Presentation</vt:lpstr>
      <vt:lpstr>PowerPoint Presentation</vt:lpstr>
      <vt:lpstr>What do you need to run LAHARZ?</vt:lpstr>
      <vt:lpstr>PowerPoint Presentation</vt:lpstr>
      <vt:lpstr>PowerPoint Presentation</vt:lpstr>
    </vt:vector>
  </TitlesOfParts>
  <Company>USGS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LAHARZ - conceptual and statistical background</dc:title>
  <dc:creator>riverson</dc:creator>
  <cp:lastModifiedBy>Ogburn, Sarah E</cp:lastModifiedBy>
  <cp:revision>254</cp:revision>
  <dcterms:created xsi:type="dcterms:W3CDTF">2008-04-21T16:52:35Z</dcterms:created>
  <dcterms:modified xsi:type="dcterms:W3CDTF">2024-06-14T20:49:22Z</dcterms:modified>
</cp:coreProperties>
</file>