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6" r:id="rId2"/>
  </p:sldMasterIdLst>
  <p:notesMasterIdLst>
    <p:notesMasterId r:id="rId45"/>
  </p:notesMasterIdLst>
  <p:sldIdLst>
    <p:sldId id="267" r:id="rId3"/>
    <p:sldId id="257" r:id="rId4"/>
    <p:sldId id="279" r:id="rId5"/>
    <p:sldId id="394" r:id="rId6"/>
    <p:sldId id="268" r:id="rId7"/>
    <p:sldId id="280" r:id="rId8"/>
    <p:sldId id="282" r:id="rId9"/>
    <p:sldId id="269" r:id="rId10"/>
    <p:sldId id="283" r:id="rId11"/>
    <p:sldId id="270" r:id="rId12"/>
    <p:sldId id="276" r:id="rId13"/>
    <p:sldId id="395" r:id="rId14"/>
    <p:sldId id="277" r:id="rId15"/>
    <p:sldId id="273" r:id="rId16"/>
    <p:sldId id="274" r:id="rId17"/>
    <p:sldId id="396" r:id="rId18"/>
    <p:sldId id="334" r:id="rId19"/>
    <p:sldId id="397" r:id="rId20"/>
    <p:sldId id="284" r:id="rId21"/>
    <p:sldId id="285" r:id="rId22"/>
    <p:sldId id="263" r:id="rId23"/>
    <p:sldId id="290" r:id="rId24"/>
    <p:sldId id="288" r:id="rId25"/>
    <p:sldId id="398" r:id="rId26"/>
    <p:sldId id="287" r:id="rId27"/>
    <p:sldId id="296" r:id="rId28"/>
    <p:sldId id="297" r:id="rId29"/>
    <p:sldId id="260" r:id="rId30"/>
    <p:sldId id="371" r:id="rId31"/>
    <p:sldId id="314" r:id="rId32"/>
    <p:sldId id="403" r:id="rId33"/>
    <p:sldId id="400" r:id="rId34"/>
    <p:sldId id="401" r:id="rId35"/>
    <p:sldId id="399" r:id="rId36"/>
    <p:sldId id="262" r:id="rId37"/>
    <p:sldId id="264" r:id="rId38"/>
    <p:sldId id="265" r:id="rId39"/>
    <p:sldId id="354" r:id="rId40"/>
    <p:sldId id="355" r:id="rId41"/>
    <p:sldId id="350" r:id="rId42"/>
    <p:sldId id="404" r:id="rId43"/>
    <p:sldId id="40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FF"/>
    <a:srgbClr val="E6E6E6"/>
    <a:srgbClr val="DBDBDB"/>
    <a:srgbClr val="F3F2F1"/>
    <a:srgbClr val="0086D0"/>
    <a:srgbClr val="9ED4FF"/>
    <a:srgbClr val="FFB200"/>
    <a:srgbClr val="43BB00"/>
    <a:srgbClr val="007D3B"/>
    <a:srgbClr val="0011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94499B-9423-414A-A05A-5CD75CBE0E94}" v="543" dt="2024-06-14T22:04:38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burn, Sarah E" userId="c40d2df0-46c9-4be9-b5a6-5c158e399904" providerId="ADAL" clId="{ED94499B-9423-414A-A05A-5CD75CBE0E94}"/>
    <pc:docChg chg="undo custSel addSld delSld modSld sldOrd modMainMaster modNotesMaster">
      <pc:chgData name="Ogburn, Sarah E" userId="c40d2df0-46c9-4be9-b5a6-5c158e399904" providerId="ADAL" clId="{ED94499B-9423-414A-A05A-5CD75CBE0E94}" dt="2024-06-14T22:06:16.118" v="3732" actId="14100"/>
      <pc:docMkLst>
        <pc:docMk/>
      </pc:docMkLst>
      <pc:sldChg chg="addSp modSp mod ord setBg">
        <pc:chgData name="Ogburn, Sarah E" userId="c40d2df0-46c9-4be9-b5a6-5c158e399904" providerId="ADAL" clId="{ED94499B-9423-414A-A05A-5CD75CBE0E94}" dt="2024-06-14T21:12:45.503" v="3365"/>
        <pc:sldMkLst>
          <pc:docMk/>
          <pc:sldMk cId="1267716707" sldId="257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267716707" sldId="257"/>
            <ac:spMk id="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6:30.486" v="3226"/>
          <ac:spMkLst>
            <pc:docMk/>
            <pc:sldMk cId="1267716707" sldId="257"/>
            <ac:spMk id="3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8:18.269" v="3247"/>
          <ac:spMkLst>
            <pc:docMk/>
            <pc:sldMk cId="1267716707" sldId="257"/>
            <ac:spMk id="5" creationId="{1512BE07-F252-7D1E-F771-4F750A4157D4}"/>
          </ac:spMkLst>
        </pc:spChg>
        <pc:grpChg chg="add mod">
          <ac:chgData name="Ogburn, Sarah E" userId="c40d2df0-46c9-4be9-b5a6-5c158e399904" providerId="ADAL" clId="{ED94499B-9423-414A-A05A-5CD75CBE0E94}" dt="2024-06-14T00:58:18.269" v="3247"/>
          <ac:grpSpMkLst>
            <pc:docMk/>
            <pc:sldMk cId="1267716707" sldId="257"/>
            <ac:grpSpMk id="4" creationId="{6C724DC8-38F5-7262-4AA6-1109BEE18B19}"/>
          </ac:grpSpMkLst>
        </pc:grpChg>
        <pc:grpChg chg="mod">
          <ac:chgData name="Ogburn, Sarah E" userId="c40d2df0-46c9-4be9-b5a6-5c158e399904" providerId="ADAL" clId="{ED94499B-9423-414A-A05A-5CD75CBE0E94}" dt="2024-06-14T00:58:18.269" v="3247"/>
          <ac:grpSpMkLst>
            <pc:docMk/>
            <pc:sldMk cId="1267716707" sldId="257"/>
            <ac:grpSpMk id="6" creationId="{68DF9870-6609-08F4-5F5D-6863503959BD}"/>
          </ac:grpSpMkLst>
        </pc:grpChg>
        <pc:picChg chg="mod">
          <ac:chgData name="Ogburn, Sarah E" userId="c40d2df0-46c9-4be9-b5a6-5c158e399904" providerId="ADAL" clId="{ED94499B-9423-414A-A05A-5CD75CBE0E94}" dt="2024-06-14T00:58:18.269" v="3247"/>
          <ac:picMkLst>
            <pc:docMk/>
            <pc:sldMk cId="1267716707" sldId="257"/>
            <ac:picMk id="7" creationId="{57E4F250-CA4B-A7E5-45CD-B7C97251BF42}"/>
          </ac:picMkLst>
        </pc:picChg>
        <pc:picChg chg="mod">
          <ac:chgData name="Ogburn, Sarah E" userId="c40d2df0-46c9-4be9-b5a6-5c158e399904" providerId="ADAL" clId="{ED94499B-9423-414A-A05A-5CD75CBE0E94}" dt="2024-06-14T00:58:18.269" v="3247"/>
          <ac:picMkLst>
            <pc:docMk/>
            <pc:sldMk cId="1267716707" sldId="257"/>
            <ac:picMk id="8" creationId="{90177B2E-2E28-B79E-2300-9C70348A0D1E}"/>
          </ac:picMkLst>
        </pc:picChg>
        <pc:picChg chg="mod">
          <ac:chgData name="Ogburn, Sarah E" userId="c40d2df0-46c9-4be9-b5a6-5c158e399904" providerId="ADAL" clId="{ED94499B-9423-414A-A05A-5CD75CBE0E94}" dt="2024-06-14T00:58:18.269" v="3247"/>
          <ac:picMkLst>
            <pc:docMk/>
            <pc:sldMk cId="1267716707" sldId="257"/>
            <ac:picMk id="9" creationId="{95B5EFAE-DB49-3470-CE8E-46DF8857EAE9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1267716707" sldId="257"/>
            <ac:picMk id="10" creationId="{00000000-0000-0000-0000-000000000000}"/>
          </ac:picMkLst>
        </pc:picChg>
      </pc:sldChg>
      <pc:sldChg chg="addSp delSp modSp mod chgLayout">
        <pc:chgData name="Ogburn, Sarah E" userId="c40d2df0-46c9-4be9-b5a6-5c158e399904" providerId="ADAL" clId="{ED94499B-9423-414A-A05A-5CD75CBE0E94}" dt="2024-06-14T01:02:09.678" v="3334"/>
        <pc:sldMkLst>
          <pc:docMk/>
          <pc:sldMk cId="3167988685" sldId="260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3" creationId="{59BBC307-1D44-D726-D2C0-5A2F2E69D844}"/>
          </ac:spMkLst>
        </pc:spChg>
        <pc:spChg chg="add del mod ord">
          <ac:chgData name="Ogburn, Sarah E" userId="c40d2df0-46c9-4be9-b5a6-5c158e399904" providerId="ADAL" clId="{ED94499B-9423-414A-A05A-5CD75CBE0E94}" dt="2024-06-11T16:28:57.761" v="1861" actId="478"/>
          <ac:spMkLst>
            <pc:docMk/>
            <pc:sldMk cId="3167988685" sldId="260"/>
            <ac:spMk id="4" creationId="{C3FDD3E8-EEC3-85AD-E4D6-02CCBAA33FB0}"/>
          </ac:spMkLst>
        </pc:spChg>
        <pc:spChg chg="mod">
          <ac:chgData name="Ogburn, Sarah E" userId="c40d2df0-46c9-4be9-b5a6-5c158e399904" providerId="ADAL" clId="{ED94499B-9423-414A-A05A-5CD75CBE0E94}" dt="2024-06-14T01:02:09.678" v="3334"/>
          <ac:spMkLst>
            <pc:docMk/>
            <pc:sldMk cId="3167988685" sldId="260"/>
            <ac:spMk id="4" creationId="{FB66F966-F9BB-F9C3-6958-7D4671D96AE2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1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4505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45060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45061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45064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4506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45066" creationId="{00000000-0000-0000-0000-000000000000}"/>
          </ac:spMkLst>
        </pc:spChg>
        <pc:spChg chg="add del mod">
          <ac:chgData name="Ogburn, Sarah E" userId="c40d2df0-46c9-4be9-b5a6-5c158e399904" providerId="ADAL" clId="{ED94499B-9423-414A-A05A-5CD75CBE0E94}" dt="2024-06-14T00:55:43.657" v="3219"/>
          <ac:spMkLst>
            <pc:docMk/>
            <pc:sldMk cId="3167988685" sldId="260"/>
            <ac:spMk id="45071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1:02:09.678" v="3334"/>
          <ac:grpSpMkLst>
            <pc:docMk/>
            <pc:sldMk cId="3167988685" sldId="260"/>
            <ac:grpSpMk id="2" creationId="{7ADC5AB5-E29B-52B7-0C6B-AABC9A2B932E}"/>
          </ac:grpSpMkLst>
        </pc:grpChg>
        <pc:grpChg chg="mod">
          <ac:chgData name="Ogburn, Sarah E" userId="c40d2df0-46c9-4be9-b5a6-5c158e399904" providerId="ADAL" clId="{ED94499B-9423-414A-A05A-5CD75CBE0E94}" dt="2024-06-14T01:02:09.678" v="3334"/>
          <ac:grpSpMkLst>
            <pc:docMk/>
            <pc:sldMk cId="3167988685" sldId="260"/>
            <ac:grpSpMk id="5" creationId="{AE7CFDC7-C853-7DE3-6F29-8B8C9C8E9250}"/>
          </ac:grpSpMkLst>
        </pc:grpChg>
        <pc:picChg chg="mod">
          <ac:chgData name="Ogburn, Sarah E" userId="c40d2df0-46c9-4be9-b5a6-5c158e399904" providerId="ADAL" clId="{ED94499B-9423-414A-A05A-5CD75CBE0E94}" dt="2024-06-14T01:02:09.678" v="3334"/>
          <ac:picMkLst>
            <pc:docMk/>
            <pc:sldMk cId="3167988685" sldId="260"/>
            <ac:picMk id="6" creationId="{CC33E4C4-DEDF-C32B-6DB2-639E53C5D655}"/>
          </ac:picMkLst>
        </pc:picChg>
        <pc:picChg chg="mod">
          <ac:chgData name="Ogburn, Sarah E" userId="c40d2df0-46c9-4be9-b5a6-5c158e399904" providerId="ADAL" clId="{ED94499B-9423-414A-A05A-5CD75CBE0E94}" dt="2024-06-14T01:02:09.678" v="3334"/>
          <ac:picMkLst>
            <pc:docMk/>
            <pc:sldMk cId="3167988685" sldId="260"/>
            <ac:picMk id="7" creationId="{FA75267D-26F2-0CA0-63ED-0EEC5DF348EC}"/>
          </ac:picMkLst>
        </pc:picChg>
        <pc:picChg chg="mod">
          <ac:chgData name="Ogburn, Sarah E" userId="c40d2df0-46c9-4be9-b5a6-5c158e399904" providerId="ADAL" clId="{ED94499B-9423-414A-A05A-5CD75CBE0E94}" dt="2024-06-14T01:02:09.678" v="3334"/>
          <ac:picMkLst>
            <pc:docMk/>
            <pc:sldMk cId="3167988685" sldId="260"/>
            <ac:picMk id="8" creationId="{4F82B149-9B45-EAD2-F924-22B88C0901B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3167988685" sldId="260"/>
            <ac:picMk id="45059" creationId="{00000000-0000-0000-0000-000000000000}"/>
          </ac:picMkLst>
        </pc:picChg>
      </pc:sldChg>
      <pc:sldChg chg="addSp modSp mod">
        <pc:chgData name="Ogburn, Sarah E" userId="c40d2df0-46c9-4be9-b5a6-5c158e399904" providerId="ADAL" clId="{ED94499B-9423-414A-A05A-5CD75CBE0E94}" dt="2024-06-14T01:03:06.219" v="3352" actId="14100"/>
        <pc:sldMkLst>
          <pc:docMk/>
          <pc:sldMk cId="1112645147" sldId="262"/>
        </pc:sldMkLst>
        <pc:spChg chg="mod">
          <ac:chgData name="Ogburn, Sarah E" userId="c40d2df0-46c9-4be9-b5a6-5c158e399904" providerId="ADAL" clId="{ED94499B-9423-414A-A05A-5CD75CBE0E94}" dt="2024-06-14T01:02:53.140" v="3347" actId="14100"/>
          <ac:spMkLst>
            <pc:docMk/>
            <pc:sldMk cId="1112645147" sldId="262"/>
            <ac:spMk id="3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112645147" sldId="262"/>
            <ac:spMk id="5" creationId="{F6820AE4-C613-C142-E31F-28FD87A4BBDE}"/>
          </ac:spMkLst>
        </pc:spChg>
        <pc:spChg chg="mod">
          <ac:chgData name="Ogburn, Sarah E" userId="c40d2df0-46c9-4be9-b5a6-5c158e399904" providerId="ADAL" clId="{ED94499B-9423-414A-A05A-5CD75CBE0E94}" dt="2024-06-14T01:03:06.219" v="3352" actId="14100"/>
          <ac:spMkLst>
            <pc:docMk/>
            <pc:sldMk cId="1112645147" sldId="262"/>
            <ac:spMk id="8" creationId="{AB466BD5-AAF5-3412-7350-433FB1E00A7B}"/>
          </ac:spMkLst>
        </pc:spChg>
        <pc:spChg chg="mod">
          <ac:chgData name="Ogburn, Sarah E" userId="c40d2df0-46c9-4be9-b5a6-5c158e399904" providerId="ADAL" clId="{ED94499B-9423-414A-A05A-5CD75CBE0E94}" dt="2024-06-14T01:02:58.513" v="3349" actId="14100"/>
          <ac:spMkLst>
            <pc:docMk/>
            <pc:sldMk cId="1112645147" sldId="262"/>
            <ac:spMk id="12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1:03:03.041" v="3351"/>
          <ac:grpSpMkLst>
            <pc:docMk/>
            <pc:sldMk cId="1112645147" sldId="262"/>
            <ac:grpSpMk id="6" creationId="{7C9D8718-931C-6957-813B-F421A9F13679}"/>
          </ac:grpSpMkLst>
        </pc:grpChg>
        <pc:grpChg chg="mod">
          <ac:chgData name="Ogburn, Sarah E" userId="c40d2df0-46c9-4be9-b5a6-5c158e399904" providerId="ADAL" clId="{ED94499B-9423-414A-A05A-5CD75CBE0E94}" dt="2024-06-14T01:03:03.041" v="3351"/>
          <ac:grpSpMkLst>
            <pc:docMk/>
            <pc:sldMk cId="1112645147" sldId="262"/>
            <ac:grpSpMk id="9" creationId="{D539F075-35E0-FBE0-04D3-C6C7AA060265}"/>
          </ac:grpSpMkLst>
        </pc:grpChg>
        <pc:graphicFrameChg chg="mod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112645147" sldId="262"/>
            <ac:graphicFrameMk id="4" creationId="{84EE9CC6-6C87-ED92-A33B-9E2E02D32F6E}"/>
          </ac:graphicFrameMkLst>
        </pc:graphicFrameChg>
        <pc:picChg chg="mod">
          <ac:chgData name="Ogburn, Sarah E" userId="c40d2df0-46c9-4be9-b5a6-5c158e399904" providerId="ADAL" clId="{ED94499B-9423-414A-A05A-5CD75CBE0E94}" dt="2024-06-14T01:03:03.041" v="3351"/>
          <ac:picMkLst>
            <pc:docMk/>
            <pc:sldMk cId="1112645147" sldId="262"/>
            <ac:picMk id="10" creationId="{991BDDC8-E9E3-D2FE-7F79-413D62911A59}"/>
          </ac:picMkLst>
        </pc:picChg>
        <pc:picChg chg="mod">
          <ac:chgData name="Ogburn, Sarah E" userId="c40d2df0-46c9-4be9-b5a6-5c158e399904" providerId="ADAL" clId="{ED94499B-9423-414A-A05A-5CD75CBE0E94}" dt="2024-06-14T01:03:03.041" v="3351"/>
          <ac:picMkLst>
            <pc:docMk/>
            <pc:sldMk cId="1112645147" sldId="262"/>
            <ac:picMk id="11" creationId="{6D17D586-61F1-3795-F528-584D4634A1A1}"/>
          </ac:picMkLst>
        </pc:picChg>
        <pc:picChg chg="mod">
          <ac:chgData name="Ogburn, Sarah E" userId="c40d2df0-46c9-4be9-b5a6-5c158e399904" providerId="ADAL" clId="{ED94499B-9423-414A-A05A-5CD75CBE0E94}" dt="2024-06-14T01:03:03.041" v="3351"/>
          <ac:picMkLst>
            <pc:docMk/>
            <pc:sldMk cId="1112645147" sldId="262"/>
            <ac:picMk id="13" creationId="{FAAB3B39-4F90-86E4-0726-C2241CB2C2BB}"/>
          </ac:picMkLst>
        </pc:picChg>
        <pc:cxnChg chg="add mod">
          <ac:chgData name="Ogburn, Sarah E" userId="c40d2df0-46c9-4be9-b5a6-5c158e399904" providerId="ADAL" clId="{ED94499B-9423-414A-A05A-5CD75CBE0E94}" dt="2024-06-14T01:03:01.783" v="3350" actId="14100"/>
          <ac:cxnSpMkLst>
            <pc:docMk/>
            <pc:sldMk cId="1112645147" sldId="262"/>
            <ac:cxnSpMk id="7" creationId="{5CDA6662-695B-6F3C-79C1-246C9C40CAB1}"/>
          </ac:cxnSpMkLst>
        </pc:cxnChg>
      </pc:sldChg>
      <pc:sldChg chg="addSp modSp ord">
        <pc:chgData name="Ogburn, Sarah E" userId="c40d2df0-46c9-4be9-b5a6-5c158e399904" providerId="ADAL" clId="{ED94499B-9423-414A-A05A-5CD75CBE0E94}" dt="2024-06-14T01:01:00.475" v="3321"/>
        <pc:sldMkLst>
          <pc:docMk/>
          <pc:sldMk cId="2373236083" sldId="263"/>
        </pc:sldMkLst>
        <pc:spChg chg="mod">
          <ac:chgData name="Ogburn, Sarah E" userId="c40d2df0-46c9-4be9-b5a6-5c158e399904" providerId="ADAL" clId="{ED94499B-9423-414A-A05A-5CD75CBE0E94}" dt="2024-06-14T01:01:00.475" v="3321"/>
          <ac:spMkLst>
            <pc:docMk/>
            <pc:sldMk cId="2373236083" sldId="263"/>
            <ac:spMk id="3" creationId="{E443ACBC-015C-16E6-60C2-525E34A8B4A4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373236083" sldId="263"/>
            <ac:spMk id="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373236083" sldId="263"/>
            <ac:spMk id="5017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373236083" sldId="263"/>
            <ac:spMk id="50180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1:01:00.475" v="3321"/>
          <ac:grpSpMkLst>
            <pc:docMk/>
            <pc:sldMk cId="2373236083" sldId="263"/>
            <ac:grpSpMk id="2" creationId="{5BC5E885-74E0-7B17-987B-C3FB560FDD0C}"/>
          </ac:grpSpMkLst>
        </pc:grpChg>
        <pc:grpChg chg="mod">
          <ac:chgData name="Ogburn, Sarah E" userId="c40d2df0-46c9-4be9-b5a6-5c158e399904" providerId="ADAL" clId="{ED94499B-9423-414A-A05A-5CD75CBE0E94}" dt="2024-06-14T01:01:00.475" v="3321"/>
          <ac:grpSpMkLst>
            <pc:docMk/>
            <pc:sldMk cId="2373236083" sldId="263"/>
            <ac:grpSpMk id="4" creationId="{0AA8213C-BD24-5046-C469-71544B4FB3C3}"/>
          </ac:grpSpMkLst>
        </pc:gr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2373236083" sldId="263"/>
            <ac:grpSpMk id="5" creationId="{00000000-0000-0000-0000-000000000000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373236083" sldId="263"/>
            <ac:picMk id="6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1:01:00.475" v="3321"/>
          <ac:picMkLst>
            <pc:docMk/>
            <pc:sldMk cId="2373236083" sldId="263"/>
            <ac:picMk id="8" creationId="{02DE3B02-2705-EF9B-90C9-EE4FCDE5FE51}"/>
          </ac:picMkLst>
        </pc:picChg>
        <pc:picChg chg="mod">
          <ac:chgData name="Ogburn, Sarah E" userId="c40d2df0-46c9-4be9-b5a6-5c158e399904" providerId="ADAL" clId="{ED94499B-9423-414A-A05A-5CD75CBE0E94}" dt="2024-06-14T01:01:00.475" v="3321"/>
          <ac:picMkLst>
            <pc:docMk/>
            <pc:sldMk cId="2373236083" sldId="263"/>
            <ac:picMk id="9" creationId="{00ACD1F6-C1FA-6EE9-1262-097A9B1D0F42}"/>
          </ac:picMkLst>
        </pc:picChg>
        <pc:picChg chg="mod">
          <ac:chgData name="Ogburn, Sarah E" userId="c40d2df0-46c9-4be9-b5a6-5c158e399904" providerId="ADAL" clId="{ED94499B-9423-414A-A05A-5CD75CBE0E94}" dt="2024-06-14T01:01:00.475" v="3321"/>
          <ac:picMkLst>
            <pc:docMk/>
            <pc:sldMk cId="2373236083" sldId="263"/>
            <ac:picMk id="10" creationId="{6ABBC42E-C4AC-5001-324A-27582ECDCE2A}"/>
          </ac:picMkLst>
        </pc:picChg>
      </pc:sldChg>
      <pc:sldChg chg="addSp modSp mod">
        <pc:chgData name="Ogburn, Sarah E" userId="c40d2df0-46c9-4be9-b5a6-5c158e399904" providerId="ADAL" clId="{ED94499B-9423-414A-A05A-5CD75CBE0E94}" dt="2024-06-14T01:03:13.858" v="3353"/>
        <pc:sldMkLst>
          <pc:docMk/>
          <pc:sldMk cId="2358576444" sldId="264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358576444" sldId="264"/>
            <ac:spMk id="4" creationId="{4A7D0E4E-D3F6-0BBD-3110-86DD48F29387}"/>
          </ac:spMkLst>
        </pc:spChg>
        <pc:spChg chg="mod">
          <ac:chgData name="Ogburn, Sarah E" userId="c40d2df0-46c9-4be9-b5a6-5c158e399904" providerId="ADAL" clId="{ED94499B-9423-414A-A05A-5CD75CBE0E94}" dt="2024-06-14T01:03:13.858" v="3353"/>
          <ac:spMkLst>
            <pc:docMk/>
            <pc:sldMk cId="2358576444" sldId="264"/>
            <ac:spMk id="5" creationId="{420B2FC8-0A70-C6F5-557D-24CECC73BCD1}"/>
          </ac:spMkLst>
        </pc:spChg>
        <pc:grpChg chg="add mod">
          <ac:chgData name="Ogburn, Sarah E" userId="c40d2df0-46c9-4be9-b5a6-5c158e399904" providerId="ADAL" clId="{ED94499B-9423-414A-A05A-5CD75CBE0E94}" dt="2024-06-14T01:03:13.858" v="3353"/>
          <ac:grpSpMkLst>
            <pc:docMk/>
            <pc:sldMk cId="2358576444" sldId="264"/>
            <ac:grpSpMk id="3" creationId="{26E4CC26-F4CE-53E8-4E81-DBF4E0B67B2A}"/>
          </ac:grpSpMkLst>
        </pc:grpChg>
        <pc:grpChg chg="mod">
          <ac:chgData name="Ogburn, Sarah E" userId="c40d2df0-46c9-4be9-b5a6-5c158e399904" providerId="ADAL" clId="{ED94499B-9423-414A-A05A-5CD75CBE0E94}" dt="2024-06-14T01:03:13.858" v="3353"/>
          <ac:grpSpMkLst>
            <pc:docMk/>
            <pc:sldMk cId="2358576444" sldId="264"/>
            <ac:grpSpMk id="6" creationId="{0685A14E-CB38-FEFF-2CCB-D5563B23436D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358576444" sldId="264"/>
            <ac:picMk id="2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1:03:13.858" v="3353"/>
          <ac:picMkLst>
            <pc:docMk/>
            <pc:sldMk cId="2358576444" sldId="264"/>
            <ac:picMk id="7" creationId="{9C205F00-F11B-53B4-2E49-CD9709897B11}"/>
          </ac:picMkLst>
        </pc:picChg>
        <pc:picChg chg="mod">
          <ac:chgData name="Ogburn, Sarah E" userId="c40d2df0-46c9-4be9-b5a6-5c158e399904" providerId="ADAL" clId="{ED94499B-9423-414A-A05A-5CD75CBE0E94}" dt="2024-06-14T01:03:13.858" v="3353"/>
          <ac:picMkLst>
            <pc:docMk/>
            <pc:sldMk cId="2358576444" sldId="264"/>
            <ac:picMk id="8" creationId="{CD6AA46B-A06E-7157-8AC0-3FB754DFD5F7}"/>
          </ac:picMkLst>
        </pc:picChg>
        <pc:picChg chg="mod">
          <ac:chgData name="Ogburn, Sarah E" userId="c40d2df0-46c9-4be9-b5a6-5c158e399904" providerId="ADAL" clId="{ED94499B-9423-414A-A05A-5CD75CBE0E94}" dt="2024-06-14T01:03:13.858" v="3353"/>
          <ac:picMkLst>
            <pc:docMk/>
            <pc:sldMk cId="2358576444" sldId="264"/>
            <ac:picMk id="9" creationId="{BC41A272-C4B2-9825-78C2-55283CC88B9A}"/>
          </ac:picMkLst>
        </pc:picChg>
      </pc:sldChg>
      <pc:sldChg chg="addSp modSp mod">
        <pc:chgData name="Ogburn, Sarah E" userId="c40d2df0-46c9-4be9-b5a6-5c158e399904" providerId="ADAL" clId="{ED94499B-9423-414A-A05A-5CD75CBE0E94}" dt="2024-06-14T01:03:21.836" v="3354"/>
        <pc:sldMkLst>
          <pc:docMk/>
          <pc:sldMk cId="3338580801" sldId="265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338580801" sldId="265"/>
            <ac:spMk id="3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338580801" sldId="265"/>
            <ac:spMk id="6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338580801" sldId="265"/>
            <ac:spMk id="7" creationId="{C76743A4-E240-321C-6D4A-70D2036E1193}"/>
          </ac:spMkLst>
        </pc:spChg>
        <pc:spChg chg="mod">
          <ac:chgData name="Ogburn, Sarah E" userId="c40d2df0-46c9-4be9-b5a6-5c158e399904" providerId="ADAL" clId="{ED94499B-9423-414A-A05A-5CD75CBE0E94}" dt="2024-06-14T01:03:21.836" v="3354"/>
          <ac:spMkLst>
            <pc:docMk/>
            <pc:sldMk cId="3338580801" sldId="265"/>
            <ac:spMk id="9" creationId="{A28A584B-4C8D-BCF5-1A56-540CE8A4038A}"/>
          </ac:spMkLst>
        </pc:s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3338580801" sldId="265"/>
            <ac:grpSpMk id="4" creationId="{00000000-0000-0000-0000-000000000000}"/>
          </ac:grpSpMkLst>
        </pc:grpChg>
        <pc:grpChg chg="add mod">
          <ac:chgData name="Ogburn, Sarah E" userId="c40d2df0-46c9-4be9-b5a6-5c158e399904" providerId="ADAL" clId="{ED94499B-9423-414A-A05A-5CD75CBE0E94}" dt="2024-06-14T01:03:21.836" v="3354"/>
          <ac:grpSpMkLst>
            <pc:docMk/>
            <pc:sldMk cId="3338580801" sldId="265"/>
            <ac:grpSpMk id="8" creationId="{72693F06-826F-4BAF-FB1C-E1B50B89A69B}"/>
          </ac:grpSpMkLst>
        </pc:grpChg>
        <pc:grpChg chg="mod">
          <ac:chgData name="Ogburn, Sarah E" userId="c40d2df0-46c9-4be9-b5a6-5c158e399904" providerId="ADAL" clId="{ED94499B-9423-414A-A05A-5CD75CBE0E94}" dt="2024-06-14T01:03:21.836" v="3354"/>
          <ac:grpSpMkLst>
            <pc:docMk/>
            <pc:sldMk cId="3338580801" sldId="265"/>
            <ac:grpSpMk id="10" creationId="{045ACE27-6BA9-042C-AD99-5B522459AA0E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3338580801" sldId="265"/>
            <ac:picMk id="2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1:03:21.836" v="3354"/>
          <ac:picMkLst>
            <pc:docMk/>
            <pc:sldMk cId="3338580801" sldId="265"/>
            <ac:picMk id="11" creationId="{576CD93B-0DFC-DC82-7E48-4765A37BA6DD}"/>
          </ac:picMkLst>
        </pc:picChg>
        <pc:picChg chg="mod">
          <ac:chgData name="Ogburn, Sarah E" userId="c40d2df0-46c9-4be9-b5a6-5c158e399904" providerId="ADAL" clId="{ED94499B-9423-414A-A05A-5CD75CBE0E94}" dt="2024-06-14T01:03:21.836" v="3354"/>
          <ac:picMkLst>
            <pc:docMk/>
            <pc:sldMk cId="3338580801" sldId="265"/>
            <ac:picMk id="12" creationId="{F229039D-DBB2-4B41-9735-3FC7C3B0C953}"/>
          </ac:picMkLst>
        </pc:picChg>
        <pc:picChg chg="mod">
          <ac:chgData name="Ogburn, Sarah E" userId="c40d2df0-46c9-4be9-b5a6-5c158e399904" providerId="ADAL" clId="{ED94499B-9423-414A-A05A-5CD75CBE0E94}" dt="2024-06-14T01:03:21.836" v="3354"/>
          <ac:picMkLst>
            <pc:docMk/>
            <pc:sldMk cId="3338580801" sldId="265"/>
            <ac:picMk id="13" creationId="{DBA5CF7F-3465-DD06-D0DB-ACE27EDCC4CE}"/>
          </ac:picMkLst>
        </pc:pic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3338580801" sldId="265"/>
            <ac:cxnSpMk id="5" creationId="{00000000-0000-0000-0000-000000000000}"/>
          </ac:cxnSpMkLst>
        </pc:cxnChg>
      </pc:sldChg>
      <pc:sldChg chg="modSp mod">
        <pc:chgData name="Ogburn, Sarah E" userId="c40d2df0-46c9-4be9-b5a6-5c158e399904" providerId="ADAL" clId="{ED94499B-9423-414A-A05A-5CD75CBE0E94}" dt="2024-06-14T00:59:42.426" v="3270"/>
        <pc:sldMkLst>
          <pc:docMk/>
          <pc:sldMk cId="3133010986" sldId="267"/>
        </pc:sldMkLst>
        <pc:spChg chg="mod">
          <ac:chgData name="Ogburn, Sarah E" userId="c40d2df0-46c9-4be9-b5a6-5c158e399904" providerId="ADAL" clId="{ED94499B-9423-414A-A05A-5CD75CBE0E94}" dt="2024-06-14T00:59:42.426" v="3270"/>
          <ac:spMkLst>
            <pc:docMk/>
            <pc:sldMk cId="3133010986" sldId="267"/>
            <ac:spMk id="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9:42.426" v="3270"/>
          <ac:spMkLst>
            <pc:docMk/>
            <pc:sldMk cId="3133010986" sldId="267"/>
            <ac:spMk id="3" creationId="{00000000-0000-0000-0000-000000000000}"/>
          </ac:spMkLst>
        </pc:spChg>
      </pc:sldChg>
      <pc:sldChg chg="addSp delSp modSp mod">
        <pc:chgData name="Ogburn, Sarah E" userId="c40d2df0-46c9-4be9-b5a6-5c158e399904" providerId="ADAL" clId="{ED94499B-9423-414A-A05A-5CD75CBE0E94}" dt="2024-06-14T00:58:28.237" v="3250"/>
        <pc:sldMkLst>
          <pc:docMk/>
          <pc:sldMk cId="1317638390" sldId="268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317638390" sldId="268"/>
            <ac:spMk id="3" creationId="{F0A2F6D1-7F39-2316-4B0D-1375F9DE2E6C}"/>
          </ac:spMkLst>
        </pc:spChg>
        <pc:spChg chg="mod">
          <ac:chgData name="Ogburn, Sarah E" userId="c40d2df0-46c9-4be9-b5a6-5c158e399904" providerId="ADAL" clId="{ED94499B-9423-414A-A05A-5CD75CBE0E94}" dt="2024-06-14T00:58:28.237" v="3250"/>
          <ac:spMkLst>
            <pc:docMk/>
            <pc:sldMk cId="1317638390" sldId="268"/>
            <ac:spMk id="5" creationId="{0E307476-E2B3-3081-7F8D-18821D20C6DF}"/>
          </ac:spMkLst>
        </pc:spChg>
        <pc:grpChg chg="add mod">
          <ac:chgData name="Ogburn, Sarah E" userId="c40d2df0-46c9-4be9-b5a6-5c158e399904" providerId="ADAL" clId="{ED94499B-9423-414A-A05A-5CD75CBE0E94}" dt="2024-06-14T00:58:28.237" v="3250"/>
          <ac:grpSpMkLst>
            <pc:docMk/>
            <pc:sldMk cId="1317638390" sldId="268"/>
            <ac:grpSpMk id="4" creationId="{42994A3C-F99B-CD80-1767-0B8DFC3727C7}"/>
          </ac:grpSpMkLst>
        </pc:grpChg>
        <pc:grpChg chg="mod">
          <ac:chgData name="Ogburn, Sarah E" userId="c40d2df0-46c9-4be9-b5a6-5c158e399904" providerId="ADAL" clId="{ED94499B-9423-414A-A05A-5CD75CBE0E94}" dt="2024-06-14T00:58:28.237" v="3250"/>
          <ac:grpSpMkLst>
            <pc:docMk/>
            <pc:sldMk cId="1317638390" sldId="268"/>
            <ac:grpSpMk id="6" creationId="{ED977723-F032-8612-3369-90B71D45ADA9}"/>
          </ac:grpSpMkLst>
        </pc:grp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317638390" sldId="268"/>
            <ac:graphicFrameMk id="2" creationId="{8A9BD5C1-5BEB-CBA2-F073-8165E6F99889}"/>
          </ac:graphicFrameMkLst>
        </pc:graphicFrameChg>
        <pc:picChg chg="mod">
          <ac:chgData name="Ogburn, Sarah E" userId="c40d2df0-46c9-4be9-b5a6-5c158e399904" providerId="ADAL" clId="{ED94499B-9423-414A-A05A-5CD75CBE0E94}" dt="2024-06-14T00:58:28.237" v="3250"/>
          <ac:picMkLst>
            <pc:docMk/>
            <pc:sldMk cId="1317638390" sldId="268"/>
            <ac:picMk id="7" creationId="{F7A1EF06-3E8F-1588-8142-9C9628B3B4E1}"/>
          </ac:picMkLst>
        </pc:picChg>
        <pc:picChg chg="mod">
          <ac:chgData name="Ogburn, Sarah E" userId="c40d2df0-46c9-4be9-b5a6-5c158e399904" providerId="ADAL" clId="{ED94499B-9423-414A-A05A-5CD75CBE0E94}" dt="2024-06-14T00:58:28.237" v="3250"/>
          <ac:picMkLst>
            <pc:docMk/>
            <pc:sldMk cId="1317638390" sldId="268"/>
            <ac:picMk id="8" creationId="{4D6F04B5-F658-1B68-26DA-23ECB4CDC1D0}"/>
          </ac:picMkLst>
        </pc:picChg>
        <pc:picChg chg="mod">
          <ac:chgData name="Ogburn, Sarah E" userId="c40d2df0-46c9-4be9-b5a6-5c158e399904" providerId="ADAL" clId="{ED94499B-9423-414A-A05A-5CD75CBE0E94}" dt="2024-06-14T00:58:28.237" v="3250"/>
          <ac:picMkLst>
            <pc:docMk/>
            <pc:sldMk cId="1317638390" sldId="268"/>
            <ac:picMk id="9" creationId="{82E6E7D3-0FC1-6DAF-712B-B5B5DFA9217A}"/>
          </ac:picMkLst>
        </pc:picChg>
        <pc:picChg chg="del">
          <ac:chgData name="Ogburn, Sarah E" userId="c40d2df0-46c9-4be9-b5a6-5c158e399904" providerId="ADAL" clId="{ED94499B-9423-414A-A05A-5CD75CBE0E94}" dt="2024-06-10T23:57:33.627" v="1418" actId="478"/>
          <ac:picMkLst>
            <pc:docMk/>
            <pc:sldMk cId="1317638390" sldId="268"/>
            <ac:picMk id="4098" creationId="{00000000-0000-0000-0000-000000000000}"/>
          </ac:picMkLst>
        </pc:picChg>
      </pc:sldChg>
      <pc:sldChg chg="addSp delSp modSp mod">
        <pc:chgData name="Ogburn, Sarah E" userId="c40d2df0-46c9-4be9-b5a6-5c158e399904" providerId="ADAL" clId="{ED94499B-9423-414A-A05A-5CD75CBE0E94}" dt="2024-06-14T00:58:38.667" v="3253"/>
        <pc:sldMkLst>
          <pc:docMk/>
          <pc:sldMk cId="2941120922" sldId="269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941120922" sldId="269"/>
            <ac:spMk id="2" creationId="{EE5992C2-689A-6ECF-DDDA-8C9036CEB95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941120922" sldId="269"/>
            <ac:spMk id="4" creationId="{CFE37ED4-0141-DA57-D0C8-EACCBD996C8D}"/>
          </ac:spMkLst>
        </pc:spChg>
        <pc:spChg chg="mod">
          <ac:chgData name="Ogburn, Sarah E" userId="c40d2df0-46c9-4be9-b5a6-5c158e399904" providerId="ADAL" clId="{ED94499B-9423-414A-A05A-5CD75CBE0E94}" dt="2024-06-14T00:58:38.667" v="3253"/>
          <ac:spMkLst>
            <pc:docMk/>
            <pc:sldMk cId="2941120922" sldId="269"/>
            <ac:spMk id="6" creationId="{3909A66E-3539-9A53-7F3D-218BF4442E64}"/>
          </ac:spMkLst>
        </pc:spChg>
        <pc:spChg chg="del">
          <ac:chgData name="Ogburn, Sarah E" userId="c40d2df0-46c9-4be9-b5a6-5c158e399904" providerId="ADAL" clId="{ED94499B-9423-414A-A05A-5CD75CBE0E94}" dt="2024-06-10T23:40:21.308" v="1113" actId="478"/>
          <ac:spMkLst>
            <pc:docMk/>
            <pc:sldMk cId="2941120922" sldId="269"/>
            <ac:spMk id="10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0:58:38.667" v="3253"/>
          <ac:grpSpMkLst>
            <pc:docMk/>
            <pc:sldMk cId="2941120922" sldId="269"/>
            <ac:grpSpMk id="5" creationId="{35B8138B-E23C-88AB-27B4-3B9E341401E2}"/>
          </ac:grpSpMkLst>
        </pc:grpChg>
        <pc:grpChg chg="mod">
          <ac:chgData name="Ogburn, Sarah E" userId="c40d2df0-46c9-4be9-b5a6-5c158e399904" providerId="ADAL" clId="{ED94499B-9423-414A-A05A-5CD75CBE0E94}" dt="2024-06-14T00:58:38.667" v="3253"/>
          <ac:grpSpMkLst>
            <pc:docMk/>
            <pc:sldMk cId="2941120922" sldId="269"/>
            <ac:grpSpMk id="7" creationId="{02217911-3BD4-76D3-B581-B9A69071ACB1}"/>
          </ac:grpSpMkLst>
        </pc:grp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2941120922" sldId="269"/>
            <ac:graphicFrameMk id="3" creationId="{73C7A12F-72FB-D939-5657-36A246AD37EE}"/>
          </ac:graphicFrameMkLst>
        </pc:graphicFrameChg>
        <pc:picChg chg="mod">
          <ac:chgData name="Ogburn, Sarah E" userId="c40d2df0-46c9-4be9-b5a6-5c158e399904" providerId="ADAL" clId="{ED94499B-9423-414A-A05A-5CD75CBE0E94}" dt="2024-06-14T00:58:38.667" v="3253"/>
          <ac:picMkLst>
            <pc:docMk/>
            <pc:sldMk cId="2941120922" sldId="269"/>
            <ac:picMk id="8" creationId="{1F475BAD-7928-E227-4776-E930ACBEDFDA}"/>
          </ac:picMkLst>
        </pc:picChg>
        <pc:picChg chg="mod">
          <ac:chgData name="Ogburn, Sarah E" userId="c40d2df0-46c9-4be9-b5a6-5c158e399904" providerId="ADAL" clId="{ED94499B-9423-414A-A05A-5CD75CBE0E94}" dt="2024-06-14T00:58:38.667" v="3253"/>
          <ac:picMkLst>
            <pc:docMk/>
            <pc:sldMk cId="2941120922" sldId="269"/>
            <ac:picMk id="9" creationId="{599E1A63-7A2A-6421-5CD4-D3053430892C}"/>
          </ac:picMkLst>
        </pc:picChg>
        <pc:picChg chg="mod">
          <ac:chgData name="Ogburn, Sarah E" userId="c40d2df0-46c9-4be9-b5a6-5c158e399904" providerId="ADAL" clId="{ED94499B-9423-414A-A05A-5CD75CBE0E94}" dt="2024-06-14T00:58:38.667" v="3253"/>
          <ac:picMkLst>
            <pc:docMk/>
            <pc:sldMk cId="2941120922" sldId="269"/>
            <ac:picMk id="10" creationId="{547E389E-C229-D42A-FDB9-BF4F3504099B}"/>
          </ac:picMkLst>
        </pc:picChg>
        <pc:picChg chg="del">
          <ac:chgData name="Ogburn, Sarah E" userId="c40d2df0-46c9-4be9-b5a6-5c158e399904" providerId="ADAL" clId="{ED94499B-9423-414A-A05A-5CD75CBE0E94}" dt="2024-06-10T23:40:19.912" v="1112" actId="478"/>
          <ac:picMkLst>
            <pc:docMk/>
            <pc:sldMk cId="2941120922" sldId="269"/>
            <ac:picMk id="1026" creationId="{00000000-0000-0000-0000-000000000000}"/>
          </ac:picMkLst>
        </pc:picChg>
      </pc:sldChg>
      <pc:sldChg chg="addSp delSp modSp mod chgLayout">
        <pc:chgData name="Ogburn, Sarah E" userId="c40d2df0-46c9-4be9-b5a6-5c158e399904" providerId="ADAL" clId="{ED94499B-9423-414A-A05A-5CD75CBE0E94}" dt="2024-06-14T00:58:44.662" v="3255"/>
        <pc:sldMkLst>
          <pc:docMk/>
          <pc:sldMk cId="4027828558" sldId="270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4027828558" sldId="270"/>
            <ac:spMk id="2" creationId="{E576E6B2-4926-3359-D2F1-CE4E72DAD816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4027828558" sldId="270"/>
            <ac:spMk id="4" creationId="{3949516F-1EE1-50FD-CC75-02563EEEED73}"/>
          </ac:spMkLst>
        </pc:spChg>
        <pc:spChg chg="mod">
          <ac:chgData name="Ogburn, Sarah E" userId="c40d2df0-46c9-4be9-b5a6-5c158e399904" providerId="ADAL" clId="{ED94499B-9423-414A-A05A-5CD75CBE0E94}" dt="2024-06-14T00:58:44.662" v="3255"/>
          <ac:spMkLst>
            <pc:docMk/>
            <pc:sldMk cId="4027828558" sldId="270"/>
            <ac:spMk id="6" creationId="{56AD5189-4960-C99F-E40A-B53E287D450A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4027828558" sldId="270"/>
            <ac:spMk id="7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0:58:44.662" v="3255"/>
          <ac:grpSpMkLst>
            <pc:docMk/>
            <pc:sldMk cId="4027828558" sldId="270"/>
            <ac:grpSpMk id="5" creationId="{76D8E8AE-6684-4338-2350-81EF0220A0AF}"/>
          </ac:grpSpMkLst>
        </pc:grpChg>
        <pc:grpChg chg="mod">
          <ac:chgData name="Ogburn, Sarah E" userId="c40d2df0-46c9-4be9-b5a6-5c158e399904" providerId="ADAL" clId="{ED94499B-9423-414A-A05A-5CD75CBE0E94}" dt="2024-06-14T00:58:44.662" v="3255"/>
          <ac:grpSpMkLst>
            <pc:docMk/>
            <pc:sldMk cId="4027828558" sldId="270"/>
            <ac:grpSpMk id="8" creationId="{230EF367-0D20-E84B-2C3C-0F969F1FF0E7}"/>
          </ac:grpSpMkLst>
        </pc:grpChg>
        <pc:graphicFrameChg chg="add mod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4027828558" sldId="270"/>
            <ac:graphicFrameMk id="3" creationId="{55506687-8637-2A47-47C6-565DC8DD4A66}"/>
          </ac:graphicFrameMkLst>
        </pc:graphicFrameChg>
        <pc:picChg chg="del mod">
          <ac:chgData name="Ogburn, Sarah E" userId="c40d2df0-46c9-4be9-b5a6-5c158e399904" providerId="ADAL" clId="{ED94499B-9423-414A-A05A-5CD75CBE0E94}" dt="2024-06-10T23:27:50.430" v="943" actId="478"/>
          <ac:picMkLst>
            <pc:docMk/>
            <pc:sldMk cId="4027828558" sldId="270"/>
            <ac:picMk id="9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8:44.662" v="3255"/>
          <ac:picMkLst>
            <pc:docMk/>
            <pc:sldMk cId="4027828558" sldId="270"/>
            <ac:picMk id="9" creationId="{9B717C2D-5C58-75D4-4DAB-DCD9034A1657}"/>
          </ac:picMkLst>
        </pc:picChg>
        <pc:picChg chg="mod">
          <ac:chgData name="Ogburn, Sarah E" userId="c40d2df0-46c9-4be9-b5a6-5c158e399904" providerId="ADAL" clId="{ED94499B-9423-414A-A05A-5CD75CBE0E94}" dt="2024-06-14T00:58:44.662" v="3255"/>
          <ac:picMkLst>
            <pc:docMk/>
            <pc:sldMk cId="4027828558" sldId="270"/>
            <ac:picMk id="10" creationId="{A3828BD9-2DF6-414D-BAF1-6475FB18D1F2}"/>
          </ac:picMkLst>
        </pc:picChg>
        <pc:picChg chg="mod">
          <ac:chgData name="Ogburn, Sarah E" userId="c40d2df0-46c9-4be9-b5a6-5c158e399904" providerId="ADAL" clId="{ED94499B-9423-414A-A05A-5CD75CBE0E94}" dt="2024-06-14T00:58:44.662" v="3255"/>
          <ac:picMkLst>
            <pc:docMk/>
            <pc:sldMk cId="4027828558" sldId="270"/>
            <ac:picMk id="11" creationId="{F51ABD4C-F9CA-3AED-3472-D2D208DDDAC4}"/>
          </ac:picMkLst>
        </pc:picChg>
      </pc:sldChg>
      <pc:sldChg chg="del">
        <pc:chgData name="Ogburn, Sarah E" userId="c40d2df0-46c9-4be9-b5a6-5c158e399904" providerId="ADAL" clId="{ED94499B-9423-414A-A05A-5CD75CBE0E94}" dt="2024-06-10T23:07:42.340" v="277" actId="2696"/>
        <pc:sldMkLst>
          <pc:docMk/>
          <pc:sldMk cId="3749446708" sldId="272"/>
        </pc:sldMkLst>
      </pc:sldChg>
      <pc:sldChg chg="addSp delSp modSp mod chgLayout">
        <pc:chgData name="Ogburn, Sarah E" userId="c40d2df0-46c9-4be9-b5a6-5c158e399904" providerId="ADAL" clId="{ED94499B-9423-414A-A05A-5CD75CBE0E94}" dt="2024-06-14T00:58:57.610" v="3259"/>
        <pc:sldMkLst>
          <pc:docMk/>
          <pc:sldMk cId="1170473474" sldId="273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170473474" sldId="273"/>
            <ac:spMk id="2" creationId="{242C3213-0E62-2F9B-7F42-A7AE0C97B104}"/>
          </ac:spMkLst>
        </pc:spChg>
        <pc:spChg chg="add del mod">
          <ac:chgData name="Ogburn, Sarah E" userId="c40d2df0-46c9-4be9-b5a6-5c158e399904" providerId="ADAL" clId="{ED94499B-9423-414A-A05A-5CD75CBE0E94}" dt="2024-06-10T23:30:50.787" v="981" actId="478"/>
          <ac:spMkLst>
            <pc:docMk/>
            <pc:sldMk cId="1170473474" sldId="273"/>
            <ac:spMk id="3" creationId="{37D1E97C-82DA-D592-5C93-5B2EA33EE5C3}"/>
          </ac:spMkLst>
        </pc:spChg>
        <pc:spChg chg="mod">
          <ac:chgData name="Ogburn, Sarah E" userId="c40d2df0-46c9-4be9-b5a6-5c158e399904" providerId="ADAL" clId="{ED94499B-9423-414A-A05A-5CD75CBE0E94}" dt="2024-06-14T00:58:57.610" v="3259"/>
          <ac:spMkLst>
            <pc:docMk/>
            <pc:sldMk cId="1170473474" sldId="273"/>
            <ac:spMk id="6" creationId="{5B91D8AE-E3F7-8886-5ED6-378EE0A7B0EC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170473474" sldId="273"/>
            <ac:spMk id="7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170473474" sldId="273"/>
            <ac:spMk id="11" creationId="{32F8D9B9-DEAE-A3CA-3119-7831DA0151F2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170473474" sldId="273"/>
            <ac:spMk id="13" creationId="{0DA19A8F-D900-19A4-623F-1CF510F2004F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170473474" sldId="273"/>
            <ac:spMk id="15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170473474" sldId="273"/>
            <ac:spMk id="16" creationId="{728CF91B-5A97-3270-4205-215F37FA4FA6}"/>
          </ac:spMkLst>
        </pc:spChg>
        <pc:grpChg chg="add mod">
          <ac:chgData name="Ogburn, Sarah E" userId="c40d2df0-46c9-4be9-b5a6-5c158e399904" providerId="ADAL" clId="{ED94499B-9423-414A-A05A-5CD75CBE0E94}" dt="2024-06-14T00:58:57.610" v="3259"/>
          <ac:grpSpMkLst>
            <pc:docMk/>
            <pc:sldMk cId="1170473474" sldId="273"/>
            <ac:grpSpMk id="3" creationId="{62F065DE-387A-DF12-3EDC-AA56F72778A2}"/>
          </ac:grpSpMkLst>
        </pc:grpChg>
        <pc:grpChg chg="mod">
          <ac:chgData name="Ogburn, Sarah E" userId="c40d2df0-46c9-4be9-b5a6-5c158e399904" providerId="ADAL" clId="{ED94499B-9423-414A-A05A-5CD75CBE0E94}" dt="2024-06-14T00:58:57.610" v="3259"/>
          <ac:grpSpMkLst>
            <pc:docMk/>
            <pc:sldMk cId="1170473474" sldId="273"/>
            <ac:grpSpMk id="8" creationId="{147BC67C-9932-ABAF-0568-AF142396D0C3}"/>
          </ac:grpSpMkLst>
        </pc:grp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170473474" sldId="273"/>
            <ac:graphicFrameMk id="4" creationId="{C5B2B812-44B9-4BFE-626A-8CE4AABB4A57}"/>
          </ac:graphicFrameMkLst>
        </pc:graphicFrame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170473474" sldId="273"/>
            <ac:graphicFrameMk id="5" creationId="{2C28D04D-5E7F-6552-5029-0B3A4CC8E15D}"/>
          </ac:graphicFrameMkLst>
        </pc:graphicFrame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170473474" sldId="273"/>
            <ac:graphicFrameMk id="10" creationId="{97663977-DD74-400F-290D-E1D9ACA995C5}"/>
          </ac:graphicFrameMkLst>
        </pc:graphicFrame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170473474" sldId="273"/>
            <ac:graphicFrameMk id="12" creationId="{9F3635B4-1782-67F7-824C-155FBE35E217}"/>
          </ac:graphicFrameMkLst>
        </pc:graphicFrame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170473474" sldId="273"/>
            <ac:graphicFrameMk id="14" creationId="{0F732E3E-6496-1404-E9EA-3CE496E85834}"/>
          </ac:graphicFrameMkLst>
        </pc:graphicFrameChg>
        <pc:picChg chg="del mod">
          <ac:chgData name="Ogburn, Sarah E" userId="c40d2df0-46c9-4be9-b5a6-5c158e399904" providerId="ADAL" clId="{ED94499B-9423-414A-A05A-5CD75CBE0E94}" dt="2024-06-10T23:32:07.333" v="1007" actId="478"/>
          <ac:picMkLst>
            <pc:docMk/>
            <pc:sldMk cId="1170473474" sldId="273"/>
            <ac:picMk id="6" creationId="{00000000-0000-0000-0000-000000000000}"/>
          </ac:picMkLst>
        </pc:picChg>
        <pc:picChg chg="del mod">
          <ac:chgData name="Ogburn, Sarah E" userId="c40d2df0-46c9-4be9-b5a6-5c158e399904" providerId="ADAL" clId="{ED94499B-9423-414A-A05A-5CD75CBE0E94}" dt="2024-06-10T23:30:49.096" v="979" actId="478"/>
          <ac:picMkLst>
            <pc:docMk/>
            <pc:sldMk cId="1170473474" sldId="273"/>
            <ac:picMk id="8" creationId="{00000000-0000-0000-0000-000000000000}"/>
          </ac:picMkLst>
        </pc:picChg>
        <pc:picChg chg="del mod">
          <ac:chgData name="Ogburn, Sarah E" userId="c40d2df0-46c9-4be9-b5a6-5c158e399904" providerId="ADAL" clId="{ED94499B-9423-414A-A05A-5CD75CBE0E94}" dt="2024-06-10T23:32:41.410" v="1015" actId="478"/>
          <ac:picMkLst>
            <pc:docMk/>
            <pc:sldMk cId="1170473474" sldId="273"/>
            <ac:picMk id="9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8:57.610" v="3259"/>
          <ac:picMkLst>
            <pc:docMk/>
            <pc:sldMk cId="1170473474" sldId="273"/>
            <ac:picMk id="9" creationId="{04BCBCE5-8486-A033-3287-B5E416832385}"/>
          </ac:picMkLst>
        </pc:picChg>
        <pc:picChg chg="mod">
          <ac:chgData name="Ogburn, Sarah E" userId="c40d2df0-46c9-4be9-b5a6-5c158e399904" providerId="ADAL" clId="{ED94499B-9423-414A-A05A-5CD75CBE0E94}" dt="2024-06-14T00:58:57.610" v="3259"/>
          <ac:picMkLst>
            <pc:docMk/>
            <pc:sldMk cId="1170473474" sldId="273"/>
            <ac:picMk id="17" creationId="{A16BAC9A-DE40-0FC6-8187-FF67E84D1DF3}"/>
          </ac:picMkLst>
        </pc:picChg>
        <pc:picChg chg="mod">
          <ac:chgData name="Ogburn, Sarah E" userId="c40d2df0-46c9-4be9-b5a6-5c158e399904" providerId="ADAL" clId="{ED94499B-9423-414A-A05A-5CD75CBE0E94}" dt="2024-06-14T00:58:57.610" v="3259"/>
          <ac:picMkLst>
            <pc:docMk/>
            <pc:sldMk cId="1170473474" sldId="273"/>
            <ac:picMk id="18" creationId="{183EC480-E768-8BBE-D8C0-DF61C5CFE66C}"/>
          </ac:picMkLst>
        </pc:picChg>
        <pc:picChg chg="del mod">
          <ac:chgData name="Ogburn, Sarah E" userId="c40d2df0-46c9-4be9-b5a6-5c158e399904" providerId="ADAL" clId="{ED94499B-9423-414A-A05A-5CD75CBE0E94}" dt="2024-06-10T23:55:42.569" v="1385" actId="478"/>
          <ac:picMkLst>
            <pc:docMk/>
            <pc:sldMk cId="1170473474" sldId="273"/>
            <ac:picMk id="1026" creationId="{00000000-0000-0000-0000-000000000000}"/>
          </ac:picMkLst>
        </pc:picChg>
        <pc:picChg chg="del mod">
          <ac:chgData name="Ogburn, Sarah E" userId="c40d2df0-46c9-4be9-b5a6-5c158e399904" providerId="ADAL" clId="{ED94499B-9423-414A-A05A-5CD75CBE0E94}" dt="2024-06-10T23:56:27.836" v="1401" actId="478"/>
          <ac:picMkLst>
            <pc:docMk/>
            <pc:sldMk cId="1170473474" sldId="273"/>
            <ac:picMk id="4098" creationId="{00000000-0000-0000-0000-000000000000}"/>
          </ac:picMkLst>
        </pc:picChg>
      </pc:sldChg>
      <pc:sldChg chg="addSp modSp mod">
        <pc:chgData name="Ogburn, Sarah E" userId="c40d2df0-46c9-4be9-b5a6-5c158e399904" providerId="ADAL" clId="{ED94499B-9423-414A-A05A-5CD75CBE0E94}" dt="2024-06-14T00:59:00.241" v="3260"/>
        <pc:sldMkLst>
          <pc:docMk/>
          <pc:sldMk cId="1155080502" sldId="274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155080502" sldId="274"/>
            <ac:spMk id="2" creationId="{938EA1DE-03B6-6413-0E8A-96250C979BBD}"/>
          </ac:spMkLst>
        </pc:spChg>
        <pc:spChg chg="mod">
          <ac:chgData name="Ogburn, Sarah E" userId="c40d2df0-46c9-4be9-b5a6-5c158e399904" providerId="ADAL" clId="{ED94499B-9423-414A-A05A-5CD75CBE0E94}" dt="2024-06-14T00:59:00.241" v="3260"/>
          <ac:spMkLst>
            <pc:docMk/>
            <pc:sldMk cId="1155080502" sldId="274"/>
            <ac:spMk id="6" creationId="{5AD4A530-339B-3FBF-FC2C-D46F461EAB10}"/>
          </ac:spMkLst>
        </pc:spChg>
        <pc:grpChg chg="add mod">
          <ac:chgData name="Ogburn, Sarah E" userId="c40d2df0-46c9-4be9-b5a6-5c158e399904" providerId="ADAL" clId="{ED94499B-9423-414A-A05A-5CD75CBE0E94}" dt="2024-06-14T00:59:00.241" v="3260"/>
          <ac:grpSpMkLst>
            <pc:docMk/>
            <pc:sldMk cId="1155080502" sldId="274"/>
            <ac:grpSpMk id="3" creationId="{8486B86E-63A5-C8AB-D9DF-DC5832BF3EE8}"/>
          </ac:grpSpMkLst>
        </pc:grpChg>
        <pc:grpChg chg="mod">
          <ac:chgData name="Ogburn, Sarah E" userId="c40d2df0-46c9-4be9-b5a6-5c158e399904" providerId="ADAL" clId="{ED94499B-9423-414A-A05A-5CD75CBE0E94}" dt="2024-06-14T00:59:00.241" v="3260"/>
          <ac:grpSpMkLst>
            <pc:docMk/>
            <pc:sldMk cId="1155080502" sldId="274"/>
            <ac:grpSpMk id="7" creationId="{36F7D9A2-DB2F-2C48-CF41-4A435FAD77BD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1155080502" sldId="274"/>
            <ac:picMk id="4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1155080502" sldId="274"/>
            <ac:picMk id="5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9:00.241" v="3260"/>
          <ac:picMkLst>
            <pc:docMk/>
            <pc:sldMk cId="1155080502" sldId="274"/>
            <ac:picMk id="8" creationId="{B037EB85-75C4-A165-F763-7CABEAEBA68B}"/>
          </ac:picMkLst>
        </pc:picChg>
        <pc:picChg chg="mod">
          <ac:chgData name="Ogburn, Sarah E" userId="c40d2df0-46c9-4be9-b5a6-5c158e399904" providerId="ADAL" clId="{ED94499B-9423-414A-A05A-5CD75CBE0E94}" dt="2024-06-14T00:59:00.241" v="3260"/>
          <ac:picMkLst>
            <pc:docMk/>
            <pc:sldMk cId="1155080502" sldId="274"/>
            <ac:picMk id="9" creationId="{F6BEFAD3-E3D7-D313-B6E7-FD4F91E81F5A}"/>
          </ac:picMkLst>
        </pc:picChg>
        <pc:picChg chg="mod">
          <ac:chgData name="Ogburn, Sarah E" userId="c40d2df0-46c9-4be9-b5a6-5c158e399904" providerId="ADAL" clId="{ED94499B-9423-414A-A05A-5CD75CBE0E94}" dt="2024-06-14T00:59:00.241" v="3260"/>
          <ac:picMkLst>
            <pc:docMk/>
            <pc:sldMk cId="1155080502" sldId="274"/>
            <ac:picMk id="10" creationId="{A48A804D-ED68-7EA5-B5FA-A356A4AF6853}"/>
          </ac:picMkLst>
        </pc:picChg>
      </pc:sldChg>
      <pc:sldChg chg="addSp delSp modSp mod chgLayout">
        <pc:chgData name="Ogburn, Sarah E" userId="c40d2df0-46c9-4be9-b5a6-5c158e399904" providerId="ADAL" clId="{ED94499B-9423-414A-A05A-5CD75CBE0E94}" dt="2024-06-14T00:58:47.591" v="3256"/>
        <pc:sldMkLst>
          <pc:docMk/>
          <pc:sldMk cId="655134555" sldId="276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655134555" sldId="276"/>
            <ac:spMk id="2" creationId="{3A764D2E-36EE-A6A4-C8D6-1E66E9346DF2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655134555" sldId="276"/>
            <ac:spMk id="3" creationId="{2C00D387-EB26-1D98-3A9E-8B2A40DA0ACE}"/>
          </ac:spMkLst>
        </pc:spChg>
        <pc:spChg chg="mod">
          <ac:chgData name="Ogburn, Sarah E" userId="c40d2df0-46c9-4be9-b5a6-5c158e399904" providerId="ADAL" clId="{ED94499B-9423-414A-A05A-5CD75CBE0E94}" dt="2024-06-14T00:58:47.591" v="3256"/>
          <ac:spMkLst>
            <pc:docMk/>
            <pc:sldMk cId="655134555" sldId="276"/>
            <ac:spMk id="6" creationId="{803B87B2-59AE-7B4E-9176-E17482B6F3CF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655134555" sldId="276"/>
            <ac:spMk id="7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0:58:47.591" v="3256"/>
          <ac:grpSpMkLst>
            <pc:docMk/>
            <pc:sldMk cId="655134555" sldId="276"/>
            <ac:grpSpMk id="4" creationId="{186D0B6C-0482-C11B-6F8B-C19A2F0E6E2D}"/>
          </ac:grpSpMkLst>
        </pc:grpChg>
        <pc:grpChg chg="mod">
          <ac:chgData name="Ogburn, Sarah E" userId="c40d2df0-46c9-4be9-b5a6-5c158e399904" providerId="ADAL" clId="{ED94499B-9423-414A-A05A-5CD75CBE0E94}" dt="2024-06-14T00:58:47.591" v="3256"/>
          <ac:grpSpMkLst>
            <pc:docMk/>
            <pc:sldMk cId="655134555" sldId="276"/>
            <ac:grpSpMk id="8" creationId="{F5F0EC8A-68BA-21A9-55B0-62C372A5EB91}"/>
          </ac:grpSpMkLst>
        </pc:grp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655134555" sldId="276"/>
            <ac:graphicFrameMk id="5" creationId="{7DC0D0BE-BAC3-A273-8CB0-B6D63C2107C8}"/>
          </ac:graphicFrameMkLst>
        </pc:graphicFrameChg>
        <pc:picChg chg="del mod">
          <ac:chgData name="Ogburn, Sarah E" userId="c40d2df0-46c9-4be9-b5a6-5c158e399904" providerId="ADAL" clId="{ED94499B-9423-414A-A05A-5CD75CBE0E94}" dt="2024-06-10T23:20:58.544" v="815" actId="478"/>
          <ac:picMkLst>
            <pc:docMk/>
            <pc:sldMk cId="655134555" sldId="276"/>
            <ac:picMk id="4" creationId="{00000000-0000-0000-0000-000000000000}"/>
          </ac:picMkLst>
        </pc:picChg>
        <pc:picChg chg="del mod">
          <ac:chgData name="Ogburn, Sarah E" userId="c40d2df0-46c9-4be9-b5a6-5c158e399904" providerId="ADAL" clId="{ED94499B-9423-414A-A05A-5CD75CBE0E94}" dt="2024-06-10T23:21:01.493" v="816" actId="478"/>
          <ac:picMkLst>
            <pc:docMk/>
            <pc:sldMk cId="655134555" sldId="276"/>
            <ac:picMk id="9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8:47.591" v="3256"/>
          <ac:picMkLst>
            <pc:docMk/>
            <pc:sldMk cId="655134555" sldId="276"/>
            <ac:picMk id="9" creationId="{8EDAE293-85B6-B802-1C0B-1DA9D2950264}"/>
          </ac:picMkLst>
        </pc:picChg>
        <pc:picChg chg="mod">
          <ac:chgData name="Ogburn, Sarah E" userId="c40d2df0-46c9-4be9-b5a6-5c158e399904" providerId="ADAL" clId="{ED94499B-9423-414A-A05A-5CD75CBE0E94}" dt="2024-06-14T00:58:47.591" v="3256"/>
          <ac:picMkLst>
            <pc:docMk/>
            <pc:sldMk cId="655134555" sldId="276"/>
            <ac:picMk id="10" creationId="{63278037-C3B8-35EE-3675-57EC3BF6992F}"/>
          </ac:picMkLst>
        </pc:picChg>
        <pc:picChg chg="mod">
          <ac:chgData name="Ogburn, Sarah E" userId="c40d2df0-46c9-4be9-b5a6-5c158e399904" providerId="ADAL" clId="{ED94499B-9423-414A-A05A-5CD75CBE0E94}" dt="2024-06-14T00:58:47.591" v="3256"/>
          <ac:picMkLst>
            <pc:docMk/>
            <pc:sldMk cId="655134555" sldId="276"/>
            <ac:picMk id="11" creationId="{E9277846-0326-AAF0-855C-F95C73BFA324}"/>
          </ac:picMkLst>
        </pc:picChg>
      </pc:sldChg>
      <pc:sldChg chg="addSp delSp modSp mod chgLayout">
        <pc:chgData name="Ogburn, Sarah E" userId="c40d2df0-46c9-4be9-b5a6-5c158e399904" providerId="ADAL" clId="{ED94499B-9423-414A-A05A-5CD75CBE0E94}" dt="2024-06-14T00:58:54.390" v="3258"/>
        <pc:sldMkLst>
          <pc:docMk/>
          <pc:sldMk cId="1713740495" sldId="277"/>
        </pc:sldMkLst>
        <pc:spChg chg="add del mod">
          <ac:chgData name="Ogburn, Sarah E" userId="c40d2df0-46c9-4be9-b5a6-5c158e399904" providerId="ADAL" clId="{ED94499B-9423-414A-A05A-5CD75CBE0E94}" dt="2024-06-10T23:28:25.378" v="951" actId="478"/>
          <ac:spMkLst>
            <pc:docMk/>
            <pc:sldMk cId="1713740495" sldId="277"/>
            <ac:spMk id="2" creationId="{9EE7BF84-BAAA-D3CB-AC68-CEBEA5985C35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713740495" sldId="277"/>
            <ac:spMk id="3" creationId="{12BB3D74-ACFB-715F-3D4E-DF4A8FD8702C}"/>
          </ac:spMkLst>
        </pc:spChg>
        <pc:spChg chg="mod">
          <ac:chgData name="Ogburn, Sarah E" userId="c40d2df0-46c9-4be9-b5a6-5c158e399904" providerId="ADAL" clId="{ED94499B-9423-414A-A05A-5CD75CBE0E94}" dt="2024-06-14T00:58:54.390" v="3258"/>
          <ac:spMkLst>
            <pc:docMk/>
            <pc:sldMk cId="1713740495" sldId="277"/>
            <ac:spMk id="4" creationId="{EA0A7E6F-4852-E50F-B89C-C97D13D02C1F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713740495" sldId="277"/>
            <ac:spMk id="5" creationId="{5A71DAD0-A56C-49B3-7CFF-E3690C9C9C2C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713740495" sldId="277"/>
            <ac:spMk id="7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0:58:54.390" v="3258"/>
          <ac:grpSpMkLst>
            <pc:docMk/>
            <pc:sldMk cId="1713740495" sldId="277"/>
            <ac:grpSpMk id="2" creationId="{6AD2E1BD-3111-8C8C-72BB-4E72802CDFB7}"/>
          </ac:grpSpMkLst>
        </pc:grpChg>
        <pc:grpChg chg="mod">
          <ac:chgData name="Ogburn, Sarah E" userId="c40d2df0-46c9-4be9-b5a6-5c158e399904" providerId="ADAL" clId="{ED94499B-9423-414A-A05A-5CD75CBE0E94}" dt="2024-06-14T00:58:54.390" v="3258"/>
          <ac:grpSpMkLst>
            <pc:docMk/>
            <pc:sldMk cId="1713740495" sldId="277"/>
            <ac:grpSpMk id="8" creationId="{A2CD8C07-E899-6052-2E5D-F726242026E7}"/>
          </ac:grpSpMkLst>
        </pc:grp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1713740495" sldId="277"/>
            <ac:graphicFrameMk id="6" creationId="{3C4241C7-835B-0BFA-D6A0-5CB3FEE372C7}"/>
          </ac:graphicFrameMkLst>
        </pc:graphicFrameChg>
        <pc:picChg chg="del mod">
          <ac:chgData name="Ogburn, Sarah E" userId="c40d2df0-46c9-4be9-b5a6-5c158e399904" providerId="ADAL" clId="{ED94499B-9423-414A-A05A-5CD75CBE0E94}" dt="2024-06-10T23:28:15.121" v="947" actId="478"/>
          <ac:picMkLst>
            <pc:docMk/>
            <pc:sldMk cId="1713740495" sldId="277"/>
            <ac:picMk id="4" creationId="{00000000-0000-0000-0000-000000000000}"/>
          </ac:picMkLst>
        </pc:picChg>
        <pc:picChg chg="del mod">
          <ac:chgData name="Ogburn, Sarah E" userId="c40d2df0-46c9-4be9-b5a6-5c158e399904" providerId="ADAL" clId="{ED94499B-9423-414A-A05A-5CD75CBE0E94}" dt="2024-06-10T23:28:16.109" v="948" actId="478"/>
          <ac:picMkLst>
            <pc:docMk/>
            <pc:sldMk cId="1713740495" sldId="277"/>
            <ac:picMk id="9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8:54.390" v="3258"/>
          <ac:picMkLst>
            <pc:docMk/>
            <pc:sldMk cId="1713740495" sldId="277"/>
            <ac:picMk id="9" creationId="{E5505C18-90A3-A514-C4C9-9C901A4E2330}"/>
          </ac:picMkLst>
        </pc:picChg>
        <pc:picChg chg="mod">
          <ac:chgData name="Ogburn, Sarah E" userId="c40d2df0-46c9-4be9-b5a6-5c158e399904" providerId="ADAL" clId="{ED94499B-9423-414A-A05A-5CD75CBE0E94}" dt="2024-06-14T00:58:54.390" v="3258"/>
          <ac:picMkLst>
            <pc:docMk/>
            <pc:sldMk cId="1713740495" sldId="277"/>
            <ac:picMk id="10" creationId="{8C972DFE-E93F-221C-B76C-3DEC2C5A6D57}"/>
          </ac:picMkLst>
        </pc:picChg>
        <pc:picChg chg="mod">
          <ac:chgData name="Ogburn, Sarah E" userId="c40d2df0-46c9-4be9-b5a6-5c158e399904" providerId="ADAL" clId="{ED94499B-9423-414A-A05A-5CD75CBE0E94}" dt="2024-06-14T00:58:54.390" v="3258"/>
          <ac:picMkLst>
            <pc:docMk/>
            <pc:sldMk cId="1713740495" sldId="277"/>
            <ac:picMk id="11" creationId="{278106B0-9BAD-CE60-FB09-FC2BE5A6A562}"/>
          </ac:picMkLst>
        </pc:picChg>
      </pc:sldChg>
      <pc:sldChg chg="addSp modSp mod">
        <pc:chgData name="Ogburn, Sarah E" userId="c40d2df0-46c9-4be9-b5a6-5c158e399904" providerId="ADAL" clId="{ED94499B-9423-414A-A05A-5CD75CBE0E94}" dt="2024-06-14T00:58:21.787" v="3248"/>
        <pc:sldMkLst>
          <pc:docMk/>
          <pc:sldMk cId="2935284157" sldId="279"/>
        </pc:sldMkLst>
        <pc:spChg chg="mod">
          <ac:chgData name="Ogburn, Sarah E" userId="c40d2df0-46c9-4be9-b5a6-5c158e399904" providerId="ADAL" clId="{ED94499B-9423-414A-A05A-5CD75CBE0E94}" dt="2024-06-14T00:58:21.787" v="3248"/>
          <ac:spMkLst>
            <pc:docMk/>
            <pc:sldMk cId="2935284157" sldId="279"/>
            <ac:spMk id="7" creationId="{4102B31C-BF98-F0E4-D142-8972FAF45B34}"/>
          </ac:spMkLst>
        </pc:spChg>
        <pc:grpChg chg="add mod">
          <ac:chgData name="Ogburn, Sarah E" userId="c40d2df0-46c9-4be9-b5a6-5c158e399904" providerId="ADAL" clId="{ED94499B-9423-414A-A05A-5CD75CBE0E94}" dt="2024-06-14T00:58:21.787" v="3248"/>
          <ac:grpSpMkLst>
            <pc:docMk/>
            <pc:sldMk cId="2935284157" sldId="279"/>
            <ac:grpSpMk id="6" creationId="{AD11E3C2-17BD-335C-17F3-E34B4B25122C}"/>
          </ac:grpSpMkLst>
        </pc:grpChg>
        <pc:grpChg chg="mod">
          <ac:chgData name="Ogburn, Sarah E" userId="c40d2df0-46c9-4be9-b5a6-5c158e399904" providerId="ADAL" clId="{ED94499B-9423-414A-A05A-5CD75CBE0E94}" dt="2024-06-14T00:58:21.787" v="3248"/>
          <ac:grpSpMkLst>
            <pc:docMk/>
            <pc:sldMk cId="2935284157" sldId="279"/>
            <ac:grpSpMk id="8" creationId="{DCF3BFDF-A122-D881-900F-87561B49E696}"/>
          </ac:grpSpMkLst>
        </pc:grpChg>
        <pc:picChg chg="add mod">
          <ac:chgData name="Ogburn, Sarah E" userId="c40d2df0-46c9-4be9-b5a6-5c158e399904" providerId="ADAL" clId="{ED94499B-9423-414A-A05A-5CD75CBE0E94}" dt="2024-06-14T00:57:43.200" v="3243" actId="1076"/>
          <ac:picMkLst>
            <pc:docMk/>
            <pc:sldMk cId="2935284157" sldId="279"/>
            <ac:picMk id="2" creationId="{73202E63-0ABD-1FF0-CA5D-9F990D4E0910}"/>
          </ac:picMkLst>
        </pc:picChg>
        <pc:picChg chg="mod">
          <ac:chgData name="Ogburn, Sarah E" userId="c40d2df0-46c9-4be9-b5a6-5c158e399904" providerId="ADAL" clId="{ED94499B-9423-414A-A05A-5CD75CBE0E94}" dt="2024-06-14T00:57:49.866" v="3246" actId="1076"/>
          <ac:picMkLst>
            <pc:docMk/>
            <pc:sldMk cId="2935284157" sldId="279"/>
            <ac:picMk id="3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7:47.828" v="3245" actId="1076"/>
          <ac:picMkLst>
            <pc:docMk/>
            <pc:sldMk cId="2935284157" sldId="279"/>
            <ac:picMk id="4" creationId="{00000000-0000-0000-0000-000000000000}"/>
          </ac:picMkLst>
        </pc:picChg>
        <pc:picChg chg="add mod">
          <ac:chgData name="Ogburn, Sarah E" userId="c40d2df0-46c9-4be9-b5a6-5c158e399904" providerId="ADAL" clId="{ED94499B-9423-414A-A05A-5CD75CBE0E94}" dt="2024-06-14T00:57:38.492" v="3242" actId="14100"/>
          <ac:picMkLst>
            <pc:docMk/>
            <pc:sldMk cId="2935284157" sldId="279"/>
            <ac:picMk id="5" creationId="{2B3757CD-5EA3-5857-F119-B01AC88C3F89}"/>
          </ac:picMkLst>
        </pc:picChg>
        <pc:picChg chg="mod">
          <ac:chgData name="Ogburn, Sarah E" userId="c40d2df0-46c9-4be9-b5a6-5c158e399904" providerId="ADAL" clId="{ED94499B-9423-414A-A05A-5CD75CBE0E94}" dt="2024-06-14T00:58:21.787" v="3248"/>
          <ac:picMkLst>
            <pc:docMk/>
            <pc:sldMk cId="2935284157" sldId="279"/>
            <ac:picMk id="9" creationId="{F0A0607A-BDD6-D238-E432-A91E3D6534C9}"/>
          </ac:picMkLst>
        </pc:picChg>
        <pc:picChg chg="mod">
          <ac:chgData name="Ogburn, Sarah E" userId="c40d2df0-46c9-4be9-b5a6-5c158e399904" providerId="ADAL" clId="{ED94499B-9423-414A-A05A-5CD75CBE0E94}" dt="2024-06-14T00:58:21.787" v="3248"/>
          <ac:picMkLst>
            <pc:docMk/>
            <pc:sldMk cId="2935284157" sldId="279"/>
            <ac:picMk id="10" creationId="{C90E40AB-508E-9DBA-8A75-2CBAC082222B}"/>
          </ac:picMkLst>
        </pc:picChg>
        <pc:picChg chg="mod">
          <ac:chgData name="Ogburn, Sarah E" userId="c40d2df0-46c9-4be9-b5a6-5c158e399904" providerId="ADAL" clId="{ED94499B-9423-414A-A05A-5CD75CBE0E94}" dt="2024-06-14T00:58:21.787" v="3248"/>
          <ac:picMkLst>
            <pc:docMk/>
            <pc:sldMk cId="2935284157" sldId="279"/>
            <ac:picMk id="11" creationId="{35A17CA9-4FD9-DBAC-D83B-297702A66CAB}"/>
          </ac:picMkLst>
        </pc:picChg>
      </pc:sldChg>
      <pc:sldChg chg="addSp delSp modSp mod">
        <pc:chgData name="Ogburn, Sarah E" userId="c40d2df0-46c9-4be9-b5a6-5c158e399904" providerId="ADAL" clId="{ED94499B-9423-414A-A05A-5CD75CBE0E94}" dt="2024-06-14T00:58:31.430" v="3251"/>
        <pc:sldMkLst>
          <pc:docMk/>
          <pc:sldMk cId="3614728833" sldId="280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614728833" sldId="280"/>
            <ac:spMk id="2" creationId="{FA137820-4480-C268-9EF0-C1302F824944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614728833" sldId="280"/>
            <ac:spMk id="5" creationId="{D2CC6943-E959-0A21-3F52-75719CB8A88E}"/>
          </ac:spMkLst>
        </pc:spChg>
        <pc:spChg chg="mod">
          <ac:chgData name="Ogburn, Sarah E" userId="c40d2df0-46c9-4be9-b5a6-5c158e399904" providerId="ADAL" clId="{ED94499B-9423-414A-A05A-5CD75CBE0E94}" dt="2024-06-14T00:58:31.430" v="3251"/>
          <ac:spMkLst>
            <pc:docMk/>
            <pc:sldMk cId="3614728833" sldId="280"/>
            <ac:spMk id="6" creationId="{6D8A8778-A3F3-911D-642D-A4758E938AD1}"/>
          </ac:spMkLst>
        </pc:spChg>
        <pc:spChg chg="del mod">
          <ac:chgData name="Ogburn, Sarah E" userId="c40d2df0-46c9-4be9-b5a6-5c158e399904" providerId="ADAL" clId="{ED94499B-9423-414A-A05A-5CD75CBE0E94}" dt="2024-06-10T23:52:17.902" v="1340" actId="478"/>
          <ac:spMkLst>
            <pc:docMk/>
            <pc:sldMk cId="3614728833" sldId="280"/>
            <ac:spMk id="8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0:58:31.430" v="3251"/>
          <ac:grpSpMkLst>
            <pc:docMk/>
            <pc:sldMk cId="3614728833" sldId="280"/>
            <ac:grpSpMk id="3" creationId="{77AD2D0F-B74B-04D7-44AA-5E565F6C4507}"/>
          </ac:grpSpMkLst>
        </pc:grpChg>
        <pc:grpChg chg="mod">
          <ac:chgData name="Ogburn, Sarah E" userId="c40d2df0-46c9-4be9-b5a6-5c158e399904" providerId="ADAL" clId="{ED94499B-9423-414A-A05A-5CD75CBE0E94}" dt="2024-06-14T00:58:31.430" v="3251"/>
          <ac:grpSpMkLst>
            <pc:docMk/>
            <pc:sldMk cId="3614728833" sldId="280"/>
            <ac:grpSpMk id="7" creationId="{356269C4-FCD0-8619-99FF-0402D3AD047D}"/>
          </ac:grpSpMkLst>
        </pc:grpChg>
        <pc:graphicFrameChg chg="add del mod">
          <ac:chgData name="Ogburn, Sarah E" userId="c40d2df0-46c9-4be9-b5a6-5c158e399904" providerId="ADAL" clId="{ED94499B-9423-414A-A05A-5CD75CBE0E94}" dt="2024-06-10T23:47:05.092" v="1212" actId="478"/>
          <ac:graphicFrameMkLst>
            <pc:docMk/>
            <pc:sldMk cId="3614728833" sldId="280"/>
            <ac:graphicFrameMk id="3" creationId="{4DEAFE07-23C7-B045-EBB1-851916A1D4E3}"/>
          </ac:graphicFrameMkLst>
        </pc:graphicFrame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3614728833" sldId="280"/>
            <ac:graphicFrameMk id="4" creationId="{AA4B65AD-4013-3AA4-EC06-FCD802E3CCF6}"/>
          </ac:graphicFrameMkLst>
        </pc:graphicFrameChg>
        <pc:picChg chg="mod">
          <ac:chgData name="Ogburn, Sarah E" userId="c40d2df0-46c9-4be9-b5a6-5c158e399904" providerId="ADAL" clId="{ED94499B-9423-414A-A05A-5CD75CBE0E94}" dt="2024-06-14T00:58:31.430" v="3251"/>
          <ac:picMkLst>
            <pc:docMk/>
            <pc:sldMk cId="3614728833" sldId="280"/>
            <ac:picMk id="8" creationId="{8AD51211-B5A4-5C56-F143-1C9B1308391B}"/>
          </ac:picMkLst>
        </pc:picChg>
        <pc:picChg chg="mod">
          <ac:chgData name="Ogburn, Sarah E" userId="c40d2df0-46c9-4be9-b5a6-5c158e399904" providerId="ADAL" clId="{ED94499B-9423-414A-A05A-5CD75CBE0E94}" dt="2024-06-14T00:58:31.430" v="3251"/>
          <ac:picMkLst>
            <pc:docMk/>
            <pc:sldMk cId="3614728833" sldId="280"/>
            <ac:picMk id="9" creationId="{25DA1AA1-315D-C142-3C50-673A80AE0D03}"/>
          </ac:picMkLst>
        </pc:picChg>
        <pc:picChg chg="mod">
          <ac:chgData name="Ogburn, Sarah E" userId="c40d2df0-46c9-4be9-b5a6-5c158e399904" providerId="ADAL" clId="{ED94499B-9423-414A-A05A-5CD75CBE0E94}" dt="2024-06-14T00:58:31.430" v="3251"/>
          <ac:picMkLst>
            <pc:docMk/>
            <pc:sldMk cId="3614728833" sldId="280"/>
            <ac:picMk id="10" creationId="{995A65D3-5D12-1C84-4121-89295A08C561}"/>
          </ac:picMkLst>
        </pc:picChg>
        <pc:picChg chg="del">
          <ac:chgData name="Ogburn, Sarah E" userId="c40d2df0-46c9-4be9-b5a6-5c158e399904" providerId="ADAL" clId="{ED94499B-9423-414A-A05A-5CD75CBE0E94}" dt="2024-06-10T23:52:15.968" v="1339" actId="478"/>
          <ac:picMkLst>
            <pc:docMk/>
            <pc:sldMk cId="3614728833" sldId="280"/>
            <ac:picMk id="4098" creationId="{00000000-0000-0000-0000-000000000000}"/>
          </ac:picMkLst>
        </pc:picChg>
      </pc:sldChg>
      <pc:sldChg chg="addSp delSp modSp mod">
        <pc:chgData name="Ogburn, Sarah E" userId="c40d2df0-46c9-4be9-b5a6-5c158e399904" providerId="ADAL" clId="{ED94499B-9423-414A-A05A-5CD75CBE0E94}" dt="2024-06-14T00:58:35.328" v="3252"/>
        <pc:sldMkLst>
          <pc:docMk/>
          <pc:sldMk cId="2913302837" sldId="282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913302837" sldId="282"/>
            <ac:spMk id="3" creationId="{CA3A09C4-151B-5EE4-3E38-BDB9C0A1AAE2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913302837" sldId="282"/>
            <ac:spMk id="5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913302837" sldId="282"/>
            <ac:spMk id="6" creationId="{AF0F35BE-2C41-5343-BE31-928402A900C7}"/>
          </ac:spMkLst>
        </pc:spChg>
        <pc:spChg chg="del">
          <ac:chgData name="Ogburn, Sarah E" userId="c40d2df0-46c9-4be9-b5a6-5c158e399904" providerId="ADAL" clId="{ED94499B-9423-414A-A05A-5CD75CBE0E94}" dt="2024-06-10T23:46:03.578" v="1204" actId="478"/>
          <ac:spMkLst>
            <pc:docMk/>
            <pc:sldMk cId="2913302837" sldId="282"/>
            <ac:spMk id="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913302837" sldId="282"/>
            <ac:spMk id="8" creationId="{00000000-0000-0000-0000-000000000000}"/>
          </ac:spMkLst>
        </pc:spChg>
        <pc:spChg chg="del">
          <ac:chgData name="Ogburn, Sarah E" userId="c40d2df0-46c9-4be9-b5a6-5c158e399904" providerId="ADAL" clId="{ED94499B-9423-414A-A05A-5CD75CBE0E94}" dt="2024-06-10T23:46:03.578" v="1204" actId="478"/>
          <ac:spMkLst>
            <pc:docMk/>
            <pc:sldMk cId="2913302837" sldId="282"/>
            <ac:spMk id="9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8:35.328" v="3252"/>
          <ac:spMkLst>
            <pc:docMk/>
            <pc:sldMk cId="2913302837" sldId="282"/>
            <ac:spMk id="9" creationId="{51DE7D32-58A4-0F4C-4DC8-565933270722}"/>
          </ac:spMkLst>
        </pc:spChg>
        <pc:grpChg chg="add mod">
          <ac:chgData name="Ogburn, Sarah E" userId="c40d2df0-46c9-4be9-b5a6-5c158e399904" providerId="ADAL" clId="{ED94499B-9423-414A-A05A-5CD75CBE0E94}" dt="2024-06-14T00:58:35.328" v="3252"/>
          <ac:grpSpMkLst>
            <pc:docMk/>
            <pc:sldMk cId="2913302837" sldId="282"/>
            <ac:grpSpMk id="7" creationId="{6EA4E473-42D0-F5B0-1977-2775FA8C454D}"/>
          </ac:grpSpMkLst>
        </pc:grpChg>
        <pc:grpChg chg="mod">
          <ac:chgData name="Ogburn, Sarah E" userId="c40d2df0-46c9-4be9-b5a6-5c158e399904" providerId="ADAL" clId="{ED94499B-9423-414A-A05A-5CD75CBE0E94}" dt="2024-06-14T00:58:35.328" v="3252"/>
          <ac:grpSpMkLst>
            <pc:docMk/>
            <pc:sldMk cId="2913302837" sldId="282"/>
            <ac:grpSpMk id="10" creationId="{A3928553-32E9-FD46-E2DA-844C300E0B3A}"/>
          </ac:grpSpMkLst>
        </pc:grpChg>
        <pc:graphicFrameChg chg="add mod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2913302837" sldId="282"/>
            <ac:graphicFrameMk id="2" creationId="{88C5D577-5869-4CE8-5A52-1EC1BA4D01C9}"/>
          </ac:graphicFrameMkLst>
        </pc:graphicFrameChg>
        <pc:graphicFrameChg chg="add mod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2913302837" sldId="282"/>
            <ac:graphicFrameMk id="4" creationId="{FF5238DD-D1BB-A5E5-001F-4851C58173C5}"/>
          </ac:graphicFrameMkLst>
        </pc:graphicFrameChg>
        <pc:picChg chg="mod">
          <ac:chgData name="Ogburn, Sarah E" userId="c40d2df0-46c9-4be9-b5a6-5c158e399904" providerId="ADAL" clId="{ED94499B-9423-414A-A05A-5CD75CBE0E94}" dt="2024-06-14T00:58:35.328" v="3252"/>
          <ac:picMkLst>
            <pc:docMk/>
            <pc:sldMk cId="2913302837" sldId="282"/>
            <ac:picMk id="11" creationId="{D2264CAA-E689-60D7-5B27-2483489C05BD}"/>
          </ac:picMkLst>
        </pc:picChg>
        <pc:picChg chg="mod">
          <ac:chgData name="Ogburn, Sarah E" userId="c40d2df0-46c9-4be9-b5a6-5c158e399904" providerId="ADAL" clId="{ED94499B-9423-414A-A05A-5CD75CBE0E94}" dt="2024-06-14T00:58:35.328" v="3252"/>
          <ac:picMkLst>
            <pc:docMk/>
            <pc:sldMk cId="2913302837" sldId="282"/>
            <ac:picMk id="12" creationId="{AEB721F4-07D5-07F3-10F2-E797A425BBC8}"/>
          </ac:picMkLst>
        </pc:picChg>
        <pc:picChg chg="mod">
          <ac:chgData name="Ogburn, Sarah E" userId="c40d2df0-46c9-4be9-b5a6-5c158e399904" providerId="ADAL" clId="{ED94499B-9423-414A-A05A-5CD75CBE0E94}" dt="2024-06-14T00:58:35.328" v="3252"/>
          <ac:picMkLst>
            <pc:docMk/>
            <pc:sldMk cId="2913302837" sldId="282"/>
            <ac:picMk id="13" creationId="{066EF592-4563-326A-2FA1-5D184D84ED9D}"/>
          </ac:picMkLst>
        </pc:picChg>
        <pc:picChg chg="del">
          <ac:chgData name="Ogburn, Sarah E" userId="c40d2df0-46c9-4be9-b5a6-5c158e399904" providerId="ADAL" clId="{ED94499B-9423-414A-A05A-5CD75CBE0E94}" dt="2024-06-10T23:46:00.455" v="1203" actId="478"/>
          <ac:picMkLst>
            <pc:docMk/>
            <pc:sldMk cId="2913302837" sldId="282"/>
            <ac:picMk id="1026" creationId="{00000000-0000-0000-0000-000000000000}"/>
          </ac:picMkLst>
        </pc:picChg>
        <pc:picChg chg="del">
          <ac:chgData name="Ogburn, Sarah E" userId="c40d2df0-46c9-4be9-b5a6-5c158e399904" providerId="ADAL" clId="{ED94499B-9423-414A-A05A-5CD75CBE0E94}" dt="2024-06-10T23:52:44.209" v="1359" actId="478"/>
          <ac:picMkLst>
            <pc:docMk/>
            <pc:sldMk cId="2913302837" sldId="282"/>
            <ac:picMk id="4098" creationId="{00000000-0000-0000-0000-000000000000}"/>
          </ac:picMkLst>
        </pc:picChg>
      </pc:sldChg>
      <pc:sldChg chg="addSp delSp modSp mod">
        <pc:chgData name="Ogburn, Sarah E" userId="c40d2df0-46c9-4be9-b5a6-5c158e399904" providerId="ADAL" clId="{ED94499B-9423-414A-A05A-5CD75CBE0E94}" dt="2024-06-14T00:58:42.146" v="3254"/>
        <pc:sldMkLst>
          <pc:docMk/>
          <pc:sldMk cId="2974933959" sldId="283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974933959" sldId="283"/>
            <ac:spMk id="2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974933959" sldId="283"/>
            <ac:spMk id="4" creationId="{39AE9374-D70B-A4E5-9A1D-9FFDD00927E5}"/>
          </ac:spMkLst>
        </pc:spChg>
        <pc:spChg chg="del">
          <ac:chgData name="Ogburn, Sarah E" userId="c40d2df0-46c9-4be9-b5a6-5c158e399904" providerId="ADAL" clId="{ED94499B-9423-414A-A05A-5CD75CBE0E94}" dt="2024-06-10T23:40:57.173" v="1132" actId="478"/>
          <ac:spMkLst>
            <pc:docMk/>
            <pc:sldMk cId="2974933959" sldId="283"/>
            <ac:spMk id="6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8:42.146" v="3254"/>
          <ac:spMkLst>
            <pc:docMk/>
            <pc:sldMk cId="2974933959" sldId="283"/>
            <ac:spMk id="6" creationId="{EF0477CE-60AC-FE84-854C-B41DB8D9BD29}"/>
          </ac:spMkLst>
        </pc:spChg>
        <pc:spChg chg="del">
          <ac:chgData name="Ogburn, Sarah E" userId="c40d2df0-46c9-4be9-b5a6-5c158e399904" providerId="ADAL" clId="{ED94499B-9423-414A-A05A-5CD75CBE0E94}" dt="2024-06-10T23:40:57.727" v="1133" actId="478"/>
          <ac:spMkLst>
            <pc:docMk/>
            <pc:sldMk cId="2974933959" sldId="283"/>
            <ac:spMk id="7" creationId="{00000000-0000-0000-0000-000000000000}"/>
          </ac:spMkLst>
        </pc:spChg>
        <pc:spChg chg="del">
          <ac:chgData name="Ogburn, Sarah E" userId="c40d2df0-46c9-4be9-b5a6-5c158e399904" providerId="ADAL" clId="{ED94499B-9423-414A-A05A-5CD75CBE0E94}" dt="2024-06-10T23:40:56.573" v="1131" actId="478"/>
          <ac:spMkLst>
            <pc:docMk/>
            <pc:sldMk cId="2974933959" sldId="283"/>
            <ac:spMk id="8" creationId="{00000000-0000-0000-0000-000000000000}"/>
          </ac:spMkLst>
        </pc:spChg>
        <pc:spChg chg="del">
          <ac:chgData name="Ogburn, Sarah E" userId="c40d2df0-46c9-4be9-b5a6-5c158e399904" providerId="ADAL" clId="{ED94499B-9423-414A-A05A-5CD75CBE0E94}" dt="2024-06-10T23:40:55.806" v="1130" actId="478"/>
          <ac:spMkLst>
            <pc:docMk/>
            <pc:sldMk cId="2974933959" sldId="283"/>
            <ac:spMk id="10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974933959" sldId="283"/>
            <ac:spMk id="12" creationId="{B4AAEBA1-FABC-F38B-AAA6-6AC8BC5FD767}"/>
          </ac:spMkLst>
        </pc:spChg>
        <pc:grpChg chg="add mod">
          <ac:chgData name="Ogburn, Sarah E" userId="c40d2df0-46c9-4be9-b5a6-5c158e399904" providerId="ADAL" clId="{ED94499B-9423-414A-A05A-5CD75CBE0E94}" dt="2024-06-14T00:58:42.146" v="3254"/>
          <ac:grpSpMkLst>
            <pc:docMk/>
            <pc:sldMk cId="2974933959" sldId="283"/>
            <ac:grpSpMk id="5" creationId="{10C83112-D8DA-3225-132D-4FB40A5525FF}"/>
          </ac:grpSpMkLst>
        </pc:grpChg>
        <pc:grpChg chg="mod">
          <ac:chgData name="Ogburn, Sarah E" userId="c40d2df0-46c9-4be9-b5a6-5c158e399904" providerId="ADAL" clId="{ED94499B-9423-414A-A05A-5CD75CBE0E94}" dt="2024-06-14T00:58:42.146" v="3254"/>
          <ac:grpSpMkLst>
            <pc:docMk/>
            <pc:sldMk cId="2974933959" sldId="283"/>
            <ac:grpSpMk id="7" creationId="{96B91949-8B69-868A-042A-246D4291C721}"/>
          </ac:grpSpMkLst>
        </pc:grp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2974933959" sldId="283"/>
            <ac:graphicFrameMk id="3" creationId="{D125402C-F993-AD83-E9A0-732ED3D362E9}"/>
          </ac:graphicFrameMkLst>
        </pc:graphicFrameChg>
        <pc:graphicFrameChg chg="add del mod">
          <ac:chgData name="Ogburn, Sarah E" userId="c40d2df0-46c9-4be9-b5a6-5c158e399904" providerId="ADAL" clId="{ED94499B-9423-414A-A05A-5CD75CBE0E94}" dt="2024-06-10T23:33:36.653" v="1032" actId="21"/>
          <ac:graphicFrameMkLst>
            <pc:docMk/>
            <pc:sldMk cId="2974933959" sldId="283"/>
            <ac:graphicFrameMk id="5" creationId="{3A1B4A6A-81DD-3ADB-9DD5-5AC1E6089C03}"/>
          </ac:graphicFrameMkLst>
        </pc:graphicFrame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2974933959" sldId="283"/>
            <ac:graphicFrameMk id="11" creationId="{02860DB5-CF70-1DFD-FD60-62A5C110C939}"/>
          </ac:graphicFrameMkLst>
        </pc:graphicFrameChg>
        <pc:graphicFrameChg chg="add del mod modGraphic">
          <ac:chgData name="Ogburn, Sarah E" userId="c40d2df0-46c9-4be9-b5a6-5c158e399904" providerId="ADAL" clId="{ED94499B-9423-414A-A05A-5CD75CBE0E94}" dt="2024-06-10T23:44:26.913" v="1181" actId="478"/>
          <ac:graphicFrameMkLst>
            <pc:docMk/>
            <pc:sldMk cId="2974933959" sldId="283"/>
            <ac:graphicFrameMk id="13" creationId="{71B4995C-7F3C-30A6-1EB2-8A655BFD57BF}"/>
          </ac:graphicFrameMkLst>
        </pc:graphicFrameChg>
        <pc:graphicFrameChg chg="add del mod">
          <ac:chgData name="Ogburn, Sarah E" userId="c40d2df0-46c9-4be9-b5a6-5c158e399904" providerId="ADAL" clId="{ED94499B-9423-414A-A05A-5CD75CBE0E94}" dt="2024-06-10T23:44:40.022" v="1187"/>
          <ac:graphicFrameMkLst>
            <pc:docMk/>
            <pc:sldMk cId="2974933959" sldId="283"/>
            <ac:graphicFrameMk id="14" creationId="{2CB419B5-A56A-7407-7C51-FE2CD78BB939}"/>
          </ac:graphicFrameMkLst>
        </pc:graphicFrameChg>
        <pc:graphicFrameChg chg="add del mod">
          <ac:chgData name="Ogburn, Sarah E" userId="c40d2df0-46c9-4be9-b5a6-5c158e399904" providerId="ADAL" clId="{ED94499B-9423-414A-A05A-5CD75CBE0E94}" dt="2024-06-10T23:44:45.057" v="1190"/>
          <ac:graphicFrameMkLst>
            <pc:docMk/>
            <pc:sldMk cId="2974933959" sldId="283"/>
            <ac:graphicFrameMk id="15" creationId="{EE201185-DE9F-DD53-7E95-1AF48B8C302D}"/>
          </ac:graphicFrameMkLst>
        </pc:graphicFrameChg>
        <pc:graphicFrameChg chg="add del mod">
          <ac:chgData name="Ogburn, Sarah E" userId="c40d2df0-46c9-4be9-b5a6-5c158e399904" providerId="ADAL" clId="{ED94499B-9423-414A-A05A-5CD75CBE0E94}" dt="2024-06-10T23:45:06.577" v="1198"/>
          <ac:graphicFrameMkLst>
            <pc:docMk/>
            <pc:sldMk cId="2974933959" sldId="283"/>
            <ac:graphicFrameMk id="16" creationId="{65D01986-E689-FC1B-0CF3-547BC101650A}"/>
          </ac:graphicFrameMkLst>
        </pc:graphicFrameChg>
        <pc:graphicFrameChg chg="add del mod">
          <ac:chgData name="Ogburn, Sarah E" userId="c40d2df0-46c9-4be9-b5a6-5c158e399904" providerId="ADAL" clId="{ED94499B-9423-414A-A05A-5CD75CBE0E94}" dt="2024-06-10T23:45:04.876" v="1196"/>
          <ac:graphicFrameMkLst>
            <pc:docMk/>
            <pc:sldMk cId="2974933959" sldId="283"/>
            <ac:graphicFrameMk id="17" creationId="{31CD626E-7D1B-FD02-8EE8-08F57934C2FC}"/>
          </ac:graphicFrameMkLst>
        </pc:graphicFrameChg>
        <pc:picChg chg="mod">
          <ac:chgData name="Ogburn, Sarah E" userId="c40d2df0-46c9-4be9-b5a6-5c158e399904" providerId="ADAL" clId="{ED94499B-9423-414A-A05A-5CD75CBE0E94}" dt="2024-06-14T00:58:42.146" v="3254"/>
          <ac:picMkLst>
            <pc:docMk/>
            <pc:sldMk cId="2974933959" sldId="283"/>
            <ac:picMk id="8" creationId="{4F9635E0-E467-DD76-CBA6-4324596F9E7A}"/>
          </ac:picMkLst>
        </pc:picChg>
        <pc:picChg chg="del">
          <ac:chgData name="Ogburn, Sarah E" userId="c40d2df0-46c9-4be9-b5a6-5c158e399904" providerId="ADAL" clId="{ED94499B-9423-414A-A05A-5CD75CBE0E94}" dt="2024-06-10T23:29:42.695" v="965" actId="478"/>
          <ac:picMkLst>
            <pc:docMk/>
            <pc:sldMk cId="2974933959" sldId="283"/>
            <ac:picMk id="9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8:42.146" v="3254"/>
          <ac:picMkLst>
            <pc:docMk/>
            <pc:sldMk cId="2974933959" sldId="283"/>
            <ac:picMk id="9" creationId="{1DAAE8DB-6723-9CFB-A8D7-263436BB0191}"/>
          </ac:picMkLst>
        </pc:picChg>
        <pc:picChg chg="mod">
          <ac:chgData name="Ogburn, Sarah E" userId="c40d2df0-46c9-4be9-b5a6-5c158e399904" providerId="ADAL" clId="{ED94499B-9423-414A-A05A-5CD75CBE0E94}" dt="2024-06-14T00:58:42.146" v="3254"/>
          <ac:picMkLst>
            <pc:docMk/>
            <pc:sldMk cId="2974933959" sldId="283"/>
            <ac:picMk id="10" creationId="{ECD2A6F4-68F4-2532-36A7-2953B3AEC8FA}"/>
          </ac:picMkLst>
        </pc:picChg>
        <pc:picChg chg="del">
          <ac:chgData name="Ogburn, Sarah E" userId="c40d2df0-46c9-4be9-b5a6-5c158e399904" providerId="ADAL" clId="{ED94499B-9423-414A-A05A-5CD75CBE0E94}" dt="2024-06-10T23:40:54.425" v="1129" actId="478"/>
          <ac:picMkLst>
            <pc:docMk/>
            <pc:sldMk cId="2974933959" sldId="283"/>
            <ac:picMk id="1026" creationId="{00000000-0000-0000-0000-000000000000}"/>
          </ac:picMkLst>
        </pc:picChg>
      </pc:sldChg>
      <pc:sldChg chg="addSp delSp modSp mod">
        <pc:chgData name="Ogburn, Sarah E" userId="c40d2df0-46c9-4be9-b5a6-5c158e399904" providerId="ADAL" clId="{ED94499B-9423-414A-A05A-5CD75CBE0E94}" dt="2024-06-14T01:00:48.703" v="3319" actId="1076"/>
        <pc:sldMkLst>
          <pc:docMk/>
          <pc:sldMk cId="281626506" sldId="284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1626506" sldId="284"/>
            <ac:spMk id="3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1626506" sldId="284"/>
            <ac:spMk id="2055" creationId="{00000000-0000-0000-0000-000000000000}"/>
          </ac:spMkLst>
        </pc:s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281626506" sldId="284"/>
            <ac:grpSpMk id="4" creationId="{00000000-0000-0000-0000-000000000000}"/>
          </ac:grpSpMkLst>
        </pc:grpChg>
        <pc:picChg chg="add del mod">
          <ac:chgData name="Ogburn, Sarah E" userId="c40d2df0-46c9-4be9-b5a6-5c158e399904" providerId="ADAL" clId="{ED94499B-9423-414A-A05A-5CD75CBE0E94}" dt="2024-06-14T01:00:21.170" v="3276" actId="478"/>
          <ac:picMkLst>
            <pc:docMk/>
            <pc:sldMk cId="281626506" sldId="284"/>
            <ac:picMk id="2" creationId="{435E8ED9-277E-BD47-ACCB-2BF88F9A5F7B}"/>
          </ac:picMkLst>
        </pc:picChg>
        <pc:picChg chg="add mod">
          <ac:chgData name="Ogburn, Sarah E" userId="c40d2df0-46c9-4be9-b5a6-5c158e399904" providerId="ADAL" clId="{ED94499B-9423-414A-A05A-5CD75CBE0E94}" dt="2024-06-14T01:00:48.703" v="3319" actId="1076"/>
          <ac:picMkLst>
            <pc:docMk/>
            <pc:sldMk cId="281626506" sldId="284"/>
            <ac:picMk id="5" creationId="{065FD676-8867-B9EA-F1BA-F4353BED8401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81626506" sldId="284"/>
            <ac:picMk id="8" creationId="{00000000-0000-0000-0000-000000000000}"/>
          </ac:picMkLst>
        </pc:picChg>
        <pc:picChg chg="del mod">
          <ac:chgData name="Ogburn, Sarah E" userId="c40d2df0-46c9-4be9-b5a6-5c158e399904" providerId="ADAL" clId="{ED94499B-9423-414A-A05A-5CD75CBE0E94}" dt="2024-06-11T17:11:53.611" v="3098" actId="478"/>
          <ac:picMkLst>
            <pc:docMk/>
            <pc:sldMk cId="281626506" sldId="284"/>
            <ac:picMk id="9" creationId="{00000000-0000-0000-0000-000000000000}"/>
          </ac:picMkLst>
        </pc:picChg>
      </pc:sldChg>
      <pc:sldChg chg="addSp delSp modSp mod">
        <pc:chgData name="Ogburn, Sarah E" userId="c40d2df0-46c9-4be9-b5a6-5c158e399904" providerId="ADAL" clId="{ED94499B-9423-414A-A05A-5CD75CBE0E94}" dt="2024-06-14T01:00:57.511" v="3320"/>
        <pc:sldMkLst>
          <pc:docMk/>
          <pc:sldMk cId="1228753711" sldId="285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228753711" sldId="285"/>
            <ac:spMk id="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1:00:57.511" v="3320"/>
          <ac:spMkLst>
            <pc:docMk/>
            <pc:sldMk cId="1228753711" sldId="285"/>
            <ac:spMk id="6" creationId="{746DA02F-B41B-79F0-9C2F-D49CC965C494}"/>
          </ac:spMkLst>
        </pc:spChg>
        <pc:grpChg chg="add mod">
          <ac:chgData name="Ogburn, Sarah E" userId="c40d2df0-46c9-4be9-b5a6-5c158e399904" providerId="ADAL" clId="{ED94499B-9423-414A-A05A-5CD75CBE0E94}" dt="2024-06-14T01:00:57.511" v="3320"/>
          <ac:grpSpMkLst>
            <pc:docMk/>
            <pc:sldMk cId="1228753711" sldId="285"/>
            <ac:grpSpMk id="2" creationId="{486AA6DC-171B-8D60-A160-BE768809A1AD}"/>
          </ac:grpSpMkLst>
        </pc:grpChg>
        <pc:grpChg chg="mod">
          <ac:chgData name="Ogburn, Sarah E" userId="c40d2df0-46c9-4be9-b5a6-5c158e399904" providerId="ADAL" clId="{ED94499B-9423-414A-A05A-5CD75CBE0E94}" dt="2024-06-14T01:00:57.511" v="3320"/>
          <ac:grpSpMkLst>
            <pc:docMk/>
            <pc:sldMk cId="1228753711" sldId="285"/>
            <ac:grpSpMk id="7" creationId="{61148BA4-8AC3-D10C-9B9C-8105F87CA10F}"/>
          </ac:grpSpMkLst>
        </pc:grpChg>
        <pc:picChg chg="del">
          <ac:chgData name="Ogburn, Sarah E" userId="c40d2df0-46c9-4be9-b5a6-5c158e399904" providerId="ADAL" clId="{ED94499B-9423-414A-A05A-5CD75CBE0E94}" dt="2024-06-11T16:14:19.578" v="1454" actId="478"/>
          <ac:picMkLst>
            <pc:docMk/>
            <pc:sldMk cId="1228753711" sldId="285"/>
            <ac:picMk id="2" creationId="{00000000-0000-0000-0000-000000000000}"/>
          </ac:picMkLst>
        </pc:picChg>
        <pc:picChg chg="add mod">
          <ac:chgData name="Ogburn, Sarah E" userId="c40d2df0-46c9-4be9-b5a6-5c158e399904" providerId="ADAL" clId="{ED94499B-9423-414A-A05A-5CD75CBE0E94}" dt="2024-06-14T00:55:43.657" v="3219"/>
          <ac:picMkLst>
            <pc:docMk/>
            <pc:sldMk cId="1228753711" sldId="285"/>
            <ac:picMk id="3" creationId="{5F9BABDE-13D4-B165-1A25-FFAC122BB077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1228753711" sldId="285"/>
            <ac:picMk id="4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1:00:57.511" v="3320"/>
          <ac:picMkLst>
            <pc:docMk/>
            <pc:sldMk cId="1228753711" sldId="285"/>
            <ac:picMk id="8" creationId="{94C843E5-1479-575B-6235-E784CA9050A5}"/>
          </ac:picMkLst>
        </pc:picChg>
        <pc:picChg chg="mod">
          <ac:chgData name="Ogburn, Sarah E" userId="c40d2df0-46c9-4be9-b5a6-5c158e399904" providerId="ADAL" clId="{ED94499B-9423-414A-A05A-5CD75CBE0E94}" dt="2024-06-14T01:00:57.511" v="3320"/>
          <ac:picMkLst>
            <pc:docMk/>
            <pc:sldMk cId="1228753711" sldId="285"/>
            <ac:picMk id="9" creationId="{AD93094F-492E-72B3-E2B8-10CA7715BA03}"/>
          </ac:picMkLst>
        </pc:picChg>
        <pc:picChg chg="mod">
          <ac:chgData name="Ogburn, Sarah E" userId="c40d2df0-46c9-4be9-b5a6-5c158e399904" providerId="ADAL" clId="{ED94499B-9423-414A-A05A-5CD75CBE0E94}" dt="2024-06-14T01:00:57.511" v="3320"/>
          <ac:picMkLst>
            <pc:docMk/>
            <pc:sldMk cId="1228753711" sldId="285"/>
            <ac:picMk id="10" creationId="{EBE7075A-44D1-BD31-B287-29627015627F}"/>
          </ac:picMkLst>
        </pc:picChg>
      </pc:sldChg>
      <pc:sldChg chg="modSp mod">
        <pc:chgData name="Ogburn, Sarah E" userId="c40d2df0-46c9-4be9-b5a6-5c158e399904" providerId="ADAL" clId="{ED94499B-9423-414A-A05A-5CD75CBE0E94}" dt="2024-06-14T00:55:43.657" v="3219"/>
        <pc:sldMkLst>
          <pc:docMk/>
          <pc:sldMk cId="2565931337" sldId="287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565931337" sldId="287"/>
            <ac:spMk id="21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565931337" sldId="287"/>
            <ac:spMk id="2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565931337" sldId="287"/>
            <ac:spMk id="24" creationId="{00000000-0000-0000-0000-000000000000}"/>
          </ac:spMkLst>
        </pc:s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2565931337" sldId="287"/>
            <ac:grpSpMk id="3" creationId="{00000000-0000-0000-0000-000000000000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565931337" sldId="287"/>
            <ac:picMk id="20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565931337" sldId="287"/>
            <ac:picMk id="23" creationId="{00000000-0000-0000-0000-000000000000}"/>
          </ac:picMkLst>
        </pc:picChg>
      </pc:sldChg>
      <pc:sldChg chg="addSp modSp">
        <pc:chgData name="Ogburn, Sarah E" userId="c40d2df0-46c9-4be9-b5a6-5c158e399904" providerId="ADAL" clId="{ED94499B-9423-414A-A05A-5CD75CBE0E94}" dt="2024-06-14T01:01:08.041" v="3323"/>
        <pc:sldMkLst>
          <pc:docMk/>
          <pc:sldMk cId="587283098" sldId="288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87283098" sldId="288"/>
            <ac:spMk id="4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87283098" sldId="288"/>
            <ac:spMk id="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87283098" sldId="288"/>
            <ac:spMk id="6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87283098" sldId="288"/>
            <ac:spMk id="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87283098" sldId="288"/>
            <ac:spMk id="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87283098" sldId="288"/>
            <ac:spMk id="10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1:01:08.041" v="3323"/>
          <ac:spMkLst>
            <pc:docMk/>
            <pc:sldMk cId="587283098" sldId="288"/>
            <ac:spMk id="12" creationId="{A5252F7E-3060-3FD9-156D-30A2ED67E3FF}"/>
          </ac:spMkLst>
        </pc:spChg>
        <pc:grpChg chg="add mod">
          <ac:chgData name="Ogburn, Sarah E" userId="c40d2df0-46c9-4be9-b5a6-5c158e399904" providerId="ADAL" clId="{ED94499B-9423-414A-A05A-5CD75CBE0E94}" dt="2024-06-14T01:01:08.041" v="3323"/>
          <ac:grpSpMkLst>
            <pc:docMk/>
            <pc:sldMk cId="587283098" sldId="288"/>
            <ac:grpSpMk id="3" creationId="{55450037-5716-8C58-2FBD-27FD516E1D77}"/>
          </ac:grpSpMkLst>
        </pc:gr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587283098" sldId="288"/>
            <ac:grpSpMk id="9" creationId="{00000000-0000-0000-0000-000000000000}"/>
          </ac:grpSpMkLst>
        </pc:gr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587283098" sldId="288"/>
            <ac:grpSpMk id="11" creationId="{00000000-0000-0000-0000-000000000000}"/>
          </ac:grpSpMkLst>
        </pc:grpChg>
        <pc:grpChg chg="mod">
          <ac:chgData name="Ogburn, Sarah E" userId="c40d2df0-46c9-4be9-b5a6-5c158e399904" providerId="ADAL" clId="{ED94499B-9423-414A-A05A-5CD75CBE0E94}" dt="2024-06-14T01:01:08.041" v="3323"/>
          <ac:grpSpMkLst>
            <pc:docMk/>
            <pc:sldMk cId="587283098" sldId="288"/>
            <ac:grpSpMk id="13" creationId="{283C75D0-4247-58CC-37B3-1C8D7B41FAC9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587283098" sldId="288"/>
            <ac:picMk id="2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1:01:08.041" v="3323"/>
          <ac:picMkLst>
            <pc:docMk/>
            <pc:sldMk cId="587283098" sldId="288"/>
            <ac:picMk id="14" creationId="{2EA27DAC-B742-483E-0CC1-2F8089FC223F}"/>
          </ac:picMkLst>
        </pc:picChg>
        <pc:picChg chg="mod">
          <ac:chgData name="Ogburn, Sarah E" userId="c40d2df0-46c9-4be9-b5a6-5c158e399904" providerId="ADAL" clId="{ED94499B-9423-414A-A05A-5CD75CBE0E94}" dt="2024-06-14T01:01:08.041" v="3323"/>
          <ac:picMkLst>
            <pc:docMk/>
            <pc:sldMk cId="587283098" sldId="288"/>
            <ac:picMk id="15" creationId="{288D4455-41C0-2262-A26E-CA02D5A3FAB4}"/>
          </ac:picMkLst>
        </pc:picChg>
        <pc:picChg chg="mod">
          <ac:chgData name="Ogburn, Sarah E" userId="c40d2df0-46c9-4be9-b5a6-5c158e399904" providerId="ADAL" clId="{ED94499B-9423-414A-A05A-5CD75CBE0E94}" dt="2024-06-14T01:01:08.041" v="3323"/>
          <ac:picMkLst>
            <pc:docMk/>
            <pc:sldMk cId="587283098" sldId="288"/>
            <ac:picMk id="16" creationId="{E8C7927F-617C-CE8A-5832-42FDCE118077}"/>
          </ac:picMkLst>
        </pc:picChg>
      </pc:sldChg>
      <pc:sldChg chg="addSp delSp modSp mod">
        <pc:chgData name="Ogburn, Sarah E" userId="c40d2df0-46c9-4be9-b5a6-5c158e399904" providerId="ADAL" clId="{ED94499B-9423-414A-A05A-5CD75CBE0E94}" dt="2024-06-14T01:01:03.741" v="3322"/>
        <pc:sldMkLst>
          <pc:docMk/>
          <pc:sldMk cId="2863034259" sldId="290"/>
        </pc:sldMkLst>
        <pc:spChg chg="mod">
          <ac:chgData name="Ogburn, Sarah E" userId="c40d2df0-46c9-4be9-b5a6-5c158e399904" providerId="ADAL" clId="{ED94499B-9423-414A-A05A-5CD75CBE0E94}" dt="2024-06-14T01:01:03.741" v="3322"/>
          <ac:spMkLst>
            <pc:docMk/>
            <pc:sldMk cId="2863034259" sldId="290"/>
            <ac:spMk id="3" creationId="{39AEB128-F63A-3910-207A-D8F4EECE4CAF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0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2" creationId="{31B15FAB-6EC4-E592-C090-84240FE40BDC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3" creationId="{973B5996-FB79-3C5B-EC2F-0907B2A94C91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331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3316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331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331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3319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863034259" sldId="290"/>
            <ac:spMk id="13320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1:01:03.741" v="3322"/>
          <ac:grpSpMkLst>
            <pc:docMk/>
            <pc:sldMk cId="2863034259" sldId="290"/>
            <ac:grpSpMk id="2" creationId="{6C9EF59D-C4BA-0565-C793-36DB508BFD19}"/>
          </ac:grpSpMkLst>
        </pc:grpChg>
        <pc:grpChg chg="mod">
          <ac:chgData name="Ogburn, Sarah E" userId="c40d2df0-46c9-4be9-b5a6-5c158e399904" providerId="ADAL" clId="{ED94499B-9423-414A-A05A-5CD75CBE0E94}" dt="2024-06-14T01:01:03.741" v="3322"/>
          <ac:grpSpMkLst>
            <pc:docMk/>
            <pc:sldMk cId="2863034259" sldId="290"/>
            <ac:grpSpMk id="4" creationId="{96C7F284-B42E-2B17-4914-D4BD8B1F4685}"/>
          </ac:grpSpMkLst>
        </pc:grpChg>
        <pc:picChg chg="add del mod">
          <ac:chgData name="Ogburn, Sarah E" userId="c40d2df0-46c9-4be9-b5a6-5c158e399904" providerId="ADAL" clId="{ED94499B-9423-414A-A05A-5CD75CBE0E94}" dt="2024-06-11T16:15:46.245" v="1465" actId="478"/>
          <ac:picMkLst>
            <pc:docMk/>
            <pc:sldMk cId="2863034259" sldId="290"/>
            <ac:picMk id="2" creationId="{8E198F7C-F68C-428F-2EB1-FEC90E3E6850}"/>
          </ac:picMkLst>
        </pc:picChg>
        <pc:picChg chg="add del mod">
          <ac:chgData name="Ogburn, Sarah E" userId="c40d2df0-46c9-4be9-b5a6-5c158e399904" providerId="ADAL" clId="{ED94499B-9423-414A-A05A-5CD75CBE0E94}" dt="2024-06-11T16:15:46.245" v="1465" actId="478"/>
          <ac:picMkLst>
            <pc:docMk/>
            <pc:sldMk cId="2863034259" sldId="290"/>
            <ac:picMk id="3" creationId="{615D113B-5782-5160-A049-C89B5D6CB1F0}"/>
          </ac:picMkLst>
        </pc:picChg>
        <pc:picChg chg="mod">
          <ac:chgData name="Ogburn, Sarah E" userId="c40d2df0-46c9-4be9-b5a6-5c158e399904" providerId="ADAL" clId="{ED94499B-9423-414A-A05A-5CD75CBE0E94}" dt="2024-06-14T01:01:03.741" v="3322"/>
          <ac:picMkLst>
            <pc:docMk/>
            <pc:sldMk cId="2863034259" sldId="290"/>
            <ac:picMk id="6" creationId="{5E763AD2-95B9-7484-626D-3FF8BC2A0EC5}"/>
          </ac:picMkLst>
        </pc:picChg>
        <pc:picChg chg="mod">
          <ac:chgData name="Ogburn, Sarah E" userId="c40d2df0-46c9-4be9-b5a6-5c158e399904" providerId="ADAL" clId="{ED94499B-9423-414A-A05A-5CD75CBE0E94}" dt="2024-06-14T01:01:03.741" v="3322"/>
          <ac:picMkLst>
            <pc:docMk/>
            <pc:sldMk cId="2863034259" sldId="290"/>
            <ac:picMk id="7" creationId="{523C7A80-6473-4488-88AD-C1C77929DC08}"/>
          </ac:picMkLst>
        </pc:picChg>
        <pc:picChg chg="mod">
          <ac:chgData name="Ogburn, Sarah E" userId="c40d2df0-46c9-4be9-b5a6-5c158e399904" providerId="ADAL" clId="{ED94499B-9423-414A-A05A-5CD75CBE0E94}" dt="2024-06-14T01:01:03.741" v="3322"/>
          <ac:picMkLst>
            <pc:docMk/>
            <pc:sldMk cId="2863034259" sldId="290"/>
            <ac:picMk id="9" creationId="{12C5B919-F7F8-813C-2A0C-80CCCDD5F75F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863034259" sldId="290"/>
            <ac:picMk id="11285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863034259" sldId="290"/>
            <ac:picMk id="13314" creationId="{00000000-0000-0000-0000-000000000000}"/>
          </ac:picMkLst>
        </pc:picChg>
        <pc:cxnChg chg="add mod">
          <ac:chgData name="Ogburn, Sarah E" userId="c40d2df0-46c9-4be9-b5a6-5c158e399904" providerId="ADAL" clId="{ED94499B-9423-414A-A05A-5CD75CBE0E94}" dt="2024-06-14T00:55:43.657" v="3219"/>
          <ac:cxnSpMkLst>
            <pc:docMk/>
            <pc:sldMk cId="2863034259" sldId="290"/>
            <ac:cxnSpMk id="5" creationId="{9C8E3B4A-157E-3062-1E89-467B8AD5000E}"/>
          </ac:cxnSpMkLst>
        </pc:cxnChg>
        <pc:cxnChg chg="add mod">
          <ac:chgData name="Ogburn, Sarah E" userId="c40d2df0-46c9-4be9-b5a6-5c158e399904" providerId="ADAL" clId="{ED94499B-9423-414A-A05A-5CD75CBE0E94}" dt="2024-06-14T00:55:43.657" v="3219"/>
          <ac:cxnSpMkLst>
            <pc:docMk/>
            <pc:sldMk cId="2863034259" sldId="290"/>
            <ac:cxnSpMk id="8" creationId="{FB08D49E-DDA9-ABCB-755F-D4390625D6ED}"/>
          </ac:cxnSpMkLst>
        </pc:cxnChg>
      </pc:sldChg>
      <pc:sldChg chg="del">
        <pc:chgData name="Ogburn, Sarah E" userId="c40d2df0-46c9-4be9-b5a6-5c158e399904" providerId="ADAL" clId="{ED94499B-9423-414A-A05A-5CD75CBE0E94}" dt="2024-06-11T16:58:49.631" v="2834" actId="2696"/>
        <pc:sldMkLst>
          <pc:docMk/>
          <pc:sldMk cId="3524962975" sldId="293"/>
        </pc:sldMkLst>
      </pc:sldChg>
      <pc:sldChg chg="addSp delSp modSp del mod">
        <pc:chgData name="Ogburn, Sarah E" userId="c40d2df0-46c9-4be9-b5a6-5c158e399904" providerId="ADAL" clId="{ED94499B-9423-414A-A05A-5CD75CBE0E94}" dt="2024-06-11T16:58:47.286" v="2833" actId="2696"/>
        <pc:sldMkLst>
          <pc:docMk/>
          <pc:sldMk cId="1856667615" sldId="294"/>
        </pc:sldMkLst>
        <pc:spChg chg="del">
          <ac:chgData name="Ogburn, Sarah E" userId="c40d2df0-46c9-4be9-b5a6-5c158e399904" providerId="ADAL" clId="{ED94499B-9423-414A-A05A-5CD75CBE0E94}" dt="2024-06-11T16:37:29.421" v="2148" actId="478"/>
          <ac:spMkLst>
            <pc:docMk/>
            <pc:sldMk cId="1856667615" sldId="294"/>
            <ac:spMk id="2" creationId="{00000000-0000-0000-0000-000000000000}"/>
          </ac:spMkLst>
        </pc:spChg>
        <pc:spChg chg="del">
          <ac:chgData name="Ogburn, Sarah E" userId="c40d2df0-46c9-4be9-b5a6-5c158e399904" providerId="ADAL" clId="{ED94499B-9423-414A-A05A-5CD75CBE0E94}" dt="2024-06-11T16:37:45.972" v="2149" actId="478"/>
          <ac:spMkLst>
            <pc:docMk/>
            <pc:sldMk cId="1856667615" sldId="294"/>
            <ac:spMk id="3" creationId="{00000000-0000-0000-0000-000000000000}"/>
          </ac:spMkLst>
        </pc:spChg>
        <pc:spChg chg="add mod">
          <ac:chgData name="Ogburn, Sarah E" userId="c40d2df0-46c9-4be9-b5a6-5c158e399904" providerId="ADAL" clId="{ED94499B-9423-414A-A05A-5CD75CBE0E94}" dt="2024-06-11T16:39:04.578" v="2248" actId="1076"/>
          <ac:spMkLst>
            <pc:docMk/>
            <pc:sldMk cId="1856667615" sldId="294"/>
            <ac:spMk id="6" creationId="{8FD5462C-7E4F-C306-2972-6AAD3ADF5C43}"/>
          </ac:spMkLst>
        </pc:spChg>
        <pc:graphicFrameChg chg="mod">
          <ac:chgData name="Ogburn, Sarah E" userId="c40d2df0-46c9-4be9-b5a6-5c158e399904" providerId="ADAL" clId="{ED94499B-9423-414A-A05A-5CD75CBE0E94}" dt="2024-06-11T16:38:51.101" v="2246" actId="20577"/>
          <ac:graphicFrameMkLst>
            <pc:docMk/>
            <pc:sldMk cId="1856667615" sldId="294"/>
            <ac:graphicFrameMk id="5" creationId="{00000000-0000-0000-0000-000000000000}"/>
          </ac:graphicFrameMkLst>
        </pc:graphicFrameChg>
      </pc:sldChg>
      <pc:sldChg chg="del">
        <pc:chgData name="Ogburn, Sarah E" userId="c40d2df0-46c9-4be9-b5a6-5c158e399904" providerId="ADAL" clId="{ED94499B-9423-414A-A05A-5CD75CBE0E94}" dt="2024-06-11T17:04:54.403" v="2975" actId="2696"/>
        <pc:sldMkLst>
          <pc:docMk/>
          <pc:sldMk cId="3517195577" sldId="295"/>
        </pc:sldMkLst>
      </pc:sldChg>
      <pc:sldChg chg="addSp modSp mod modNotes">
        <pc:chgData name="Ogburn, Sarah E" userId="c40d2df0-46c9-4be9-b5a6-5c158e399904" providerId="ADAL" clId="{ED94499B-9423-414A-A05A-5CD75CBE0E94}" dt="2024-06-14T01:01:54.052" v="3333" actId="14100"/>
        <pc:sldMkLst>
          <pc:docMk/>
          <pc:sldMk cId="553329142" sldId="296"/>
        </pc:sldMkLst>
        <pc:spChg chg="mod">
          <ac:chgData name="Ogburn, Sarah E" userId="c40d2df0-46c9-4be9-b5a6-5c158e399904" providerId="ADAL" clId="{ED94499B-9423-414A-A05A-5CD75CBE0E94}" dt="2024-06-14T01:01:36.230" v="3331" actId="207"/>
          <ac:spMkLst>
            <pc:docMk/>
            <pc:sldMk cId="553329142" sldId="296"/>
            <ac:spMk id="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53329142" sldId="296"/>
            <ac:spMk id="4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1:01:54.052" v="3333" actId="14100"/>
          <ac:spMkLst>
            <pc:docMk/>
            <pc:sldMk cId="553329142" sldId="296"/>
            <ac:spMk id="5" creationId="{77C752DF-D98F-8B89-9302-AC9E63BCDDBB}"/>
          </ac:spMkLst>
        </pc:spChg>
        <pc:spChg chg="mod">
          <ac:chgData name="Ogburn, Sarah E" userId="c40d2df0-46c9-4be9-b5a6-5c158e399904" providerId="ADAL" clId="{ED94499B-9423-414A-A05A-5CD75CBE0E94}" dt="2024-06-14T01:01:23.153" v="3328" actId="403"/>
          <ac:spMkLst>
            <pc:docMk/>
            <pc:sldMk cId="553329142" sldId="296"/>
            <ac:spMk id="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53329142" sldId="296"/>
            <ac:spMk id="1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53329142" sldId="296"/>
            <ac:spMk id="16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53329142" sldId="296"/>
            <ac:spMk id="17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1:01:49.410" v="3332"/>
          <ac:grpSpMkLst>
            <pc:docMk/>
            <pc:sldMk cId="553329142" sldId="296"/>
            <ac:grpSpMk id="3" creationId="{606FF94A-15CA-3D0E-2CEE-F4482CFA5051}"/>
          </ac:grpSpMkLst>
        </pc:grpChg>
        <pc:grpChg chg="mod">
          <ac:chgData name="Ogburn, Sarah E" userId="c40d2df0-46c9-4be9-b5a6-5c158e399904" providerId="ADAL" clId="{ED94499B-9423-414A-A05A-5CD75CBE0E94}" dt="2024-06-14T01:01:49.410" v="3332"/>
          <ac:grpSpMkLst>
            <pc:docMk/>
            <pc:sldMk cId="553329142" sldId="296"/>
            <ac:grpSpMk id="6" creationId="{30F20F7B-FA88-040D-E30F-1909BDA52FDA}"/>
          </ac:grpSpMkLst>
        </pc:grpChg>
        <pc:picChg chg="mod">
          <ac:chgData name="Ogburn, Sarah E" userId="c40d2df0-46c9-4be9-b5a6-5c158e399904" providerId="ADAL" clId="{ED94499B-9423-414A-A05A-5CD75CBE0E94}" dt="2024-06-14T01:01:49.410" v="3332"/>
          <ac:picMkLst>
            <pc:docMk/>
            <pc:sldMk cId="553329142" sldId="296"/>
            <ac:picMk id="8" creationId="{D84014B7-4C7F-DDE3-FE09-1AE887A4ABA9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553329142" sldId="296"/>
            <ac:picMk id="9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553329142" sldId="296"/>
            <ac:picMk id="10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1:01:49.410" v="3332"/>
          <ac:picMkLst>
            <pc:docMk/>
            <pc:sldMk cId="553329142" sldId="296"/>
            <ac:picMk id="11" creationId="{8D4BC9A4-C9B3-961C-1ACE-0A8D5E991175}"/>
          </ac:picMkLst>
        </pc:picChg>
        <pc:picChg chg="mod">
          <ac:chgData name="Ogburn, Sarah E" userId="c40d2df0-46c9-4be9-b5a6-5c158e399904" providerId="ADAL" clId="{ED94499B-9423-414A-A05A-5CD75CBE0E94}" dt="2024-06-14T01:01:49.410" v="3332"/>
          <ac:picMkLst>
            <pc:docMk/>
            <pc:sldMk cId="553329142" sldId="296"/>
            <ac:picMk id="13" creationId="{3F4EA759-F408-2604-5B2F-CC2BBC99FEDC}"/>
          </ac:picMkLst>
        </pc:picChg>
      </pc:sldChg>
      <pc:sldChg chg="addSp modSp mod">
        <pc:chgData name="Ogburn, Sarah E" userId="c40d2df0-46c9-4be9-b5a6-5c158e399904" providerId="ADAL" clId="{ED94499B-9423-414A-A05A-5CD75CBE0E94}" dt="2024-06-14T21:13:17.905" v="3366"/>
        <pc:sldMkLst>
          <pc:docMk/>
          <pc:sldMk cId="2513251257" sldId="297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513251257" sldId="297"/>
            <ac:spMk id="4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21:13:17.905" v="3366"/>
          <ac:spMkLst>
            <pc:docMk/>
            <pc:sldMk cId="2513251257" sldId="297"/>
            <ac:spMk id="6" creationId="{99606F80-94E9-AED9-23BC-F0B95E20F53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513251257" sldId="297"/>
            <ac:spMk id="8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21:13:17.905" v="3366"/>
          <ac:grpSpMkLst>
            <pc:docMk/>
            <pc:sldMk cId="2513251257" sldId="297"/>
            <ac:grpSpMk id="3" creationId="{AE59E388-5E55-A919-04F6-5AEC5F7BD3D3}"/>
          </ac:grpSpMkLst>
        </pc:grpChg>
        <pc:grpChg chg="mod">
          <ac:chgData name="Ogburn, Sarah E" userId="c40d2df0-46c9-4be9-b5a6-5c158e399904" providerId="ADAL" clId="{ED94499B-9423-414A-A05A-5CD75CBE0E94}" dt="2024-06-14T21:13:17.905" v="3366"/>
          <ac:grpSpMkLst>
            <pc:docMk/>
            <pc:sldMk cId="2513251257" sldId="297"/>
            <ac:grpSpMk id="9" creationId="{26051824-16E6-0A27-83DD-397C1685E963}"/>
          </ac:grpSpMkLst>
        </pc:grpChg>
        <pc:graphicFrameChg chg="mod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2513251257" sldId="297"/>
            <ac:graphicFrameMk id="2" creationId="{8B9E775A-B41D-88A5-C6C3-90549289C11E}"/>
          </ac:graphicFrameMkLst>
        </pc:graphicFrame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513251257" sldId="297"/>
            <ac:picMk id="5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513251257" sldId="297"/>
            <ac:picMk id="7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21:13:17.905" v="3366"/>
          <ac:picMkLst>
            <pc:docMk/>
            <pc:sldMk cId="2513251257" sldId="297"/>
            <ac:picMk id="10" creationId="{C29DBB6A-192E-CC55-0E39-3EB860C4F9BE}"/>
          </ac:picMkLst>
        </pc:picChg>
        <pc:picChg chg="mod">
          <ac:chgData name="Ogburn, Sarah E" userId="c40d2df0-46c9-4be9-b5a6-5c158e399904" providerId="ADAL" clId="{ED94499B-9423-414A-A05A-5CD75CBE0E94}" dt="2024-06-14T21:13:17.905" v="3366"/>
          <ac:picMkLst>
            <pc:docMk/>
            <pc:sldMk cId="2513251257" sldId="297"/>
            <ac:picMk id="11" creationId="{E3C72B6B-4E65-4E8C-24FC-3D30D5F85566}"/>
          </ac:picMkLst>
        </pc:picChg>
        <pc:picChg chg="mod">
          <ac:chgData name="Ogburn, Sarah E" userId="c40d2df0-46c9-4be9-b5a6-5c158e399904" providerId="ADAL" clId="{ED94499B-9423-414A-A05A-5CD75CBE0E94}" dt="2024-06-14T21:13:17.905" v="3366"/>
          <ac:picMkLst>
            <pc:docMk/>
            <pc:sldMk cId="2513251257" sldId="297"/>
            <ac:picMk id="12" creationId="{48F65CAB-E179-3348-D355-9CE7602E4E9A}"/>
          </ac:picMkLst>
        </pc:picChg>
      </pc:sldChg>
      <pc:sldChg chg="addSp delSp modSp add mod chgLayout">
        <pc:chgData name="Ogburn, Sarah E" userId="c40d2df0-46c9-4be9-b5a6-5c158e399904" providerId="ADAL" clId="{ED94499B-9423-414A-A05A-5CD75CBE0E94}" dt="2024-06-14T01:02:36.343" v="3344" actId="14100"/>
        <pc:sldMkLst>
          <pc:docMk/>
          <pc:sldMk cId="2508763639" sldId="314"/>
        </pc:sldMkLst>
        <pc:spChg chg="add del mod ord">
          <ac:chgData name="Ogburn, Sarah E" userId="c40d2df0-46c9-4be9-b5a6-5c158e399904" providerId="ADAL" clId="{ED94499B-9423-414A-A05A-5CD75CBE0E94}" dt="2024-06-11T16:31:20.537" v="1934" actId="478"/>
          <ac:spMkLst>
            <pc:docMk/>
            <pc:sldMk cId="2508763639" sldId="314"/>
            <ac:spMk id="2" creationId="{C3D80524-6ED7-E561-EC19-8ADE93E7899A}"/>
          </ac:spMkLst>
        </pc:spChg>
        <pc:spChg chg="mod">
          <ac:chgData name="Ogburn, Sarah E" userId="c40d2df0-46c9-4be9-b5a6-5c158e399904" providerId="ADAL" clId="{ED94499B-9423-414A-A05A-5CD75CBE0E94}" dt="2024-06-14T01:02:15.230" v="3335"/>
          <ac:spMkLst>
            <pc:docMk/>
            <pc:sldMk cId="2508763639" sldId="314"/>
            <ac:spMk id="3" creationId="{D7E92922-8034-E7DC-CDBD-91A11CB73E6A}"/>
          </ac:spMkLst>
        </pc:spChg>
        <pc:spChg chg="mod">
          <ac:chgData name="Ogburn, Sarah E" userId="c40d2df0-46c9-4be9-b5a6-5c158e399904" providerId="ADAL" clId="{ED94499B-9423-414A-A05A-5CD75CBE0E94}" dt="2024-06-14T01:02:36.343" v="3344" actId="14100"/>
          <ac:spMkLst>
            <pc:docMk/>
            <pc:sldMk cId="2508763639" sldId="314"/>
            <ac:spMk id="4" creationId="{CC341BB2-6595-5C0F-74DE-2A9EB502737F}"/>
          </ac:spMkLst>
        </pc:spChg>
        <pc:spChg chg="del">
          <ac:chgData name="Ogburn, Sarah E" userId="c40d2df0-46c9-4be9-b5a6-5c158e399904" providerId="ADAL" clId="{ED94499B-9423-414A-A05A-5CD75CBE0E94}" dt="2024-06-11T16:30:54.636" v="1926" actId="478"/>
          <ac:spMkLst>
            <pc:docMk/>
            <pc:sldMk cId="2508763639" sldId="314"/>
            <ac:spMk id="5" creationId="{111ADAF2-3434-9A5D-0FE5-68F61703EB12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508763639" sldId="314"/>
            <ac:spMk id="6" creationId="{492D6BEE-A3B6-AEA7-5427-7D636898F84E}"/>
          </ac:spMkLst>
        </pc:spChg>
        <pc:grpChg chg="add mod">
          <ac:chgData name="Ogburn, Sarah E" userId="c40d2df0-46c9-4be9-b5a6-5c158e399904" providerId="ADAL" clId="{ED94499B-9423-414A-A05A-5CD75CBE0E94}" dt="2024-06-14T01:02:15.230" v="3335"/>
          <ac:grpSpMkLst>
            <pc:docMk/>
            <pc:sldMk cId="2508763639" sldId="314"/>
            <ac:grpSpMk id="2" creationId="{207EC575-41F0-FCCF-F395-BB6709D322CB}"/>
          </ac:grpSpMkLst>
        </pc:grpChg>
        <pc:grpChg chg="mod">
          <ac:chgData name="Ogburn, Sarah E" userId="c40d2df0-46c9-4be9-b5a6-5c158e399904" providerId="ADAL" clId="{ED94499B-9423-414A-A05A-5CD75CBE0E94}" dt="2024-06-14T01:02:15.230" v="3335"/>
          <ac:grpSpMkLst>
            <pc:docMk/>
            <pc:sldMk cId="2508763639" sldId="314"/>
            <ac:grpSpMk id="5" creationId="{EF381A41-FE77-2481-3089-0EE4F55F6626}"/>
          </ac:grpSpMkLst>
        </pc:grpChg>
        <pc:picChg chg="mod">
          <ac:chgData name="Ogburn, Sarah E" userId="c40d2df0-46c9-4be9-b5a6-5c158e399904" providerId="ADAL" clId="{ED94499B-9423-414A-A05A-5CD75CBE0E94}" dt="2024-06-14T01:02:15.230" v="3335"/>
          <ac:picMkLst>
            <pc:docMk/>
            <pc:sldMk cId="2508763639" sldId="314"/>
            <ac:picMk id="7" creationId="{C37E0E5C-34F8-D270-78CA-EC67321ADB47}"/>
          </ac:picMkLst>
        </pc:picChg>
        <pc:picChg chg="del">
          <ac:chgData name="Ogburn, Sarah E" userId="c40d2df0-46c9-4be9-b5a6-5c158e399904" providerId="ADAL" clId="{ED94499B-9423-414A-A05A-5CD75CBE0E94}" dt="2024-06-11T16:40:28.230" v="2401" actId="478"/>
          <ac:picMkLst>
            <pc:docMk/>
            <pc:sldMk cId="2508763639" sldId="314"/>
            <ac:picMk id="8" creationId="{59BBA973-60F6-20CE-300A-49417EE7028C}"/>
          </ac:picMkLst>
        </pc:picChg>
        <pc:picChg chg="mod">
          <ac:chgData name="Ogburn, Sarah E" userId="c40d2df0-46c9-4be9-b5a6-5c158e399904" providerId="ADAL" clId="{ED94499B-9423-414A-A05A-5CD75CBE0E94}" dt="2024-06-14T01:02:15.230" v="3335"/>
          <ac:picMkLst>
            <pc:docMk/>
            <pc:sldMk cId="2508763639" sldId="314"/>
            <ac:picMk id="8" creationId="{A14CD1B3-52F7-BF18-169B-D6B6E0B6D14B}"/>
          </ac:picMkLst>
        </pc:picChg>
        <pc:picChg chg="mod">
          <ac:chgData name="Ogburn, Sarah E" userId="c40d2df0-46c9-4be9-b5a6-5c158e399904" providerId="ADAL" clId="{ED94499B-9423-414A-A05A-5CD75CBE0E94}" dt="2024-06-14T01:02:15.230" v="3335"/>
          <ac:picMkLst>
            <pc:docMk/>
            <pc:sldMk cId="2508763639" sldId="314"/>
            <ac:picMk id="9" creationId="{62A03F68-5E64-BE0B-D14C-09F4240EFEBD}"/>
          </ac:picMkLst>
        </pc:picChg>
      </pc:sldChg>
      <pc:sldChg chg="modSp add del mod">
        <pc:chgData name="Ogburn, Sarah E" userId="c40d2df0-46c9-4be9-b5a6-5c158e399904" providerId="ADAL" clId="{ED94499B-9423-414A-A05A-5CD75CBE0E94}" dt="2024-06-14T21:56:07.498" v="3421" actId="2696"/>
        <pc:sldMkLst>
          <pc:docMk/>
          <pc:sldMk cId="57114502" sldId="333"/>
        </pc:sldMkLst>
        <pc:spChg chg="mod">
          <ac:chgData name="Ogburn, Sarah E" userId="c40d2df0-46c9-4be9-b5a6-5c158e399904" providerId="ADAL" clId="{ED94499B-9423-414A-A05A-5CD75CBE0E94}" dt="2024-06-14T21:55:35.021" v="3418" actId="1076"/>
          <ac:spMkLst>
            <pc:docMk/>
            <pc:sldMk cId="57114502" sldId="333"/>
            <ac:spMk id="2" creationId="{6FC4264B-76AA-ACE3-A2CF-BF9E1888F5EA}"/>
          </ac:spMkLst>
        </pc:spChg>
        <pc:spChg chg="mod">
          <ac:chgData name="Ogburn, Sarah E" userId="c40d2df0-46c9-4be9-b5a6-5c158e399904" providerId="ADAL" clId="{ED94499B-9423-414A-A05A-5CD75CBE0E94}" dt="2024-06-14T21:55:11.922" v="3417" actId="20577"/>
          <ac:spMkLst>
            <pc:docMk/>
            <pc:sldMk cId="57114502" sldId="333"/>
            <ac:spMk id="4" creationId="{78B540A6-5BA4-DE26-878B-B4D3807050CF}"/>
          </ac:spMkLst>
        </pc:spChg>
        <pc:spChg chg="mod">
          <ac:chgData name="Ogburn, Sarah E" userId="c40d2df0-46c9-4be9-b5a6-5c158e399904" providerId="ADAL" clId="{ED94499B-9423-414A-A05A-5CD75CBE0E94}" dt="2024-06-14T21:55:40.168" v="3419" actId="1076"/>
          <ac:spMkLst>
            <pc:docMk/>
            <pc:sldMk cId="57114502" sldId="333"/>
            <ac:spMk id="5" creationId="{A5B24FCD-2211-5F08-CCBA-5FB2FEB1E4FA}"/>
          </ac:spMkLst>
        </pc:spChg>
        <pc:spChg chg="mod">
          <ac:chgData name="Ogburn, Sarah E" userId="c40d2df0-46c9-4be9-b5a6-5c158e399904" providerId="ADAL" clId="{ED94499B-9423-414A-A05A-5CD75CBE0E94}" dt="2024-06-14T21:55:49.115" v="3420" actId="1076"/>
          <ac:spMkLst>
            <pc:docMk/>
            <pc:sldMk cId="57114502" sldId="333"/>
            <ac:spMk id="6" creationId="{BA3754B7-D3E5-1E7F-EE10-56A4D374EA24}"/>
          </ac:spMkLst>
        </pc:spChg>
      </pc:sldChg>
      <pc:sldChg chg="modSp add mod setBg">
        <pc:chgData name="Ogburn, Sarah E" userId="c40d2df0-46c9-4be9-b5a6-5c158e399904" providerId="ADAL" clId="{ED94499B-9423-414A-A05A-5CD75CBE0E94}" dt="2024-06-14T21:56:28.087" v="3423" actId="1076"/>
        <pc:sldMkLst>
          <pc:docMk/>
          <pc:sldMk cId="3271888903" sldId="334"/>
        </pc:sldMkLst>
        <pc:spChg chg="mod">
          <ac:chgData name="Ogburn, Sarah E" userId="c40d2df0-46c9-4be9-b5a6-5c158e399904" providerId="ADAL" clId="{ED94499B-9423-414A-A05A-5CD75CBE0E94}" dt="2024-06-14T21:56:28.087" v="3423" actId="1076"/>
          <ac:spMkLst>
            <pc:docMk/>
            <pc:sldMk cId="3271888903" sldId="334"/>
            <ac:spMk id="9" creationId="{A82428B7-45E7-EAB6-825B-BD4B10995098}"/>
          </ac:spMkLst>
        </pc:spChg>
      </pc:sldChg>
      <pc:sldChg chg="addSp delSp modSp add mod setBg delAnim modAnim">
        <pc:chgData name="Ogburn, Sarah E" userId="c40d2df0-46c9-4be9-b5a6-5c158e399904" providerId="ADAL" clId="{ED94499B-9423-414A-A05A-5CD75CBE0E94}" dt="2024-06-14T22:04:38.531" v="3655" actId="20577"/>
        <pc:sldMkLst>
          <pc:docMk/>
          <pc:sldMk cId="81670008" sldId="350"/>
        </pc:sldMkLst>
        <pc:spChg chg="mod">
          <ac:chgData name="Ogburn, Sarah E" userId="c40d2df0-46c9-4be9-b5a6-5c158e399904" providerId="ADAL" clId="{ED94499B-9423-414A-A05A-5CD75CBE0E94}" dt="2024-06-14T22:04:38.531" v="3655" actId="20577"/>
          <ac:spMkLst>
            <pc:docMk/>
            <pc:sldMk cId="81670008" sldId="350"/>
            <ac:spMk id="2" creationId="{2F7CD232-22D4-0BDA-7079-A356E54985A6}"/>
          </ac:spMkLst>
        </pc:spChg>
        <pc:spChg chg="add mod">
          <ac:chgData name="Ogburn, Sarah E" userId="c40d2df0-46c9-4be9-b5a6-5c158e399904" providerId="ADAL" clId="{ED94499B-9423-414A-A05A-5CD75CBE0E94}" dt="2024-06-14T21:59:29.876" v="3463"/>
          <ac:spMkLst>
            <pc:docMk/>
            <pc:sldMk cId="81670008" sldId="350"/>
            <ac:spMk id="3" creationId="{0240AEC3-DD05-DD29-DB1E-40580C9BBFF8}"/>
          </ac:spMkLst>
        </pc:spChg>
        <pc:spChg chg="add mod">
          <ac:chgData name="Ogburn, Sarah E" userId="c40d2df0-46c9-4be9-b5a6-5c158e399904" providerId="ADAL" clId="{ED94499B-9423-414A-A05A-5CD75CBE0E94}" dt="2024-06-14T21:59:29.876" v="3463"/>
          <ac:spMkLst>
            <pc:docMk/>
            <pc:sldMk cId="81670008" sldId="350"/>
            <ac:spMk id="6" creationId="{3423F4CC-73B4-FDD7-9A1C-E31B6440B63E}"/>
          </ac:spMkLst>
        </pc:spChg>
        <pc:spChg chg="del">
          <ac:chgData name="Ogburn, Sarah E" userId="c40d2df0-46c9-4be9-b5a6-5c158e399904" providerId="ADAL" clId="{ED94499B-9423-414A-A05A-5CD75CBE0E94}" dt="2024-06-14T21:59:28.711" v="3462" actId="478"/>
          <ac:spMkLst>
            <pc:docMk/>
            <pc:sldMk cId="81670008" sldId="350"/>
            <ac:spMk id="7" creationId="{5BAC74A7-E762-F9FF-14EA-12B1DA3DD521}"/>
          </ac:spMkLst>
        </pc:spChg>
        <pc:spChg chg="add mod">
          <ac:chgData name="Ogburn, Sarah E" userId="c40d2df0-46c9-4be9-b5a6-5c158e399904" providerId="ADAL" clId="{ED94499B-9423-414A-A05A-5CD75CBE0E94}" dt="2024-06-14T21:59:29.876" v="3463"/>
          <ac:spMkLst>
            <pc:docMk/>
            <pc:sldMk cId="81670008" sldId="350"/>
            <ac:spMk id="9" creationId="{7986E7B7-DEC2-A275-4F31-9374A371C1B8}"/>
          </ac:spMkLst>
        </pc:spChg>
        <pc:spChg chg="del">
          <ac:chgData name="Ogburn, Sarah E" userId="c40d2df0-46c9-4be9-b5a6-5c158e399904" providerId="ADAL" clId="{ED94499B-9423-414A-A05A-5CD75CBE0E94}" dt="2024-06-14T21:59:28.711" v="3462" actId="478"/>
          <ac:spMkLst>
            <pc:docMk/>
            <pc:sldMk cId="81670008" sldId="350"/>
            <ac:spMk id="11" creationId="{3B2612CE-9FF6-681C-BA55-61F33FCBFAC7}"/>
          </ac:spMkLst>
        </pc:spChg>
        <pc:spChg chg="del">
          <ac:chgData name="Ogburn, Sarah E" userId="c40d2df0-46c9-4be9-b5a6-5c158e399904" providerId="ADAL" clId="{ED94499B-9423-414A-A05A-5CD75CBE0E94}" dt="2024-06-14T21:59:28.711" v="3462" actId="478"/>
          <ac:spMkLst>
            <pc:docMk/>
            <pc:sldMk cId="81670008" sldId="350"/>
            <ac:spMk id="13" creationId="{674321DF-16BD-425F-BC4F-DA364E755D96}"/>
          </ac:spMkLst>
        </pc:spChg>
        <pc:spChg chg="del">
          <ac:chgData name="Ogburn, Sarah E" userId="c40d2df0-46c9-4be9-b5a6-5c158e399904" providerId="ADAL" clId="{ED94499B-9423-414A-A05A-5CD75CBE0E94}" dt="2024-06-14T21:59:28.711" v="3462" actId="478"/>
          <ac:spMkLst>
            <pc:docMk/>
            <pc:sldMk cId="81670008" sldId="350"/>
            <ac:spMk id="15" creationId="{D34A2A82-7F16-AF85-047A-278EC0061EE7}"/>
          </ac:spMkLst>
        </pc:spChg>
        <pc:spChg chg="del">
          <ac:chgData name="Ogburn, Sarah E" userId="c40d2df0-46c9-4be9-b5a6-5c158e399904" providerId="ADAL" clId="{ED94499B-9423-414A-A05A-5CD75CBE0E94}" dt="2024-06-14T21:59:28.711" v="3462" actId="478"/>
          <ac:spMkLst>
            <pc:docMk/>
            <pc:sldMk cId="81670008" sldId="350"/>
            <ac:spMk id="18" creationId="{0BB0808A-4626-638D-5892-C15B8561DA12}"/>
          </ac:spMkLst>
        </pc:spChg>
        <pc:spChg chg="add mod">
          <ac:chgData name="Ogburn, Sarah E" userId="c40d2df0-46c9-4be9-b5a6-5c158e399904" providerId="ADAL" clId="{ED94499B-9423-414A-A05A-5CD75CBE0E94}" dt="2024-06-14T21:59:29.876" v="3463"/>
          <ac:spMkLst>
            <pc:docMk/>
            <pc:sldMk cId="81670008" sldId="350"/>
            <ac:spMk id="19" creationId="{20E59582-DF1D-0A87-4E82-CD62080F419D}"/>
          </ac:spMkLst>
        </pc:spChg>
        <pc:spChg chg="add mod">
          <ac:chgData name="Ogburn, Sarah E" userId="c40d2df0-46c9-4be9-b5a6-5c158e399904" providerId="ADAL" clId="{ED94499B-9423-414A-A05A-5CD75CBE0E94}" dt="2024-06-14T21:59:29.876" v="3463"/>
          <ac:spMkLst>
            <pc:docMk/>
            <pc:sldMk cId="81670008" sldId="350"/>
            <ac:spMk id="21" creationId="{3E420488-8406-1D98-20F4-62E46461FF5E}"/>
          </ac:spMkLst>
        </pc:spChg>
        <pc:spChg chg="del">
          <ac:chgData name="Ogburn, Sarah E" userId="c40d2df0-46c9-4be9-b5a6-5c158e399904" providerId="ADAL" clId="{ED94499B-9423-414A-A05A-5CD75CBE0E94}" dt="2024-06-14T21:59:14.593" v="3461" actId="478"/>
          <ac:spMkLst>
            <pc:docMk/>
            <pc:sldMk cId="81670008" sldId="350"/>
            <ac:spMk id="31" creationId="{3ED36B34-B845-30C5-1DFA-6FB4B16F435D}"/>
          </ac:spMkLst>
        </pc:spChg>
        <pc:picChg chg="mod">
          <ac:chgData name="Ogburn, Sarah E" userId="c40d2df0-46c9-4be9-b5a6-5c158e399904" providerId="ADAL" clId="{ED94499B-9423-414A-A05A-5CD75CBE0E94}" dt="2024-06-14T21:58:58.644" v="3460" actId="166"/>
          <ac:picMkLst>
            <pc:docMk/>
            <pc:sldMk cId="81670008" sldId="350"/>
            <ac:picMk id="1026" creationId="{16B7E9A8-3F4A-62BD-B384-97A094DF6CEE}"/>
          </ac:picMkLst>
        </pc:picChg>
        <pc:cxnChg chg="add mod">
          <ac:chgData name="Ogburn, Sarah E" userId="c40d2df0-46c9-4be9-b5a6-5c158e399904" providerId="ADAL" clId="{ED94499B-9423-414A-A05A-5CD75CBE0E94}" dt="2024-06-14T21:59:29.876" v="3463"/>
          <ac:cxnSpMkLst>
            <pc:docMk/>
            <pc:sldMk cId="81670008" sldId="350"/>
            <ac:cxnSpMk id="4" creationId="{77FD1508-79F9-7181-6F7C-46A79659F1DA}"/>
          </ac:cxnSpMkLst>
        </pc:cxnChg>
        <pc:cxnChg chg="del">
          <ac:chgData name="Ogburn, Sarah E" userId="c40d2df0-46c9-4be9-b5a6-5c158e399904" providerId="ADAL" clId="{ED94499B-9423-414A-A05A-5CD75CBE0E94}" dt="2024-06-14T21:59:28.711" v="3462" actId="478"/>
          <ac:cxnSpMkLst>
            <pc:docMk/>
            <pc:sldMk cId="81670008" sldId="350"/>
            <ac:cxnSpMk id="10" creationId="{795EB9CC-5105-F4F4-D41F-26D2401475B5}"/>
          </ac:cxnSpMkLst>
        </pc:cxnChg>
        <pc:cxnChg chg="del">
          <ac:chgData name="Ogburn, Sarah E" userId="c40d2df0-46c9-4be9-b5a6-5c158e399904" providerId="ADAL" clId="{ED94499B-9423-414A-A05A-5CD75CBE0E94}" dt="2024-06-14T21:59:28.711" v="3462" actId="478"/>
          <ac:cxnSpMkLst>
            <pc:docMk/>
            <pc:sldMk cId="81670008" sldId="350"/>
            <ac:cxnSpMk id="12" creationId="{AF29B266-C089-EC2C-6380-E8ADD837AC0B}"/>
          </ac:cxnSpMkLst>
        </pc:cxnChg>
        <pc:cxnChg chg="del">
          <ac:chgData name="Ogburn, Sarah E" userId="c40d2df0-46c9-4be9-b5a6-5c158e399904" providerId="ADAL" clId="{ED94499B-9423-414A-A05A-5CD75CBE0E94}" dt="2024-06-14T21:59:28.711" v="3462" actId="478"/>
          <ac:cxnSpMkLst>
            <pc:docMk/>
            <pc:sldMk cId="81670008" sldId="350"/>
            <ac:cxnSpMk id="14" creationId="{2085E3B0-6BFD-3B1B-C710-75A7003B6F29}"/>
          </ac:cxnSpMkLst>
        </pc:cxnChg>
        <pc:cxnChg chg="add mod">
          <ac:chgData name="Ogburn, Sarah E" userId="c40d2df0-46c9-4be9-b5a6-5c158e399904" providerId="ADAL" clId="{ED94499B-9423-414A-A05A-5CD75CBE0E94}" dt="2024-06-14T21:59:29.876" v="3463"/>
          <ac:cxnSpMkLst>
            <pc:docMk/>
            <pc:sldMk cId="81670008" sldId="350"/>
            <ac:cxnSpMk id="16" creationId="{0DDA6138-B363-72A9-6200-423A70CD4F04}"/>
          </ac:cxnSpMkLst>
        </pc:cxnChg>
        <pc:cxnChg chg="del">
          <ac:chgData name="Ogburn, Sarah E" userId="c40d2df0-46c9-4be9-b5a6-5c158e399904" providerId="ADAL" clId="{ED94499B-9423-414A-A05A-5CD75CBE0E94}" dt="2024-06-14T21:59:28.711" v="3462" actId="478"/>
          <ac:cxnSpMkLst>
            <pc:docMk/>
            <pc:sldMk cId="81670008" sldId="350"/>
            <ac:cxnSpMk id="17" creationId="{41F60DC1-7388-5B02-FE4C-EE925561B75A}"/>
          </ac:cxnSpMkLst>
        </pc:cxnChg>
        <pc:cxnChg chg="add mod">
          <ac:chgData name="Ogburn, Sarah E" userId="c40d2df0-46c9-4be9-b5a6-5c158e399904" providerId="ADAL" clId="{ED94499B-9423-414A-A05A-5CD75CBE0E94}" dt="2024-06-14T21:59:29.876" v="3463"/>
          <ac:cxnSpMkLst>
            <pc:docMk/>
            <pc:sldMk cId="81670008" sldId="350"/>
            <ac:cxnSpMk id="20" creationId="{233FBBAE-5846-CAC4-FFBD-C922ACDCDB72}"/>
          </ac:cxnSpMkLst>
        </pc:cxnChg>
        <pc:cxnChg chg="add mod">
          <ac:chgData name="Ogburn, Sarah E" userId="c40d2df0-46c9-4be9-b5a6-5c158e399904" providerId="ADAL" clId="{ED94499B-9423-414A-A05A-5CD75CBE0E94}" dt="2024-06-14T21:59:29.876" v="3463"/>
          <ac:cxnSpMkLst>
            <pc:docMk/>
            <pc:sldMk cId="81670008" sldId="350"/>
            <ac:cxnSpMk id="22" creationId="{58A5A1D4-4851-1D0B-CAB1-046B34CEA735}"/>
          </ac:cxnSpMkLst>
        </pc:cxnChg>
      </pc:sldChg>
      <pc:sldChg chg="addSp delSp modSp add mod setBg delAnim modAnim">
        <pc:chgData name="Ogburn, Sarah E" userId="c40d2df0-46c9-4be9-b5a6-5c158e399904" providerId="ADAL" clId="{ED94499B-9423-414A-A05A-5CD75CBE0E94}" dt="2024-06-14T22:01:41.986" v="3487" actId="208"/>
        <pc:sldMkLst>
          <pc:docMk/>
          <pc:sldMk cId="3534992094" sldId="354"/>
        </pc:sldMkLst>
        <pc:spChg chg="del mod">
          <ac:chgData name="Ogburn, Sarah E" userId="c40d2df0-46c9-4be9-b5a6-5c158e399904" providerId="ADAL" clId="{ED94499B-9423-414A-A05A-5CD75CBE0E94}" dt="2024-06-14T21:58:10.919" v="3446" actId="478"/>
          <ac:spMkLst>
            <pc:docMk/>
            <pc:sldMk cId="3534992094" sldId="354"/>
            <ac:spMk id="2" creationId="{05ADCD73-CA04-CFB4-FEA6-D79754C48E94}"/>
          </ac:spMkLst>
        </pc:spChg>
        <pc:spChg chg="mod">
          <ac:chgData name="Ogburn, Sarah E" userId="c40d2df0-46c9-4be9-b5a6-5c158e399904" providerId="ADAL" clId="{ED94499B-9423-414A-A05A-5CD75CBE0E94}" dt="2024-06-14T21:57:02.784" v="3425" actId="208"/>
          <ac:spMkLst>
            <pc:docMk/>
            <pc:sldMk cId="3534992094" sldId="354"/>
            <ac:spMk id="7" creationId="{5BAC74A7-E762-F9FF-14EA-12B1DA3DD521}"/>
          </ac:spMkLst>
        </pc:spChg>
        <pc:spChg chg="add mod">
          <ac:chgData name="Ogburn, Sarah E" userId="c40d2df0-46c9-4be9-b5a6-5c158e399904" providerId="ADAL" clId="{ED94499B-9423-414A-A05A-5CD75CBE0E94}" dt="2024-06-14T22:01:41.986" v="3487" actId="208"/>
          <ac:spMkLst>
            <pc:docMk/>
            <pc:sldMk cId="3534992094" sldId="354"/>
            <ac:spMk id="9" creationId="{62E46613-82E7-6530-35D8-BEA77623AB21}"/>
          </ac:spMkLst>
        </pc:spChg>
        <pc:spChg chg="mod">
          <ac:chgData name="Ogburn, Sarah E" userId="c40d2df0-46c9-4be9-b5a6-5c158e399904" providerId="ADAL" clId="{ED94499B-9423-414A-A05A-5CD75CBE0E94}" dt="2024-06-14T21:57:39.925" v="3434" actId="207"/>
          <ac:spMkLst>
            <pc:docMk/>
            <pc:sldMk cId="3534992094" sldId="354"/>
            <ac:spMk id="11" creationId="{3B2612CE-9FF6-681C-BA55-61F33FCBFAC7}"/>
          </ac:spMkLst>
        </pc:spChg>
        <pc:spChg chg="mod">
          <ac:chgData name="Ogburn, Sarah E" userId="c40d2df0-46c9-4be9-b5a6-5c158e399904" providerId="ADAL" clId="{ED94499B-9423-414A-A05A-5CD75CBE0E94}" dt="2024-06-14T21:57:43.165" v="3435" actId="207"/>
          <ac:spMkLst>
            <pc:docMk/>
            <pc:sldMk cId="3534992094" sldId="354"/>
            <ac:spMk id="13" creationId="{674321DF-16BD-425F-BC4F-DA364E755D96}"/>
          </ac:spMkLst>
        </pc:spChg>
        <pc:spChg chg="mod">
          <ac:chgData name="Ogburn, Sarah E" userId="c40d2df0-46c9-4be9-b5a6-5c158e399904" providerId="ADAL" clId="{ED94499B-9423-414A-A05A-5CD75CBE0E94}" dt="2024-06-14T21:57:31.092" v="3430" actId="207"/>
          <ac:spMkLst>
            <pc:docMk/>
            <pc:sldMk cId="3534992094" sldId="354"/>
            <ac:spMk id="15" creationId="{D34A2A82-7F16-AF85-047A-278EC0061EE7}"/>
          </ac:spMkLst>
        </pc:spChg>
        <pc:spChg chg="mod">
          <ac:chgData name="Ogburn, Sarah E" userId="c40d2df0-46c9-4be9-b5a6-5c158e399904" providerId="ADAL" clId="{ED94499B-9423-414A-A05A-5CD75CBE0E94}" dt="2024-06-14T21:57:35.754" v="3432" actId="207"/>
          <ac:spMkLst>
            <pc:docMk/>
            <pc:sldMk cId="3534992094" sldId="354"/>
            <ac:spMk id="18" creationId="{0BB0808A-4626-638D-5892-C15B8561DA12}"/>
          </ac:spMkLst>
        </pc:spChg>
        <pc:picChg chg="mod">
          <ac:chgData name="Ogburn, Sarah E" userId="c40d2df0-46c9-4be9-b5a6-5c158e399904" providerId="ADAL" clId="{ED94499B-9423-414A-A05A-5CD75CBE0E94}" dt="2024-06-14T21:58:25.436" v="3449" actId="1076"/>
          <ac:picMkLst>
            <pc:docMk/>
            <pc:sldMk cId="3534992094" sldId="354"/>
            <ac:picMk id="5" creationId="{B11B0457-396D-68B6-EDB3-21758D7F39CE}"/>
          </ac:picMkLst>
        </pc:picChg>
        <pc:cxnChg chg="mod ord">
          <ac:chgData name="Ogburn, Sarah E" userId="c40d2df0-46c9-4be9-b5a6-5c158e399904" providerId="ADAL" clId="{ED94499B-9423-414A-A05A-5CD75CBE0E94}" dt="2024-06-14T21:58:14.909" v="3447" actId="14100"/>
          <ac:cxnSpMkLst>
            <pc:docMk/>
            <pc:sldMk cId="3534992094" sldId="354"/>
            <ac:cxnSpMk id="12" creationId="{AF29B266-C089-EC2C-6380-E8ADD837AC0B}"/>
          </ac:cxnSpMkLst>
        </pc:cxnChg>
      </pc:sldChg>
      <pc:sldChg chg="addSp delSp modSp add mod setBg addAnim delAnim modAnim">
        <pc:chgData name="Ogburn, Sarah E" userId="c40d2df0-46c9-4be9-b5a6-5c158e399904" providerId="ADAL" clId="{ED94499B-9423-414A-A05A-5CD75CBE0E94}" dt="2024-06-14T22:05:23.178" v="3723" actId="20577"/>
        <pc:sldMkLst>
          <pc:docMk/>
          <pc:sldMk cId="2511846812" sldId="355"/>
        </pc:sldMkLst>
        <pc:spChg chg="add mod">
          <ac:chgData name="Ogburn, Sarah E" userId="c40d2df0-46c9-4be9-b5a6-5c158e399904" providerId="ADAL" clId="{ED94499B-9423-414A-A05A-5CD75CBE0E94}" dt="2024-06-14T22:01:59.646" v="3491" actId="1076"/>
          <ac:spMkLst>
            <pc:docMk/>
            <pc:sldMk cId="2511846812" sldId="355"/>
            <ac:spMk id="2" creationId="{91B268A0-0144-EB78-4C40-946D1560D856}"/>
          </ac:spMkLst>
        </pc:spChg>
        <pc:spChg chg="add mod">
          <ac:chgData name="Ogburn, Sarah E" userId="c40d2df0-46c9-4be9-b5a6-5c158e399904" providerId="ADAL" clId="{ED94499B-9423-414A-A05A-5CD75CBE0E94}" dt="2024-06-14T22:05:23.178" v="3723" actId="20577"/>
          <ac:spMkLst>
            <pc:docMk/>
            <pc:sldMk cId="2511846812" sldId="355"/>
            <ac:spMk id="4" creationId="{0A1C9667-18B8-3A60-6F33-21936C9C4AE3}"/>
          </ac:spMkLst>
        </pc:spChg>
        <pc:spChg chg="mod">
          <ac:chgData name="Ogburn, Sarah E" userId="c40d2df0-46c9-4be9-b5a6-5c158e399904" providerId="ADAL" clId="{ED94499B-9423-414A-A05A-5CD75CBE0E94}" dt="2024-06-14T22:01:47.081" v="3489" actId="207"/>
          <ac:spMkLst>
            <pc:docMk/>
            <pc:sldMk cId="2511846812" sldId="355"/>
            <ac:spMk id="7" creationId="{9D59D32E-84B5-A468-031A-6546D4B12586}"/>
          </ac:spMkLst>
        </pc:spChg>
        <pc:spChg chg="del">
          <ac:chgData name="Ogburn, Sarah E" userId="c40d2df0-46c9-4be9-b5a6-5c158e399904" providerId="ADAL" clId="{ED94499B-9423-414A-A05A-5CD75CBE0E94}" dt="2024-06-14T22:01:10.958" v="3482" actId="478"/>
          <ac:spMkLst>
            <pc:docMk/>
            <pc:sldMk cId="2511846812" sldId="355"/>
            <ac:spMk id="8" creationId="{588A0066-C171-883C-03A4-FD41906EEEDA}"/>
          </ac:spMkLst>
        </pc:spChg>
        <pc:picChg chg="del">
          <ac:chgData name="Ogburn, Sarah E" userId="c40d2df0-46c9-4be9-b5a6-5c158e399904" providerId="ADAL" clId="{ED94499B-9423-414A-A05A-5CD75CBE0E94}" dt="2024-06-14T22:01:07.703" v="3481" actId="478"/>
          <ac:picMkLst>
            <pc:docMk/>
            <pc:sldMk cId="2511846812" sldId="355"/>
            <ac:picMk id="5" creationId="{EC01832F-DA4C-27FF-E290-05C4C6FC5D55}"/>
          </ac:picMkLst>
        </pc:picChg>
        <pc:picChg chg="del">
          <ac:chgData name="Ogburn, Sarah E" userId="c40d2df0-46c9-4be9-b5a6-5c158e399904" providerId="ADAL" clId="{ED94499B-9423-414A-A05A-5CD75CBE0E94}" dt="2024-06-14T22:00:56.039" v="3477" actId="478"/>
          <ac:picMkLst>
            <pc:docMk/>
            <pc:sldMk cId="2511846812" sldId="355"/>
            <ac:picMk id="10" creationId="{8D5CB690-9D4F-395F-D0CC-6282FF8D119C}"/>
          </ac:picMkLst>
        </pc:picChg>
        <pc:picChg chg="add del mod">
          <ac:chgData name="Ogburn, Sarah E" userId="c40d2df0-46c9-4be9-b5a6-5c158e399904" providerId="ADAL" clId="{ED94499B-9423-414A-A05A-5CD75CBE0E94}" dt="2024-06-14T22:01:15.939" v="3483" actId="1076"/>
          <ac:picMkLst>
            <pc:docMk/>
            <pc:sldMk cId="2511846812" sldId="355"/>
            <ac:picMk id="12" creationId="{483D40A7-1F12-9470-FB04-07E3BA198CDC}"/>
          </ac:picMkLst>
        </pc:picChg>
        <pc:cxnChg chg="add mod">
          <ac:chgData name="Ogburn, Sarah E" userId="c40d2df0-46c9-4be9-b5a6-5c158e399904" providerId="ADAL" clId="{ED94499B-9423-414A-A05A-5CD75CBE0E94}" dt="2024-06-14T22:01:59.646" v="3491" actId="1076"/>
          <ac:cxnSpMkLst>
            <pc:docMk/>
            <pc:sldMk cId="2511846812" sldId="355"/>
            <ac:cxnSpMk id="3" creationId="{CCC129CF-9CE4-2EE1-DA59-676BAF0E422D}"/>
          </ac:cxnSpMkLst>
        </pc:cxnChg>
      </pc:sldChg>
      <pc:sldChg chg="modSp add">
        <pc:chgData name="Ogburn, Sarah E" userId="c40d2df0-46c9-4be9-b5a6-5c158e399904" providerId="ADAL" clId="{ED94499B-9423-414A-A05A-5CD75CBE0E94}" dt="2024-06-14T00:55:43.657" v="3219"/>
        <pc:sldMkLst>
          <pc:docMk/>
          <pc:sldMk cId="2480157372" sldId="371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83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84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8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86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8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8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89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90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2480157372" sldId="371"/>
            <ac:spMk id="46091" creationId="{00000000-0000-0000-0000-000000000000}"/>
          </ac:spMkLst>
        </pc:s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480157372" sldId="371"/>
            <ac:picMk id="13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2480157372" sldId="371"/>
            <ac:picMk id="46082" creationId="{00000000-0000-0000-0000-000000000000}"/>
          </ac:picMkLst>
        </pc:picChg>
      </pc:sldChg>
      <pc:sldChg chg="addSp modSp add mod ord">
        <pc:chgData name="Ogburn, Sarah E" userId="c40d2df0-46c9-4be9-b5a6-5c158e399904" providerId="ADAL" clId="{ED94499B-9423-414A-A05A-5CD75CBE0E94}" dt="2024-06-14T00:58:25.120" v="3249"/>
        <pc:sldMkLst>
          <pc:docMk/>
          <pc:sldMk cId="930291661" sldId="394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930291661" sldId="394"/>
            <ac:spMk id="2" creationId="{523FE2DC-E84F-E051-5DA6-8C9AB2356DC8}"/>
          </ac:spMkLst>
        </pc:spChg>
        <pc:spChg chg="mod">
          <ac:chgData name="Ogburn, Sarah E" userId="c40d2df0-46c9-4be9-b5a6-5c158e399904" providerId="ADAL" clId="{ED94499B-9423-414A-A05A-5CD75CBE0E94}" dt="2024-06-14T00:58:25.120" v="3249"/>
          <ac:spMkLst>
            <pc:docMk/>
            <pc:sldMk cId="930291661" sldId="394"/>
            <ac:spMk id="6" creationId="{C09F7100-530D-5E41-1F04-372E33187637}"/>
          </ac:spMkLst>
        </pc:spChg>
        <pc:grpChg chg="add mod">
          <ac:chgData name="Ogburn, Sarah E" userId="c40d2df0-46c9-4be9-b5a6-5c158e399904" providerId="ADAL" clId="{ED94499B-9423-414A-A05A-5CD75CBE0E94}" dt="2024-06-14T00:58:25.120" v="3249"/>
          <ac:grpSpMkLst>
            <pc:docMk/>
            <pc:sldMk cId="930291661" sldId="394"/>
            <ac:grpSpMk id="3" creationId="{FE7822E6-98C4-FD8B-B54D-8CA03441BA73}"/>
          </ac:grpSpMkLst>
        </pc:grpChg>
        <pc:grpChg chg="mod">
          <ac:chgData name="Ogburn, Sarah E" userId="c40d2df0-46c9-4be9-b5a6-5c158e399904" providerId="ADAL" clId="{ED94499B-9423-414A-A05A-5CD75CBE0E94}" dt="2024-06-14T00:58:25.120" v="3249"/>
          <ac:grpSpMkLst>
            <pc:docMk/>
            <pc:sldMk cId="930291661" sldId="394"/>
            <ac:grpSpMk id="7" creationId="{AAD10EBE-40E1-CAEE-6A47-507CBAE2CAA7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930291661" sldId="394"/>
            <ac:picMk id="4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930291661" sldId="394"/>
            <ac:picMk id="5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8:25.120" v="3249"/>
          <ac:picMkLst>
            <pc:docMk/>
            <pc:sldMk cId="930291661" sldId="394"/>
            <ac:picMk id="8" creationId="{DEBF6FAD-BF50-8F85-71AC-B9251711B654}"/>
          </ac:picMkLst>
        </pc:picChg>
        <pc:picChg chg="mod">
          <ac:chgData name="Ogburn, Sarah E" userId="c40d2df0-46c9-4be9-b5a6-5c158e399904" providerId="ADAL" clId="{ED94499B-9423-414A-A05A-5CD75CBE0E94}" dt="2024-06-14T00:58:25.120" v="3249"/>
          <ac:picMkLst>
            <pc:docMk/>
            <pc:sldMk cId="930291661" sldId="394"/>
            <ac:picMk id="9" creationId="{EDDAFE15-0FA7-FF5F-4F1F-86CC395E8C78}"/>
          </ac:picMkLst>
        </pc:picChg>
        <pc:picChg chg="mod">
          <ac:chgData name="Ogburn, Sarah E" userId="c40d2df0-46c9-4be9-b5a6-5c158e399904" providerId="ADAL" clId="{ED94499B-9423-414A-A05A-5CD75CBE0E94}" dt="2024-06-14T00:58:25.120" v="3249"/>
          <ac:picMkLst>
            <pc:docMk/>
            <pc:sldMk cId="930291661" sldId="394"/>
            <ac:picMk id="10" creationId="{922E2B6E-6C27-7D12-C30C-A2B8F0696BCA}"/>
          </ac:picMkLst>
        </pc:picChg>
      </pc:sldChg>
      <pc:sldChg chg="addSp delSp modSp add mod ord">
        <pc:chgData name="Ogburn, Sarah E" userId="c40d2df0-46c9-4be9-b5a6-5c158e399904" providerId="ADAL" clId="{ED94499B-9423-414A-A05A-5CD75CBE0E94}" dt="2024-06-14T00:58:50.615" v="3257"/>
        <pc:sldMkLst>
          <pc:docMk/>
          <pc:sldMk cId="3321239977" sldId="395"/>
        </pc:sld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321239977" sldId="395"/>
            <ac:spMk id="2" creationId="{E576E6B2-4926-3359-D2F1-CE4E72DAD816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321239977" sldId="395"/>
            <ac:spMk id="5" creationId="{228F889F-448A-AD42-16BF-156E5F77AD3F}"/>
          </ac:spMkLst>
        </pc:spChg>
        <pc:spChg chg="mod">
          <ac:chgData name="Ogburn, Sarah E" userId="c40d2df0-46c9-4be9-b5a6-5c158e399904" providerId="ADAL" clId="{ED94499B-9423-414A-A05A-5CD75CBE0E94}" dt="2024-06-14T00:58:50.615" v="3257"/>
          <ac:spMkLst>
            <pc:docMk/>
            <pc:sldMk cId="3321239977" sldId="395"/>
            <ac:spMk id="6" creationId="{4A1429F0-631B-D45D-20F7-E5986DCE350B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3321239977" sldId="395"/>
            <ac:spMk id="7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0:58:50.615" v="3257"/>
          <ac:grpSpMkLst>
            <pc:docMk/>
            <pc:sldMk cId="3321239977" sldId="395"/>
            <ac:grpSpMk id="4" creationId="{215F302E-65A9-B5B6-5856-49C6F416E0F4}"/>
          </ac:grpSpMkLst>
        </pc:grpChg>
        <pc:grpChg chg="mod">
          <ac:chgData name="Ogburn, Sarah E" userId="c40d2df0-46c9-4be9-b5a6-5c158e399904" providerId="ADAL" clId="{ED94499B-9423-414A-A05A-5CD75CBE0E94}" dt="2024-06-14T00:58:50.615" v="3257"/>
          <ac:grpSpMkLst>
            <pc:docMk/>
            <pc:sldMk cId="3321239977" sldId="395"/>
            <ac:grpSpMk id="8" creationId="{F5292B92-D30B-992D-17BF-F0555455D397}"/>
          </ac:grpSpMkLst>
        </pc:grpChg>
        <pc:graphicFrameChg chg="add mod modGraphic">
          <ac:chgData name="Ogburn, Sarah E" userId="c40d2df0-46c9-4be9-b5a6-5c158e399904" providerId="ADAL" clId="{ED94499B-9423-414A-A05A-5CD75CBE0E94}" dt="2024-06-14T00:55:43.657" v="3219"/>
          <ac:graphicFrameMkLst>
            <pc:docMk/>
            <pc:sldMk cId="3321239977" sldId="395"/>
            <ac:graphicFrameMk id="3" creationId="{F6ECAB8B-A387-3A40-32AE-C488145C8961}"/>
          </ac:graphicFrameMkLst>
        </pc:graphicFrameChg>
        <pc:picChg chg="del">
          <ac:chgData name="Ogburn, Sarah E" userId="c40d2df0-46c9-4be9-b5a6-5c158e399904" providerId="ADAL" clId="{ED94499B-9423-414A-A05A-5CD75CBE0E94}" dt="2024-06-10T23:26:54.036" v="924" actId="478"/>
          <ac:picMkLst>
            <pc:docMk/>
            <pc:sldMk cId="3321239977" sldId="395"/>
            <ac:picMk id="9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8:50.615" v="3257"/>
          <ac:picMkLst>
            <pc:docMk/>
            <pc:sldMk cId="3321239977" sldId="395"/>
            <ac:picMk id="9" creationId="{FEA69512-5FF4-34CE-595F-83EBCE2E68B7}"/>
          </ac:picMkLst>
        </pc:picChg>
        <pc:picChg chg="mod">
          <ac:chgData name="Ogburn, Sarah E" userId="c40d2df0-46c9-4be9-b5a6-5c158e399904" providerId="ADAL" clId="{ED94499B-9423-414A-A05A-5CD75CBE0E94}" dt="2024-06-14T00:58:50.615" v="3257"/>
          <ac:picMkLst>
            <pc:docMk/>
            <pc:sldMk cId="3321239977" sldId="395"/>
            <ac:picMk id="10" creationId="{4F8BC1CA-4259-F69F-FD23-9948AA7D89A6}"/>
          </ac:picMkLst>
        </pc:picChg>
        <pc:picChg chg="mod">
          <ac:chgData name="Ogburn, Sarah E" userId="c40d2df0-46c9-4be9-b5a6-5c158e399904" providerId="ADAL" clId="{ED94499B-9423-414A-A05A-5CD75CBE0E94}" dt="2024-06-14T00:58:50.615" v="3257"/>
          <ac:picMkLst>
            <pc:docMk/>
            <pc:sldMk cId="3321239977" sldId="395"/>
            <ac:picMk id="11" creationId="{0BC9F9F8-7798-839D-C26F-67560F4203AE}"/>
          </ac:picMkLst>
        </pc:picChg>
      </pc:sldChg>
      <pc:sldChg chg="addSp modSp new mod modClrScheme chgLayout">
        <pc:chgData name="Ogburn, Sarah E" userId="c40d2df0-46c9-4be9-b5a6-5c158e399904" providerId="ADAL" clId="{ED94499B-9423-414A-A05A-5CD75CBE0E94}" dt="2024-06-14T01:00:03.438" v="3273" actId="207"/>
        <pc:sldMkLst>
          <pc:docMk/>
          <pc:sldMk cId="2487042764" sldId="396"/>
        </pc:sldMkLst>
        <pc:spChg chg="add mod ord">
          <ac:chgData name="Ogburn, Sarah E" userId="c40d2df0-46c9-4be9-b5a6-5c158e399904" providerId="ADAL" clId="{ED94499B-9423-414A-A05A-5CD75CBE0E94}" dt="2024-06-14T01:00:03.438" v="3273" actId="207"/>
          <ac:spMkLst>
            <pc:docMk/>
            <pc:sldMk cId="2487042764" sldId="396"/>
            <ac:spMk id="2" creationId="{6F04C4F0-0C78-8611-B2CD-7AC2CD42D518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2487042764" sldId="396"/>
            <ac:spMk id="3" creationId="{EC62BDD6-7AFF-FBFE-0E48-0EB3B3CE67DD}"/>
          </ac:spMkLst>
        </pc:spChg>
        <pc:spChg chg="mod">
          <ac:chgData name="Ogburn, Sarah E" userId="c40d2df0-46c9-4be9-b5a6-5c158e399904" providerId="ADAL" clId="{ED94499B-9423-414A-A05A-5CD75CBE0E94}" dt="2024-06-14T00:59:04.066" v="3261"/>
          <ac:spMkLst>
            <pc:docMk/>
            <pc:sldMk cId="2487042764" sldId="396"/>
            <ac:spMk id="5" creationId="{CC6E2434-235F-CDE6-81C6-3A7BA1C38EE8}"/>
          </ac:spMkLst>
        </pc:spChg>
        <pc:grpChg chg="add mod">
          <ac:chgData name="Ogburn, Sarah E" userId="c40d2df0-46c9-4be9-b5a6-5c158e399904" providerId="ADAL" clId="{ED94499B-9423-414A-A05A-5CD75CBE0E94}" dt="2024-06-14T00:59:04.066" v="3261"/>
          <ac:grpSpMkLst>
            <pc:docMk/>
            <pc:sldMk cId="2487042764" sldId="396"/>
            <ac:grpSpMk id="4" creationId="{5735E432-2D00-DD36-04DC-4587DCA708AA}"/>
          </ac:grpSpMkLst>
        </pc:grpChg>
        <pc:grpChg chg="mod">
          <ac:chgData name="Ogburn, Sarah E" userId="c40d2df0-46c9-4be9-b5a6-5c158e399904" providerId="ADAL" clId="{ED94499B-9423-414A-A05A-5CD75CBE0E94}" dt="2024-06-14T00:59:04.066" v="3261"/>
          <ac:grpSpMkLst>
            <pc:docMk/>
            <pc:sldMk cId="2487042764" sldId="396"/>
            <ac:grpSpMk id="6" creationId="{E5C16E94-95D6-65CD-AD0C-298B984A271E}"/>
          </ac:grpSpMkLst>
        </pc:grpChg>
        <pc:picChg chg="mod">
          <ac:chgData name="Ogburn, Sarah E" userId="c40d2df0-46c9-4be9-b5a6-5c158e399904" providerId="ADAL" clId="{ED94499B-9423-414A-A05A-5CD75CBE0E94}" dt="2024-06-14T00:59:04.066" v="3261"/>
          <ac:picMkLst>
            <pc:docMk/>
            <pc:sldMk cId="2487042764" sldId="396"/>
            <ac:picMk id="7" creationId="{EB955F48-22BA-A8F4-4806-ED091FB72EA5}"/>
          </ac:picMkLst>
        </pc:picChg>
        <pc:picChg chg="mod">
          <ac:chgData name="Ogburn, Sarah E" userId="c40d2df0-46c9-4be9-b5a6-5c158e399904" providerId="ADAL" clId="{ED94499B-9423-414A-A05A-5CD75CBE0E94}" dt="2024-06-14T00:59:04.066" v="3261"/>
          <ac:picMkLst>
            <pc:docMk/>
            <pc:sldMk cId="2487042764" sldId="396"/>
            <ac:picMk id="8" creationId="{D11D36E2-29B2-686F-B8B1-9330AD9CDF42}"/>
          </ac:picMkLst>
        </pc:picChg>
        <pc:picChg chg="mod">
          <ac:chgData name="Ogburn, Sarah E" userId="c40d2df0-46c9-4be9-b5a6-5c158e399904" providerId="ADAL" clId="{ED94499B-9423-414A-A05A-5CD75CBE0E94}" dt="2024-06-14T00:59:04.066" v="3261"/>
          <ac:picMkLst>
            <pc:docMk/>
            <pc:sldMk cId="2487042764" sldId="396"/>
            <ac:picMk id="9" creationId="{153B8EFF-53B5-4FF1-321D-D79DBBFE0071}"/>
          </ac:picMkLst>
        </pc:picChg>
      </pc:sldChg>
      <pc:sldChg chg="addSp modSp new mod">
        <pc:chgData name="Ogburn, Sarah E" userId="c40d2df0-46c9-4be9-b5a6-5c158e399904" providerId="ADAL" clId="{ED94499B-9423-414A-A05A-5CD75CBE0E94}" dt="2024-06-14T01:00:40.751" v="3315" actId="20577"/>
        <pc:sldMkLst>
          <pc:docMk/>
          <pc:sldMk cId="3790489508" sldId="397"/>
        </pc:sldMkLst>
        <pc:spChg chg="mod">
          <ac:chgData name="Ogburn, Sarah E" userId="c40d2df0-46c9-4be9-b5a6-5c158e399904" providerId="ADAL" clId="{ED94499B-9423-414A-A05A-5CD75CBE0E94}" dt="2024-06-14T01:00:40.751" v="3315" actId="20577"/>
          <ac:spMkLst>
            <pc:docMk/>
            <pc:sldMk cId="3790489508" sldId="397"/>
            <ac:spMk id="2" creationId="{B91882D5-B077-BAB9-82F3-B04C41E9DAA6}"/>
          </ac:spMkLst>
        </pc:spChg>
        <pc:spChg chg="mod">
          <ac:chgData name="Ogburn, Sarah E" userId="c40d2df0-46c9-4be9-b5a6-5c158e399904" providerId="ADAL" clId="{ED94499B-9423-414A-A05A-5CD75CBE0E94}" dt="2024-06-14T00:59:07.374" v="3262"/>
          <ac:spMkLst>
            <pc:docMk/>
            <pc:sldMk cId="3790489508" sldId="397"/>
            <ac:spMk id="5" creationId="{458F7A69-7F76-C988-C964-1B7134788C49}"/>
          </ac:spMkLst>
        </pc:spChg>
        <pc:grpChg chg="add mod">
          <ac:chgData name="Ogburn, Sarah E" userId="c40d2df0-46c9-4be9-b5a6-5c158e399904" providerId="ADAL" clId="{ED94499B-9423-414A-A05A-5CD75CBE0E94}" dt="2024-06-14T00:59:07.374" v="3262"/>
          <ac:grpSpMkLst>
            <pc:docMk/>
            <pc:sldMk cId="3790489508" sldId="397"/>
            <ac:grpSpMk id="4" creationId="{50DFB634-444B-9F3C-5888-F0B9E93C9230}"/>
          </ac:grpSpMkLst>
        </pc:grpChg>
        <pc:grpChg chg="mod">
          <ac:chgData name="Ogburn, Sarah E" userId="c40d2df0-46c9-4be9-b5a6-5c158e399904" providerId="ADAL" clId="{ED94499B-9423-414A-A05A-5CD75CBE0E94}" dt="2024-06-14T00:59:07.374" v="3262"/>
          <ac:grpSpMkLst>
            <pc:docMk/>
            <pc:sldMk cId="3790489508" sldId="397"/>
            <ac:grpSpMk id="6" creationId="{16E4C0E9-0365-278E-74E8-5F9A47BBB872}"/>
          </ac:grpSpMkLst>
        </pc:grpChg>
        <pc:picChg chg="add mod">
          <ac:chgData name="Ogburn, Sarah E" userId="c40d2df0-46c9-4be9-b5a6-5c158e399904" providerId="ADAL" clId="{ED94499B-9423-414A-A05A-5CD75CBE0E94}" dt="2024-06-14T00:55:43.657" v="3219"/>
          <ac:picMkLst>
            <pc:docMk/>
            <pc:sldMk cId="3790489508" sldId="397"/>
            <ac:picMk id="3" creationId="{B47C9BDF-574F-C002-7569-F1F57C4439BA}"/>
          </ac:picMkLst>
        </pc:picChg>
        <pc:picChg chg="mod">
          <ac:chgData name="Ogburn, Sarah E" userId="c40d2df0-46c9-4be9-b5a6-5c158e399904" providerId="ADAL" clId="{ED94499B-9423-414A-A05A-5CD75CBE0E94}" dt="2024-06-14T00:59:07.374" v="3262"/>
          <ac:picMkLst>
            <pc:docMk/>
            <pc:sldMk cId="3790489508" sldId="397"/>
            <ac:picMk id="7" creationId="{7134EAF8-4B62-E7C4-F19E-E51A67CC2506}"/>
          </ac:picMkLst>
        </pc:picChg>
        <pc:picChg chg="mod">
          <ac:chgData name="Ogburn, Sarah E" userId="c40d2df0-46c9-4be9-b5a6-5c158e399904" providerId="ADAL" clId="{ED94499B-9423-414A-A05A-5CD75CBE0E94}" dt="2024-06-14T00:59:07.374" v="3262"/>
          <ac:picMkLst>
            <pc:docMk/>
            <pc:sldMk cId="3790489508" sldId="397"/>
            <ac:picMk id="8" creationId="{C2B0439A-04CC-BF8B-27A7-04916F207A87}"/>
          </ac:picMkLst>
        </pc:picChg>
        <pc:picChg chg="mod">
          <ac:chgData name="Ogburn, Sarah E" userId="c40d2df0-46c9-4be9-b5a6-5c158e399904" providerId="ADAL" clId="{ED94499B-9423-414A-A05A-5CD75CBE0E94}" dt="2024-06-14T00:59:07.374" v="3262"/>
          <ac:picMkLst>
            <pc:docMk/>
            <pc:sldMk cId="3790489508" sldId="397"/>
            <ac:picMk id="9" creationId="{F5564A1E-8021-7D0E-BEBE-89B3CCD127E3}"/>
          </ac:picMkLst>
        </pc:picChg>
      </pc:sldChg>
      <pc:sldChg chg="addSp delSp modSp add">
        <pc:chgData name="Ogburn, Sarah E" userId="c40d2df0-46c9-4be9-b5a6-5c158e399904" providerId="ADAL" clId="{ED94499B-9423-414A-A05A-5CD75CBE0E94}" dt="2024-06-14T01:01:10.862" v="3324"/>
        <pc:sldMkLst>
          <pc:docMk/>
          <pc:sldMk cId="525821645" sldId="398"/>
        </pc:sldMkLst>
        <pc:spChg chg="mod">
          <ac:chgData name="Ogburn, Sarah E" userId="c40d2df0-46c9-4be9-b5a6-5c158e399904" providerId="ADAL" clId="{ED94499B-9423-414A-A05A-5CD75CBE0E94}" dt="2024-06-14T01:01:10.862" v="3324"/>
          <ac:spMkLst>
            <pc:docMk/>
            <pc:sldMk cId="525821645" sldId="398"/>
            <ac:spMk id="3" creationId="{22EC0D44-0388-0C2E-1BD1-A5D1EB53EC2E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25821645" sldId="398"/>
            <ac:spMk id="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525821645" sldId="398"/>
            <ac:spMk id="50178" creationId="{00000000-0000-0000-0000-000000000000}"/>
          </ac:spMkLst>
        </pc:spChg>
        <pc:spChg chg="del">
          <ac:chgData name="Ogburn, Sarah E" userId="c40d2df0-46c9-4be9-b5a6-5c158e399904" providerId="ADAL" clId="{ED94499B-9423-414A-A05A-5CD75CBE0E94}" dt="2024-06-11T16:18:19.054" v="1503" actId="478"/>
          <ac:spMkLst>
            <pc:docMk/>
            <pc:sldMk cId="525821645" sldId="398"/>
            <ac:spMk id="50180" creationId="{00000000-0000-0000-0000-000000000000}"/>
          </ac:spMkLst>
        </pc:spChg>
        <pc:grpChg chg="add mod">
          <ac:chgData name="Ogburn, Sarah E" userId="c40d2df0-46c9-4be9-b5a6-5c158e399904" providerId="ADAL" clId="{ED94499B-9423-414A-A05A-5CD75CBE0E94}" dt="2024-06-14T01:01:10.862" v="3324"/>
          <ac:grpSpMkLst>
            <pc:docMk/>
            <pc:sldMk cId="525821645" sldId="398"/>
            <ac:grpSpMk id="2" creationId="{12DDBD44-24FC-8FA4-F6F3-67E220EA26B9}"/>
          </ac:grpSpMkLst>
        </pc:grpChg>
        <pc:grpChg chg="mod">
          <ac:chgData name="Ogburn, Sarah E" userId="c40d2df0-46c9-4be9-b5a6-5c158e399904" providerId="ADAL" clId="{ED94499B-9423-414A-A05A-5CD75CBE0E94}" dt="2024-06-14T01:01:10.862" v="3324"/>
          <ac:grpSpMkLst>
            <pc:docMk/>
            <pc:sldMk cId="525821645" sldId="398"/>
            <ac:grpSpMk id="4" creationId="{0C11AA05-CB47-4845-BAE1-3E681820CDD1}"/>
          </ac:grpSpMkLst>
        </pc:gr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525821645" sldId="398"/>
            <ac:grpSpMk id="5" creationId="{00000000-0000-0000-0000-000000000000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525821645" sldId="398"/>
            <ac:picMk id="6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1:01:10.862" v="3324"/>
          <ac:picMkLst>
            <pc:docMk/>
            <pc:sldMk cId="525821645" sldId="398"/>
            <ac:picMk id="8" creationId="{D9C795C1-96B1-A019-B249-7BA62BE66B1A}"/>
          </ac:picMkLst>
        </pc:picChg>
        <pc:picChg chg="mod">
          <ac:chgData name="Ogburn, Sarah E" userId="c40d2df0-46c9-4be9-b5a6-5c158e399904" providerId="ADAL" clId="{ED94499B-9423-414A-A05A-5CD75CBE0E94}" dt="2024-06-14T01:01:10.862" v="3324"/>
          <ac:picMkLst>
            <pc:docMk/>
            <pc:sldMk cId="525821645" sldId="398"/>
            <ac:picMk id="9" creationId="{5D8D9129-53AD-7401-87DE-A4D0841B1651}"/>
          </ac:picMkLst>
        </pc:picChg>
        <pc:picChg chg="mod">
          <ac:chgData name="Ogburn, Sarah E" userId="c40d2df0-46c9-4be9-b5a6-5c158e399904" providerId="ADAL" clId="{ED94499B-9423-414A-A05A-5CD75CBE0E94}" dt="2024-06-14T01:01:10.862" v="3324"/>
          <ac:picMkLst>
            <pc:docMk/>
            <pc:sldMk cId="525821645" sldId="398"/>
            <ac:picMk id="10" creationId="{D498B69F-4193-19E0-5207-B4ECC15EEFB3}"/>
          </ac:picMkLst>
        </pc:picChg>
      </pc:sldChg>
      <pc:sldChg chg="addSp delSp modSp add mod ord delAnim chgLayout modNotes">
        <pc:chgData name="Ogburn, Sarah E" userId="c40d2df0-46c9-4be9-b5a6-5c158e399904" providerId="ADAL" clId="{ED94499B-9423-414A-A05A-5CD75CBE0E94}" dt="2024-06-14T00:55:43.657" v="3219"/>
        <pc:sldMkLst>
          <pc:docMk/>
          <pc:sldMk cId="0" sldId="399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0" sldId="399"/>
            <ac:spMk id="3" creationId="{A7F8A4F0-72C9-67D4-1125-C16175FF744F}"/>
          </ac:spMkLst>
        </pc:spChg>
        <pc:spChg chg="add del mod">
          <ac:chgData name="Ogburn, Sarah E" userId="c40d2df0-46c9-4be9-b5a6-5c158e399904" providerId="ADAL" clId="{ED94499B-9423-414A-A05A-5CD75CBE0E94}" dt="2024-06-11T17:02:39.776" v="2928" actId="478"/>
          <ac:spMkLst>
            <pc:docMk/>
            <pc:sldMk cId="0" sldId="399"/>
            <ac:spMk id="4" creationId="{858C6D27-5DB5-0DD4-26D9-5A1B2FAB14D3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0" sldId="399"/>
            <ac:spMk id="8" creationId="{EDEEDB30-D0F4-5D33-DC36-9C884B5C34D7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0" sldId="399"/>
            <ac:spMk id="14" creationId="{3A458A50-6999-B0BB-A7C0-85D2CD0E9667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0" sldId="399"/>
            <ac:spMk id="15" creationId="{5C3EDBD1-2BFE-34A8-FBFC-31EA525469F3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0" sldId="399"/>
            <ac:spMk id="19" creationId="{0712F0EB-A04F-0072-6B34-33F824022861}"/>
          </ac:spMkLst>
        </pc:spChg>
        <pc:spChg chg="del">
          <ac:chgData name="Ogburn, Sarah E" userId="c40d2df0-46c9-4be9-b5a6-5c158e399904" providerId="ADAL" clId="{ED94499B-9423-414A-A05A-5CD75CBE0E94}" dt="2024-06-11T16:47:03.008" v="2426" actId="478"/>
          <ac:spMkLst>
            <pc:docMk/>
            <pc:sldMk cId="0" sldId="399"/>
            <ac:spMk id="20" creationId="{E588077A-E5E1-4DF1-DDDD-41699D2FEC5C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0" sldId="399"/>
            <ac:spMk id="21" creationId="{404AF041-4E2D-C920-BF84-049FED8FD904}"/>
          </ac:spMkLst>
        </pc:spChg>
        <pc:spChg chg="del">
          <ac:chgData name="Ogburn, Sarah E" userId="c40d2df0-46c9-4be9-b5a6-5c158e399904" providerId="ADAL" clId="{ED94499B-9423-414A-A05A-5CD75CBE0E94}" dt="2024-06-11T16:41:25.960" v="2408" actId="478"/>
          <ac:spMkLst>
            <pc:docMk/>
            <pc:sldMk cId="0" sldId="399"/>
            <ac:spMk id="9221" creationId="{6C783443-0B0E-A42B-22FF-9A2ACBF7063A}"/>
          </ac:spMkLst>
        </pc:s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0" sldId="399"/>
            <ac:picMk id="5" creationId="{95B15422-260B-C1D1-2D62-5318E603A0FB}"/>
          </ac:picMkLst>
        </pc:picChg>
        <pc:picChg chg="add mod">
          <ac:chgData name="Ogburn, Sarah E" userId="c40d2df0-46c9-4be9-b5a6-5c158e399904" providerId="ADAL" clId="{ED94499B-9423-414A-A05A-5CD75CBE0E94}" dt="2024-06-14T00:55:43.657" v="3219"/>
          <ac:picMkLst>
            <pc:docMk/>
            <pc:sldMk cId="0" sldId="399"/>
            <ac:picMk id="7" creationId="{85FE03DF-7B42-8827-6A91-7A3823060BFE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0" sldId="399"/>
            <ac:picMk id="10" creationId="{2BDE6B2A-2440-DA92-B0F0-354B696AE605}"/>
          </ac:picMkLst>
        </pc:picChg>
        <pc:picChg chg="del">
          <ac:chgData name="Ogburn, Sarah E" userId="c40d2df0-46c9-4be9-b5a6-5c158e399904" providerId="ADAL" clId="{ED94499B-9423-414A-A05A-5CD75CBE0E94}" dt="2024-06-11T17:02:37.827" v="2927" actId="478"/>
          <ac:picMkLst>
            <pc:docMk/>
            <pc:sldMk cId="0" sldId="399"/>
            <ac:picMk id="18" creationId="{3D2EA888-8134-FA5C-48E4-AA9E5B8278D0}"/>
          </ac:picMkLst>
        </pc:picChg>
      </pc:sldChg>
      <pc:sldChg chg="addSp modSp new mod chgLayout">
        <pc:chgData name="Ogburn, Sarah E" userId="c40d2df0-46c9-4be9-b5a6-5c158e399904" providerId="ADAL" clId="{ED94499B-9423-414A-A05A-5CD75CBE0E94}" dt="2024-06-14T00:55:43.657" v="3219"/>
        <pc:sldMkLst>
          <pc:docMk/>
          <pc:sldMk cId="3832246423" sldId="400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832246423" sldId="400"/>
            <ac:spMk id="4" creationId="{A298469C-5473-A71E-943B-FC0EB4CF319C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832246423" sldId="400"/>
            <ac:spMk id="5" creationId="{2B6474C2-5D05-AA7C-1D47-2201BA10006F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832246423" sldId="400"/>
            <ac:spMk id="6" creationId="{00ED460E-6459-DA21-7B7C-FF527A137A69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832246423" sldId="400"/>
            <ac:spMk id="9" creationId="{B69658E1-17ED-E6F1-6A7B-0F78BC048D83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3832246423" sldId="400"/>
            <ac:spMk id="11" creationId="{48F6ED32-F4C3-6364-A757-64BDCDDAA6FC}"/>
          </ac:spMkLst>
        </pc:spChg>
        <pc:picChg chg="add mod">
          <ac:chgData name="Ogburn, Sarah E" userId="c40d2df0-46c9-4be9-b5a6-5c158e399904" providerId="ADAL" clId="{ED94499B-9423-414A-A05A-5CD75CBE0E94}" dt="2024-06-14T00:55:43.657" v="3219"/>
          <ac:picMkLst>
            <pc:docMk/>
            <pc:sldMk cId="3832246423" sldId="400"/>
            <ac:picMk id="3" creationId="{3D2B52B6-A2A0-6622-17AD-F38C4E5E7807}"/>
          </ac:picMkLst>
        </pc:picChg>
        <pc:picChg chg="add mod">
          <ac:chgData name="Ogburn, Sarah E" userId="c40d2df0-46c9-4be9-b5a6-5c158e399904" providerId="ADAL" clId="{ED94499B-9423-414A-A05A-5CD75CBE0E94}" dt="2024-06-14T00:55:43.657" v="3219"/>
          <ac:picMkLst>
            <pc:docMk/>
            <pc:sldMk cId="3832246423" sldId="400"/>
            <ac:picMk id="8" creationId="{F43A5F80-ED1F-34B7-80A7-F7B34B44D835}"/>
          </ac:picMkLst>
        </pc:picChg>
      </pc:sldChg>
      <pc:sldChg chg="addSp delSp modSp add mod chgLayout modNotes">
        <pc:chgData name="Ogburn, Sarah E" userId="c40d2df0-46c9-4be9-b5a6-5c158e399904" providerId="ADAL" clId="{ED94499B-9423-414A-A05A-5CD75CBE0E94}" dt="2024-06-14T00:55:43.657" v="3219"/>
        <pc:sldMkLst>
          <pc:docMk/>
          <pc:sldMk cId="1858122633" sldId="401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2" creationId="{F281AA0D-F86F-5A3B-FA0B-AD412F559283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" creationId="{1AB907C0-FDE0-CBD8-A99B-FA26CFA7D43F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5" creationId="{EF65947B-1B9F-AC4A-084E-FCD719481433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7" creationId="{994233F4-00C3-44E3-2882-31B3474F49E1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9" creationId="{248DFCF4-1C87-9270-E4D6-75B12014C9A7}"/>
          </ac:spMkLst>
        </pc:spChg>
        <pc:spChg chg="del">
          <ac:chgData name="Ogburn, Sarah E" userId="c40d2df0-46c9-4be9-b5a6-5c158e399904" providerId="ADAL" clId="{ED94499B-9423-414A-A05A-5CD75CBE0E94}" dt="2024-06-11T16:58:24.755" v="2832" actId="478"/>
          <ac:spMkLst>
            <pc:docMk/>
            <pc:sldMk cId="1858122633" sldId="401"/>
            <ac:spMk id="13" creationId="{7899A6B0-F3F9-CBC5-EA59-4BB06DE70C08}"/>
          </ac:spMkLst>
        </pc:spChg>
        <pc:spChg chg="mod">
          <ac:chgData name="Ogburn, Sarah E" userId="c40d2df0-46c9-4be9-b5a6-5c158e399904" providerId="ADAL" clId="{ED94499B-9423-414A-A05A-5CD75CBE0E94}" dt="2024-06-11T16:56:43.909" v="2797"/>
          <ac:spMkLst>
            <pc:docMk/>
            <pc:sldMk cId="1858122633" sldId="401"/>
            <ac:spMk id="17" creationId="{4C54E51C-C8B9-14A3-02B5-83A20BF18747}"/>
          </ac:spMkLst>
        </pc:spChg>
        <pc:spChg chg="mod">
          <ac:chgData name="Ogburn, Sarah E" userId="c40d2df0-46c9-4be9-b5a6-5c158e399904" providerId="ADAL" clId="{ED94499B-9423-414A-A05A-5CD75CBE0E94}" dt="2024-06-11T16:56:43.909" v="2797"/>
          <ac:spMkLst>
            <pc:docMk/>
            <pc:sldMk cId="1858122633" sldId="401"/>
            <ac:spMk id="21" creationId="{A11C4277-1C9D-6923-D95E-AF1198C4E041}"/>
          </ac:spMkLst>
        </pc:spChg>
        <pc:spChg chg="mod">
          <ac:chgData name="Ogburn, Sarah E" userId="c40d2df0-46c9-4be9-b5a6-5c158e399904" providerId="ADAL" clId="{ED94499B-9423-414A-A05A-5CD75CBE0E94}" dt="2024-06-11T16:56:43.909" v="2797"/>
          <ac:spMkLst>
            <pc:docMk/>
            <pc:sldMk cId="1858122633" sldId="401"/>
            <ac:spMk id="23" creationId="{53563F2D-093C-3691-64BB-692663AC8EA6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24" creationId="{78C9E429-5102-361D-7671-3E4E17C021E5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25" creationId="{BAEC6EB4-22F6-DD94-380A-320CAE33B11E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26" creationId="{4D829F8A-C522-5964-DDD3-F94EAA9F46B1}"/>
          </ac:spMkLst>
        </pc:spChg>
        <pc:spChg chg="del">
          <ac:chgData name="Ogburn, Sarah E" userId="c40d2df0-46c9-4be9-b5a6-5c158e399904" providerId="ADAL" clId="{ED94499B-9423-414A-A05A-5CD75CBE0E94}" dt="2024-06-11T16:56:21.474" v="2769" actId="478"/>
          <ac:spMkLst>
            <pc:docMk/>
            <pc:sldMk cId="1858122633" sldId="401"/>
            <ac:spMk id="29" creationId="{B870074E-3616-E311-2A90-F6F53BA9C408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0" creationId="{88151DC9-5FDA-8045-F58C-7431E1B19ECA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1" creationId="{3FBD7B8C-BE05-3B23-06C1-3982392B3EDF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2" creationId="{7025525F-10ED-38FD-B339-803E8B886385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3" creationId="{2CD08085-0129-FA77-4DA4-A0AAA38A5093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4" creationId="{1FE01E84-2718-E80B-0FC4-F9C882727440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5" creationId="{F502DE9B-DD18-78DE-6511-0F4D3489E4C6}"/>
          </ac:spMkLst>
        </pc:spChg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858122633" sldId="401"/>
            <ac:spMk id="36" creationId="{F0787E29-48DE-93FE-E962-E78AB4C53A7C}"/>
          </ac:spMkLst>
        </pc:s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k cId="1858122633" sldId="401"/>
            <ac:grpSpMk id="12" creationId="{19367D04-2573-8054-ED62-777CACE41F49}"/>
          </ac:grpSpMkLst>
        </pc:grpChg>
        <pc:grpChg chg="add del mod">
          <ac:chgData name="Ogburn, Sarah E" userId="c40d2df0-46c9-4be9-b5a6-5c158e399904" providerId="ADAL" clId="{ED94499B-9423-414A-A05A-5CD75CBE0E94}" dt="2024-06-11T16:56:45.309" v="2798"/>
          <ac:grpSpMkLst>
            <pc:docMk/>
            <pc:sldMk cId="1858122633" sldId="401"/>
            <ac:grpSpMk id="14" creationId="{8B3D76CA-8E12-9FED-4AA3-E23512A17948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k cId="1858122633" sldId="401"/>
            <ac:picMk id="4" creationId="{1F663B2D-31DF-CC20-213C-9E5F22A6F185}"/>
          </ac:picMkLst>
        </pc:picChg>
        <pc:picChg chg="mod">
          <ac:chgData name="Ogburn, Sarah E" userId="c40d2df0-46c9-4be9-b5a6-5c158e399904" providerId="ADAL" clId="{ED94499B-9423-414A-A05A-5CD75CBE0E94}" dt="2024-06-11T16:56:43.909" v="2797"/>
          <ac:picMkLst>
            <pc:docMk/>
            <pc:sldMk cId="1858122633" sldId="401"/>
            <ac:picMk id="16" creationId="{DB9A3D9E-1B9C-7126-2474-BEECB88EFD6A}"/>
          </ac:picMkLst>
        </pc:pic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1858122633" sldId="401"/>
            <ac:cxnSpMk id="6" creationId="{6F11CEA6-3C84-8E2E-8BDD-A7224A51C38E}"/>
          </ac:cxnSpMkLst>
        </pc:cxn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1858122633" sldId="401"/>
            <ac:cxnSpMk id="8" creationId="{C4A4B1DF-4594-2792-3680-CB128604BDD5}"/>
          </ac:cxnSpMkLst>
        </pc:cxn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1858122633" sldId="401"/>
            <ac:cxnSpMk id="10" creationId="{7A0A16E2-A538-F905-A8F5-17F49E70DC31}"/>
          </ac:cxnSpMkLst>
        </pc:cxn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1858122633" sldId="401"/>
            <ac:cxnSpMk id="11" creationId="{37B19413-B71D-36F4-3367-398157294287}"/>
          </ac:cxnSpMkLst>
        </pc:cxn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1858122633" sldId="401"/>
            <ac:cxnSpMk id="15" creationId="{71E9ECFD-C777-C7C3-B6EA-5FEDA912235C}"/>
          </ac:cxnSpMkLst>
        </pc:cxn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1858122633" sldId="401"/>
            <ac:cxnSpMk id="18" creationId="{3B49FE58-59D3-F177-B739-E30424FD8662}"/>
          </ac:cxnSpMkLst>
        </pc:cxnChg>
        <pc:cxnChg chg="mod">
          <ac:chgData name="Ogburn, Sarah E" userId="c40d2df0-46c9-4be9-b5a6-5c158e399904" providerId="ADAL" clId="{ED94499B-9423-414A-A05A-5CD75CBE0E94}" dt="2024-06-11T16:56:43.909" v="2797"/>
          <ac:cxnSpMkLst>
            <pc:docMk/>
            <pc:sldMk cId="1858122633" sldId="401"/>
            <ac:cxnSpMk id="19" creationId="{7F40D89F-CCD3-42BB-0099-C002A3418AE6}"/>
          </ac:cxnSpMkLst>
        </pc:cxnChg>
        <pc:cxnChg chg="mod">
          <ac:chgData name="Ogburn, Sarah E" userId="c40d2df0-46c9-4be9-b5a6-5c158e399904" providerId="ADAL" clId="{ED94499B-9423-414A-A05A-5CD75CBE0E94}" dt="2024-06-14T00:55:43.657" v="3219"/>
          <ac:cxnSpMkLst>
            <pc:docMk/>
            <pc:sldMk cId="1858122633" sldId="401"/>
            <ac:cxnSpMk id="20" creationId="{A06753EF-21BE-5E05-EE0A-3BC27E6FDDCF}"/>
          </ac:cxnSpMkLst>
        </pc:cxnChg>
        <pc:cxnChg chg="mod">
          <ac:chgData name="Ogburn, Sarah E" userId="c40d2df0-46c9-4be9-b5a6-5c158e399904" providerId="ADAL" clId="{ED94499B-9423-414A-A05A-5CD75CBE0E94}" dt="2024-06-11T16:56:43.909" v="2797"/>
          <ac:cxnSpMkLst>
            <pc:docMk/>
            <pc:sldMk cId="1858122633" sldId="401"/>
            <ac:cxnSpMk id="22" creationId="{8F45E01D-3CDC-B046-6438-57730768E9B1}"/>
          </ac:cxnSpMkLst>
        </pc:cxnChg>
        <pc:cxnChg chg="mod">
          <ac:chgData name="Ogburn, Sarah E" userId="c40d2df0-46c9-4be9-b5a6-5c158e399904" providerId="ADAL" clId="{ED94499B-9423-414A-A05A-5CD75CBE0E94}" dt="2024-06-11T16:56:43.909" v="2797"/>
          <ac:cxnSpMkLst>
            <pc:docMk/>
            <pc:sldMk cId="1858122633" sldId="401"/>
            <ac:cxnSpMk id="27" creationId="{03BF0221-E21E-6D50-38DA-A8B94C7B1055}"/>
          </ac:cxnSpMkLst>
        </pc:cxnChg>
        <pc:cxnChg chg="mod">
          <ac:chgData name="Ogburn, Sarah E" userId="c40d2df0-46c9-4be9-b5a6-5c158e399904" providerId="ADAL" clId="{ED94499B-9423-414A-A05A-5CD75CBE0E94}" dt="2024-06-11T16:56:43.909" v="2797"/>
          <ac:cxnSpMkLst>
            <pc:docMk/>
            <pc:sldMk cId="1858122633" sldId="401"/>
            <ac:cxnSpMk id="28" creationId="{89422054-789E-EAB1-7FE5-3AA6EC1D4079}"/>
          </ac:cxnSpMkLst>
        </pc:cxnChg>
      </pc:sldChg>
      <pc:sldChg chg="addSp delSp modSp new mod">
        <pc:chgData name="Ogburn, Sarah E" userId="c40d2df0-46c9-4be9-b5a6-5c158e399904" providerId="ADAL" clId="{ED94499B-9423-414A-A05A-5CD75CBE0E94}" dt="2024-06-14T22:06:16.118" v="3732" actId="14100"/>
        <pc:sldMkLst>
          <pc:docMk/>
          <pc:sldMk cId="3298936895" sldId="402"/>
        </pc:sldMkLst>
        <pc:spChg chg="add mod ord">
          <ac:chgData name="Ogburn, Sarah E" userId="c40d2df0-46c9-4be9-b5a6-5c158e399904" providerId="ADAL" clId="{ED94499B-9423-414A-A05A-5CD75CBE0E94}" dt="2024-06-14T22:06:16.118" v="3732" actId="14100"/>
          <ac:spMkLst>
            <pc:docMk/>
            <pc:sldMk cId="3298936895" sldId="402"/>
            <ac:spMk id="3" creationId="{D8EEA856-B2D3-EFFA-AB7E-7F61388AC0A2}"/>
          </ac:spMkLst>
        </pc:spChg>
        <pc:spChg chg="add mod">
          <ac:chgData name="Ogburn, Sarah E" userId="c40d2df0-46c9-4be9-b5a6-5c158e399904" providerId="ADAL" clId="{ED94499B-9423-414A-A05A-5CD75CBE0E94}" dt="2024-06-14T22:06:02.099" v="3728" actId="14100"/>
          <ac:spMkLst>
            <pc:docMk/>
            <pc:sldMk cId="3298936895" sldId="402"/>
            <ac:spMk id="5" creationId="{7D3B49C0-1D87-340A-C2C7-C7F0B9B62E4C}"/>
          </ac:spMkLst>
        </pc:spChg>
        <pc:picChg chg="add del mod modCrop">
          <ac:chgData name="Ogburn, Sarah E" userId="c40d2df0-46c9-4be9-b5a6-5c158e399904" providerId="ADAL" clId="{ED94499B-9423-414A-A05A-5CD75CBE0E94}" dt="2024-06-14T01:03:39.886" v="3355" actId="478"/>
          <ac:picMkLst>
            <pc:docMk/>
            <pc:sldMk cId="3298936895" sldId="402"/>
            <ac:picMk id="2" creationId="{48FCD6CA-321A-37B5-317E-BC2E315DB6FA}"/>
          </ac:picMkLst>
        </pc:picChg>
        <pc:picChg chg="add mod">
          <ac:chgData name="Ogburn, Sarah E" userId="c40d2df0-46c9-4be9-b5a6-5c158e399904" providerId="ADAL" clId="{ED94499B-9423-414A-A05A-5CD75CBE0E94}" dt="2024-06-14T22:05:52.660" v="3724" actId="14100"/>
          <ac:picMkLst>
            <pc:docMk/>
            <pc:sldMk cId="3298936895" sldId="402"/>
            <ac:picMk id="4" creationId="{D5E18FEF-9112-5536-7CF7-A62CE67489CD}"/>
          </ac:picMkLst>
        </pc:picChg>
        <pc:picChg chg="add mod">
          <ac:chgData name="Ogburn, Sarah E" userId="c40d2df0-46c9-4be9-b5a6-5c158e399904" providerId="ADAL" clId="{ED94499B-9423-414A-A05A-5CD75CBE0E94}" dt="2024-06-14T22:06:10.131" v="3730" actId="1076"/>
          <ac:picMkLst>
            <pc:docMk/>
            <pc:sldMk cId="3298936895" sldId="402"/>
            <ac:picMk id="6" creationId="{2A025E16-68A3-7962-EC02-71B3788D8F07}"/>
          </ac:picMkLst>
        </pc:picChg>
      </pc:sldChg>
      <pc:sldChg chg="addSp delSp modSp add mod">
        <pc:chgData name="Ogburn, Sarah E" userId="c40d2df0-46c9-4be9-b5a6-5c158e399904" providerId="ADAL" clId="{ED94499B-9423-414A-A05A-5CD75CBE0E94}" dt="2024-06-14T01:02:40.661" v="3345"/>
        <pc:sldMkLst>
          <pc:docMk/>
          <pc:sldMk cId="1356774652" sldId="403"/>
        </pc:sldMkLst>
        <pc:spChg chg="add mod">
          <ac:chgData name="Ogburn, Sarah E" userId="c40d2df0-46c9-4be9-b5a6-5c158e399904" providerId="ADAL" clId="{ED94499B-9423-414A-A05A-5CD75CBE0E94}" dt="2024-06-14T00:55:43.657" v="3219"/>
          <ac:spMkLst>
            <pc:docMk/>
            <pc:sldMk cId="1356774652" sldId="403"/>
            <ac:spMk id="2" creationId="{80B0F040-154A-54CE-F989-CA7AADD490EC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k cId="1356774652" sldId="403"/>
            <ac:spMk id="4" creationId="{CC341BB2-6595-5C0F-74DE-2A9EB502737F}"/>
          </ac:spMkLst>
        </pc:spChg>
        <pc:spChg chg="mod">
          <ac:chgData name="Ogburn, Sarah E" userId="c40d2df0-46c9-4be9-b5a6-5c158e399904" providerId="ADAL" clId="{ED94499B-9423-414A-A05A-5CD75CBE0E94}" dt="2024-06-14T01:02:31.151" v="3340"/>
          <ac:spMkLst>
            <pc:docMk/>
            <pc:sldMk cId="1356774652" sldId="403"/>
            <ac:spMk id="5" creationId="{3BA477A6-109E-6DCC-0A0F-6F019DE2BC16}"/>
          </ac:spMkLst>
        </pc:spChg>
        <pc:spChg chg="del">
          <ac:chgData name="Ogburn, Sarah E" userId="c40d2df0-46c9-4be9-b5a6-5c158e399904" providerId="ADAL" clId="{ED94499B-9423-414A-A05A-5CD75CBE0E94}" dt="2024-06-12T18:25:33.474" v="3217" actId="478"/>
          <ac:spMkLst>
            <pc:docMk/>
            <pc:sldMk cId="1356774652" sldId="403"/>
            <ac:spMk id="6" creationId="{492D6BEE-A3B6-AEA7-5427-7D636898F84E}"/>
          </ac:spMkLst>
        </pc:spChg>
        <pc:spChg chg="mod">
          <ac:chgData name="Ogburn, Sarah E" userId="c40d2df0-46c9-4be9-b5a6-5c158e399904" providerId="ADAL" clId="{ED94499B-9423-414A-A05A-5CD75CBE0E94}" dt="2024-06-14T01:02:40.661" v="3345"/>
          <ac:spMkLst>
            <pc:docMk/>
            <pc:sldMk cId="1356774652" sldId="403"/>
            <ac:spMk id="11" creationId="{8B37B5AC-A8B5-13CD-60E3-CE371696E31B}"/>
          </ac:spMkLst>
        </pc:spChg>
        <pc:grpChg chg="add del mod">
          <ac:chgData name="Ogburn, Sarah E" userId="c40d2df0-46c9-4be9-b5a6-5c158e399904" providerId="ADAL" clId="{ED94499B-9423-414A-A05A-5CD75CBE0E94}" dt="2024-06-14T01:02:33.327" v="3341"/>
          <ac:grpSpMkLst>
            <pc:docMk/>
            <pc:sldMk cId="1356774652" sldId="403"/>
            <ac:grpSpMk id="3" creationId="{E2A5E16F-CDAA-2B28-784F-F98B8C44280E}"/>
          </ac:grpSpMkLst>
        </pc:grpChg>
        <pc:grpChg chg="mod">
          <ac:chgData name="Ogburn, Sarah E" userId="c40d2df0-46c9-4be9-b5a6-5c158e399904" providerId="ADAL" clId="{ED94499B-9423-414A-A05A-5CD75CBE0E94}" dt="2024-06-14T01:02:31.151" v="3340"/>
          <ac:grpSpMkLst>
            <pc:docMk/>
            <pc:sldMk cId="1356774652" sldId="403"/>
            <ac:grpSpMk id="6" creationId="{5A436BE4-264D-641A-F296-F3162011D4DD}"/>
          </ac:grpSpMkLst>
        </pc:grpChg>
        <pc:grpChg chg="add mod">
          <ac:chgData name="Ogburn, Sarah E" userId="c40d2df0-46c9-4be9-b5a6-5c158e399904" providerId="ADAL" clId="{ED94499B-9423-414A-A05A-5CD75CBE0E94}" dt="2024-06-14T01:02:40.661" v="3345"/>
          <ac:grpSpMkLst>
            <pc:docMk/>
            <pc:sldMk cId="1356774652" sldId="403"/>
            <ac:grpSpMk id="10" creationId="{36610176-C162-B0C1-3D01-3A5EA98C6DA9}"/>
          </ac:grpSpMkLst>
        </pc:grpChg>
        <pc:grpChg chg="mod">
          <ac:chgData name="Ogburn, Sarah E" userId="c40d2df0-46c9-4be9-b5a6-5c158e399904" providerId="ADAL" clId="{ED94499B-9423-414A-A05A-5CD75CBE0E94}" dt="2024-06-14T01:02:40.661" v="3345"/>
          <ac:grpSpMkLst>
            <pc:docMk/>
            <pc:sldMk cId="1356774652" sldId="403"/>
            <ac:grpSpMk id="12" creationId="{B7DAE84B-E786-A098-9CFD-E5AC78E2C43C}"/>
          </ac:grpSpMkLst>
        </pc:grpChg>
        <pc:picChg chg="mod">
          <ac:chgData name="Ogburn, Sarah E" userId="c40d2df0-46c9-4be9-b5a6-5c158e399904" providerId="ADAL" clId="{ED94499B-9423-414A-A05A-5CD75CBE0E94}" dt="2024-06-14T01:02:31.151" v="3340"/>
          <ac:picMkLst>
            <pc:docMk/>
            <pc:sldMk cId="1356774652" sldId="403"/>
            <ac:picMk id="7" creationId="{01043879-9E8C-7C6F-F9BA-30D00F0AAFA6}"/>
          </ac:picMkLst>
        </pc:picChg>
        <pc:picChg chg="mod">
          <ac:chgData name="Ogburn, Sarah E" userId="c40d2df0-46c9-4be9-b5a6-5c158e399904" providerId="ADAL" clId="{ED94499B-9423-414A-A05A-5CD75CBE0E94}" dt="2024-06-14T01:02:31.151" v="3340"/>
          <ac:picMkLst>
            <pc:docMk/>
            <pc:sldMk cId="1356774652" sldId="403"/>
            <ac:picMk id="8" creationId="{2A4345A1-5A8E-33B6-4805-F6EAA37FACDF}"/>
          </ac:picMkLst>
        </pc:picChg>
        <pc:picChg chg="mod">
          <ac:chgData name="Ogburn, Sarah E" userId="c40d2df0-46c9-4be9-b5a6-5c158e399904" providerId="ADAL" clId="{ED94499B-9423-414A-A05A-5CD75CBE0E94}" dt="2024-06-14T01:02:31.151" v="3340"/>
          <ac:picMkLst>
            <pc:docMk/>
            <pc:sldMk cId="1356774652" sldId="403"/>
            <ac:picMk id="9" creationId="{F09D03D4-D610-0715-89DD-9DB7AE44B035}"/>
          </ac:picMkLst>
        </pc:picChg>
        <pc:picChg chg="mod">
          <ac:chgData name="Ogburn, Sarah E" userId="c40d2df0-46c9-4be9-b5a6-5c158e399904" providerId="ADAL" clId="{ED94499B-9423-414A-A05A-5CD75CBE0E94}" dt="2024-06-14T01:02:40.661" v="3345"/>
          <ac:picMkLst>
            <pc:docMk/>
            <pc:sldMk cId="1356774652" sldId="403"/>
            <ac:picMk id="13" creationId="{D51B52DA-4B71-87CD-5B52-55B8F61F937B}"/>
          </ac:picMkLst>
        </pc:picChg>
        <pc:picChg chg="mod">
          <ac:chgData name="Ogburn, Sarah E" userId="c40d2df0-46c9-4be9-b5a6-5c158e399904" providerId="ADAL" clId="{ED94499B-9423-414A-A05A-5CD75CBE0E94}" dt="2024-06-14T01:02:40.661" v="3345"/>
          <ac:picMkLst>
            <pc:docMk/>
            <pc:sldMk cId="1356774652" sldId="403"/>
            <ac:picMk id="14" creationId="{B96FBD1D-45D6-BA91-DFC1-41F6A5F54F4F}"/>
          </ac:picMkLst>
        </pc:picChg>
        <pc:picChg chg="mod">
          <ac:chgData name="Ogburn, Sarah E" userId="c40d2df0-46c9-4be9-b5a6-5c158e399904" providerId="ADAL" clId="{ED94499B-9423-414A-A05A-5CD75CBE0E94}" dt="2024-06-14T01:02:40.661" v="3345"/>
          <ac:picMkLst>
            <pc:docMk/>
            <pc:sldMk cId="1356774652" sldId="403"/>
            <ac:picMk id="15" creationId="{6C866DA9-9EF0-86E0-3974-9DD906F5BDDF}"/>
          </ac:picMkLst>
        </pc:picChg>
      </pc:sldChg>
      <pc:sldChg chg="addSp delSp modSp new mod modAnim">
        <pc:chgData name="Ogburn, Sarah E" userId="c40d2df0-46c9-4be9-b5a6-5c158e399904" providerId="ADAL" clId="{ED94499B-9423-414A-A05A-5CD75CBE0E94}" dt="2024-06-14T22:05:18.475" v="3721" actId="20577"/>
        <pc:sldMkLst>
          <pc:docMk/>
          <pc:sldMk cId="2166718613" sldId="404"/>
        </pc:sldMkLst>
        <pc:spChg chg="del">
          <ac:chgData name="Ogburn, Sarah E" userId="c40d2df0-46c9-4be9-b5a6-5c158e399904" providerId="ADAL" clId="{ED94499B-9423-414A-A05A-5CD75CBE0E94}" dt="2024-06-14T22:03:09.408" v="3648" actId="478"/>
          <ac:spMkLst>
            <pc:docMk/>
            <pc:sldMk cId="2166718613" sldId="404"/>
            <ac:spMk id="2" creationId="{A5054450-BF21-915D-F6DB-F47016AC3753}"/>
          </ac:spMkLst>
        </pc:spChg>
        <pc:spChg chg="del">
          <ac:chgData name="Ogburn, Sarah E" userId="c40d2df0-46c9-4be9-b5a6-5c158e399904" providerId="ADAL" clId="{ED94499B-9423-414A-A05A-5CD75CBE0E94}" dt="2024-06-14T22:03:09.408" v="3648" actId="478"/>
          <ac:spMkLst>
            <pc:docMk/>
            <pc:sldMk cId="2166718613" sldId="404"/>
            <ac:spMk id="3" creationId="{4D5AE6F1-DFB9-E227-B386-F21506443461}"/>
          </ac:spMkLst>
        </pc:spChg>
        <pc:spChg chg="add mod">
          <ac:chgData name="Ogburn, Sarah E" userId="c40d2df0-46c9-4be9-b5a6-5c158e399904" providerId="ADAL" clId="{ED94499B-9423-414A-A05A-5CD75CBE0E94}" dt="2024-06-14T22:05:18.475" v="3721" actId="20577"/>
          <ac:spMkLst>
            <pc:docMk/>
            <pc:sldMk cId="2166718613" sldId="404"/>
            <ac:spMk id="5" creationId="{FC8E6B19-8820-8844-668A-91B5163FF287}"/>
          </ac:spMkLst>
        </pc:spChg>
        <pc:picChg chg="add mod">
          <ac:chgData name="Ogburn, Sarah E" userId="c40d2df0-46c9-4be9-b5a6-5c158e399904" providerId="ADAL" clId="{ED94499B-9423-414A-A05A-5CD75CBE0E94}" dt="2024-06-14T22:03:11.622" v="3649"/>
          <ac:picMkLst>
            <pc:docMk/>
            <pc:sldMk cId="2166718613" sldId="404"/>
            <ac:picMk id="4" creationId="{0A6F595E-2663-32EA-20E6-AAC429D22F4C}"/>
          </ac:picMkLst>
        </pc:picChg>
      </pc:sldChg>
      <pc:sldMasterChg chg="modSp modSldLayout">
        <pc:chgData name="Ogburn, Sarah E" userId="c40d2df0-46c9-4be9-b5a6-5c158e399904" providerId="ADAL" clId="{ED94499B-9423-414A-A05A-5CD75CBE0E94}" dt="2024-06-14T00:55:43.657" v="3219"/>
        <pc:sldMasterMkLst>
          <pc:docMk/>
          <pc:sldMasterMk cId="1529576507" sldId="2147483672"/>
        </pc:sldMaster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0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23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026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02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02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034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03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529576507" sldId="2147483672"/>
            <ac:spMk id="1037" creationId="{00000000-0000-0000-0000-000000000000}"/>
          </ac:spMkLst>
        </pc:s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asterMk cId="1529576507" sldId="2147483672"/>
            <ac:grpSpMk id="1036" creationId="{00000000-0000-0000-0000-000000000000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asterMk cId="1529576507" sldId="2147483672"/>
            <ac:picMk id="1038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asterMk cId="1529576507" sldId="2147483672"/>
            <ac:picMk id="1039" creationId="{00000000-0000-0000-0000-000000000000}"/>
          </ac:picMkLst>
        </pc:pic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3529009347" sldId="2147483673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529009347" sldId="2147483673"/>
              <ac:spMk id="1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1331456638" sldId="2147483674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331456638" sldId="2147483674"/>
              <ac:spMk id="14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2085362604" sldId="2147483675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2085362604" sldId="2147483675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2085362604" sldId="2147483675"/>
              <ac:spMk id="8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3053663882" sldId="2147483676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053663882" sldId="2147483676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053663882" sldId="2147483676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053663882" sldId="2147483676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053663882" sldId="2147483676"/>
              <ac:spMk id="12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332812261" sldId="2147483677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1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2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2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2812261" sldId="2147483677"/>
              <ac:spMk id="26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529576507" sldId="2147483672"/>
              <pc:sldLayoutMk cId="332812261" sldId="2147483677"/>
              <ac:grpSpMk id="17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332812261" sldId="2147483677"/>
              <ac:picMk id="19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332812261" sldId="2147483677"/>
              <ac:picMk id="20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3348934644" sldId="2147483678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348934644" sldId="2147483678"/>
              <ac:spMk id="3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1989802243" sldId="2147483679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89802243" sldId="2147483679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89802243" sldId="2147483679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89802243" sldId="2147483679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89802243" sldId="2147483679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89802243" sldId="2147483679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89802243" sldId="2147483679"/>
              <ac:spMk id="8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529576507" sldId="2147483672"/>
              <pc:sldLayoutMk cId="1989802243" sldId="2147483679"/>
              <ac:grpSpMk id="7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1989802243" sldId="2147483679"/>
              <ac:picMk id="9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1989802243" sldId="2147483679"/>
              <ac:picMk id="10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3267659667" sldId="2147483680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1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3267659667" sldId="2147483680"/>
              <ac:spMk id="20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529576507" sldId="2147483672"/>
              <pc:sldLayoutMk cId="3267659667" sldId="2147483680"/>
              <ac:grpSpMk id="15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3267659667" sldId="2147483680"/>
              <ac:picMk id="17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3267659667" sldId="2147483680"/>
              <ac:picMk id="18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1120024468" sldId="2147483681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120024468" sldId="2147483681"/>
              <ac:spMk id="19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529576507" sldId="2147483672"/>
              <pc:sldLayoutMk cId="1120024468" sldId="2147483681"/>
              <ac:grpSpMk id="15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1120024468" sldId="2147483681"/>
              <ac:picMk id="17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529576507" sldId="2147483672"/>
              <pc:sldLayoutMk cId="1120024468" sldId="2147483681"/>
              <ac:picMk id="18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102473033" sldId="2147483682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02473033" sldId="2147483682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02473033" sldId="2147483682"/>
              <ac:spMk id="5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529576507" sldId="2147483672"/>
            <pc:sldLayoutMk cId="1958774090" sldId="2147483683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529576507" sldId="2147483672"/>
              <pc:sldLayoutMk cId="1958774090" sldId="2147483683"/>
              <ac:spMk id="15" creationId="{00000000-0000-0000-0000-000000000000}"/>
            </ac:spMkLst>
          </pc:spChg>
        </pc:sldLayoutChg>
      </pc:sldMasterChg>
      <pc:sldMasterChg chg="modSp modSldLayout">
        <pc:chgData name="Ogburn, Sarah E" userId="c40d2df0-46c9-4be9-b5a6-5c158e399904" providerId="ADAL" clId="{ED94499B-9423-414A-A05A-5CD75CBE0E94}" dt="2024-06-14T00:55:43.657" v="3219"/>
        <pc:sldMasterMkLst>
          <pc:docMk/>
          <pc:sldMasterMk cId="1696664571" sldId="2147483696"/>
        </pc:sldMasterMkLst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0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3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5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6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7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8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19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22" creationId="{00000000-0000-0000-0000-000000000000}"/>
          </ac:spMkLst>
        </pc:spChg>
        <pc:spChg chg="mod">
          <ac:chgData name="Ogburn, Sarah E" userId="c40d2df0-46c9-4be9-b5a6-5c158e399904" providerId="ADAL" clId="{ED94499B-9423-414A-A05A-5CD75CBE0E94}" dt="2024-06-14T00:55:43.657" v="3219"/>
          <ac:spMkLst>
            <pc:docMk/>
            <pc:sldMasterMk cId="1696664571" sldId="2147483696"/>
            <ac:spMk id="23" creationId="{00000000-0000-0000-0000-000000000000}"/>
          </ac:spMkLst>
        </pc:spChg>
        <pc:grpChg chg="mod">
          <ac:chgData name="Ogburn, Sarah E" userId="c40d2df0-46c9-4be9-b5a6-5c158e399904" providerId="ADAL" clId="{ED94499B-9423-414A-A05A-5CD75CBE0E94}" dt="2024-06-14T00:55:43.657" v="3219"/>
          <ac:grpSpMkLst>
            <pc:docMk/>
            <pc:sldMasterMk cId="1696664571" sldId="2147483696"/>
            <ac:grpSpMk id="4" creationId="{00000000-0000-0000-0000-000000000000}"/>
          </ac:grpSpMkLst>
        </pc:grp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asterMk cId="1696664571" sldId="2147483696"/>
            <ac:picMk id="2" creationId="{00000000-0000-0000-0000-000000000000}"/>
          </ac:picMkLst>
        </pc:picChg>
        <pc:picChg chg="mod">
          <ac:chgData name="Ogburn, Sarah E" userId="c40d2df0-46c9-4be9-b5a6-5c158e399904" providerId="ADAL" clId="{ED94499B-9423-414A-A05A-5CD75CBE0E94}" dt="2024-06-14T00:55:43.657" v="3219"/>
          <ac:picMkLst>
            <pc:docMk/>
            <pc:sldMasterMk cId="1696664571" sldId="2147483696"/>
            <ac:picMk id="3" creationId="{00000000-0000-0000-0000-000000000000}"/>
          </ac:picMkLst>
        </pc:pic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2548125461" sldId="2147483697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1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1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1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548125461" sldId="2147483697"/>
              <ac:spMk id="29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1346219565" sldId="2147483698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46219565" sldId="2147483698"/>
              <ac:spMk id="19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1586599116" sldId="2147483699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6599116" sldId="2147483699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6599116" sldId="2147483699"/>
              <ac:spMk id="8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1520055524" sldId="2147483700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20055524" sldId="2147483700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20055524" sldId="2147483700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20055524" sldId="2147483700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20055524" sldId="2147483700"/>
              <ac:spMk id="12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795312097" sldId="2147483701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1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1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1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795312097" sldId="2147483701"/>
              <ac:spMk id="29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696664571" sldId="2147483696"/>
              <pc:sldLayoutMk cId="795312097" sldId="2147483701"/>
              <ac:grpSpMk id="28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795312097" sldId="2147483701"/>
              <ac:picMk id="30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795312097" sldId="2147483701"/>
              <ac:picMk id="31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1910272705" sldId="2147483702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910272705" sldId="2147483702"/>
              <ac:spMk id="5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1585058622" sldId="2147483703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5058622" sldId="2147483703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5058622" sldId="2147483703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5058622" sldId="2147483703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5058622" sldId="2147483703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5058622" sldId="2147483703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585058622" sldId="2147483703"/>
              <ac:spMk id="12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696664571" sldId="2147483696"/>
              <pc:sldLayoutMk cId="1585058622" sldId="2147483703"/>
              <ac:grpSpMk id="11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1585058622" sldId="2147483703"/>
              <ac:picMk id="13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1585058622" sldId="2147483703"/>
              <ac:picMk id="14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1605264891" sldId="2147483704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1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2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605264891" sldId="2147483704"/>
              <ac:spMk id="23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696664571" sldId="2147483696"/>
              <pc:sldLayoutMk cId="1605264891" sldId="2147483704"/>
              <ac:grpSpMk id="22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1605264891" sldId="2147483704"/>
              <ac:picMk id="24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1605264891" sldId="2147483704"/>
              <ac:picMk id="25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1326617328" sldId="2147483705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1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1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1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1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1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2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2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1326617328" sldId="2147483705"/>
              <ac:spMk id="24" creationId="{00000000-0000-0000-0000-000000000000}"/>
            </ac:spMkLst>
          </pc:spChg>
          <pc:grpChg chg="mod">
            <ac:chgData name="Ogburn, Sarah E" userId="c40d2df0-46c9-4be9-b5a6-5c158e399904" providerId="ADAL" clId="{ED94499B-9423-414A-A05A-5CD75CBE0E94}" dt="2024-06-14T00:55:43.657" v="3219"/>
            <ac:grpSpMkLst>
              <pc:docMk/>
              <pc:sldMasterMk cId="1696664571" sldId="2147483696"/>
              <pc:sldLayoutMk cId="1326617328" sldId="2147483705"/>
              <ac:grpSpMk id="23" creationId="{00000000-0000-0000-0000-000000000000}"/>
            </ac:grpSpMkLst>
          </pc:grp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1326617328" sldId="2147483705"/>
              <ac:picMk id="25" creationId="{00000000-0000-0000-0000-000000000000}"/>
            </ac:picMkLst>
          </pc:picChg>
          <pc:picChg chg="mod">
            <ac:chgData name="Ogburn, Sarah E" userId="c40d2df0-46c9-4be9-b5a6-5c158e399904" providerId="ADAL" clId="{ED94499B-9423-414A-A05A-5CD75CBE0E94}" dt="2024-06-14T00:55:43.657" v="3219"/>
            <ac:picMkLst>
              <pc:docMk/>
              <pc:sldMasterMk cId="1696664571" sldId="2147483696"/>
              <pc:sldLayoutMk cId="1326617328" sldId="2147483705"/>
              <ac:picMk id="26" creationId="{00000000-0000-0000-0000-000000000000}"/>
            </ac:picMkLst>
          </pc:pic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2263177405" sldId="2147483706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263177405" sldId="2147483706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263177405" sldId="2147483706"/>
              <ac:spMk id="5" creationId="{00000000-0000-0000-0000-000000000000}"/>
            </ac:spMkLst>
          </pc:spChg>
        </pc:sldLayoutChg>
        <pc:sldLayoutChg chg="modSp">
          <pc:chgData name="Ogburn, Sarah E" userId="c40d2df0-46c9-4be9-b5a6-5c158e399904" providerId="ADAL" clId="{ED94499B-9423-414A-A05A-5CD75CBE0E94}" dt="2024-06-14T00:55:43.657" v="3219"/>
          <pc:sldLayoutMkLst>
            <pc:docMk/>
            <pc:sldMasterMk cId="1696664571" sldId="2147483696"/>
            <pc:sldLayoutMk cId="2717841301" sldId="2147483707"/>
          </pc:sldLayoutMkLst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5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6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7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8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9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10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11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12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13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14" creationId="{00000000-0000-0000-0000-000000000000}"/>
            </ac:spMkLst>
          </pc:spChg>
          <pc:spChg chg="mod">
            <ac:chgData name="Ogburn, Sarah E" userId="c40d2df0-46c9-4be9-b5a6-5c158e399904" providerId="ADAL" clId="{ED94499B-9423-414A-A05A-5CD75CBE0E94}" dt="2024-06-14T00:55:43.657" v="3219"/>
            <ac:spMkLst>
              <pc:docMk/>
              <pc:sldMasterMk cId="1696664571" sldId="2147483696"/>
              <pc:sldLayoutMk cId="2717841301" sldId="2147483707"/>
              <ac:spMk id="15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gburn\Google%20Drive\My%20Docs\EFIS\FlowDat\FlowDat_VDAP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Book1" TargetMode="External"/><Relationship Id="rId4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719872649045695"/>
          <c:y val="3.8365231634701236E-2"/>
          <c:w val="0.7620373500924803"/>
          <c:h val="0.75860482133147156"/>
        </c:manualLayout>
      </c:layout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Sheet3!$B$3:$B$153</c:f>
              <c:numCache>
                <c:formatCode>0.000000</c:formatCode>
                <c:ptCount val="151"/>
                <c:pt idx="0">
                  <c:v>2.0000000000000001E-4</c:v>
                </c:pt>
                <c:pt idx="1">
                  <c:v>4.0000000000000002E-4</c:v>
                </c:pt>
                <c:pt idx="2">
                  <c:v>2.5999999999999999E-3</c:v>
                </c:pt>
                <c:pt idx="3">
                  <c:v>2.9999999999999997E-4</c:v>
                </c:pt>
                <c:pt idx="4">
                  <c:v>3.0000000000000001E-3</c:v>
                </c:pt>
                <c:pt idx="5">
                  <c:v>4.0000000000000002E-4</c:v>
                </c:pt>
                <c:pt idx="6">
                  <c:v>8.0000000000000004E-4</c:v>
                </c:pt>
                <c:pt idx="7">
                  <c:v>6.4000000000000003E-3</c:v>
                </c:pt>
                <c:pt idx="8">
                  <c:v>8.7500000000000008E-3</c:v>
                </c:pt>
                <c:pt idx="9">
                  <c:v>1.43E-2</c:v>
                </c:pt>
                <c:pt idx="10">
                  <c:v>4.4999999999999997E-3</c:v>
                </c:pt>
                <c:pt idx="11">
                  <c:v>5.0000000000000001E-4</c:v>
                </c:pt>
                <c:pt idx="12">
                  <c:v>3.3999999999999998E-3</c:v>
                </c:pt>
                <c:pt idx="13">
                  <c:v>2.5999999999999999E-2</c:v>
                </c:pt>
                <c:pt idx="14">
                  <c:v>1.2999999999999999E-2</c:v>
                </c:pt>
                <c:pt idx="15">
                  <c:v>4.4999999999999997E-3</c:v>
                </c:pt>
                <c:pt idx="16">
                  <c:v>2.5999999999999999E-3</c:v>
                </c:pt>
                <c:pt idx="17">
                  <c:v>1.57E-3</c:v>
                </c:pt>
                <c:pt idx="18">
                  <c:v>2.5799999999999998E-4</c:v>
                </c:pt>
                <c:pt idx="19">
                  <c:v>2.8499999999999999E-4</c:v>
                </c:pt>
                <c:pt idx="20">
                  <c:v>1.0900000000000001E-4</c:v>
                </c:pt>
                <c:pt idx="21">
                  <c:v>1.75E-4</c:v>
                </c:pt>
                <c:pt idx="22">
                  <c:v>3.5E-4</c:v>
                </c:pt>
                <c:pt idx="23">
                  <c:v>8.7147849999999992E-3</c:v>
                </c:pt>
                <c:pt idx="24">
                  <c:v>1.1914009999999999E-3</c:v>
                </c:pt>
                <c:pt idx="25">
                  <c:v>2.6983110000000001E-3</c:v>
                </c:pt>
                <c:pt idx="26">
                  <c:v>9.0049499999999996E-4</c:v>
                </c:pt>
                <c:pt idx="27">
                  <c:v>7.6843799999999998E-4</c:v>
                </c:pt>
                <c:pt idx="28">
                  <c:v>7.3133699999999998E-4</c:v>
                </c:pt>
                <c:pt idx="29">
                  <c:v>6.3954599999999995E-4</c:v>
                </c:pt>
                <c:pt idx="30">
                  <c:v>5.5974599999999996E-4</c:v>
                </c:pt>
                <c:pt idx="31">
                  <c:v>9.0107999999999999E-5</c:v>
                </c:pt>
                <c:pt idx="32">
                  <c:v>2.25818E-4</c:v>
                </c:pt>
                <c:pt idx="33">
                  <c:v>7.7245999999999999E-5</c:v>
                </c:pt>
                <c:pt idx="34">
                  <c:v>3.8896E-3</c:v>
                </c:pt>
                <c:pt idx="35">
                  <c:v>4.2062999999999996E-3</c:v>
                </c:pt>
                <c:pt idx="36">
                  <c:v>6.7860000000000001E-4</c:v>
                </c:pt>
                <c:pt idx="37">
                  <c:v>8.8734999999999994E-3</c:v>
                </c:pt>
                <c:pt idx="38">
                  <c:v>3.3649999999999999E-4</c:v>
                </c:pt>
                <c:pt idx="39">
                  <c:v>1.6E-2</c:v>
                </c:pt>
                <c:pt idx="40">
                  <c:v>2.3999999999999998E-3</c:v>
                </c:pt>
                <c:pt idx="41">
                  <c:v>2.8500000000000001E-3</c:v>
                </c:pt>
                <c:pt idx="42">
                  <c:v>6.0000000000000002E-5</c:v>
                </c:pt>
                <c:pt idx="43">
                  <c:v>2.5999999999999998E-4</c:v>
                </c:pt>
                <c:pt idx="44">
                  <c:v>1.2E-4</c:v>
                </c:pt>
                <c:pt idx="45">
                  <c:v>6.0000000000000002E-5</c:v>
                </c:pt>
                <c:pt idx="46">
                  <c:v>8.0800000000000002E-4</c:v>
                </c:pt>
                <c:pt idx="47">
                  <c:v>1.7200000000000001E-4</c:v>
                </c:pt>
                <c:pt idx="48">
                  <c:v>1.41E-3</c:v>
                </c:pt>
                <c:pt idx="49">
                  <c:v>1.4519999999999999E-3</c:v>
                </c:pt>
                <c:pt idx="50">
                  <c:v>1.225E-4</c:v>
                </c:pt>
                <c:pt idx="51">
                  <c:v>1.517E-4</c:v>
                </c:pt>
                <c:pt idx="52">
                  <c:v>1.539E-4</c:v>
                </c:pt>
                <c:pt idx="53">
                  <c:v>1.1790000000000001E-4</c:v>
                </c:pt>
                <c:pt idx="54">
                  <c:v>2.496E-4</c:v>
                </c:pt>
                <c:pt idx="55">
                  <c:v>1.4100000000000001E-4</c:v>
                </c:pt>
                <c:pt idx="56">
                  <c:v>1.7310000000000001E-4</c:v>
                </c:pt>
                <c:pt idx="57">
                  <c:v>1.4339999999999999E-4</c:v>
                </c:pt>
                <c:pt idx="58">
                  <c:v>1.673E-4</c:v>
                </c:pt>
                <c:pt idx="59">
                  <c:v>6.3449999999999997E-4</c:v>
                </c:pt>
                <c:pt idx="60">
                  <c:v>2.2580000000000001E-4</c:v>
                </c:pt>
                <c:pt idx="61">
                  <c:v>1.3770000000000001E-4</c:v>
                </c:pt>
                <c:pt idx="62">
                  <c:v>6.1070000000000004E-4</c:v>
                </c:pt>
                <c:pt idx="63">
                  <c:v>1.011E-4</c:v>
                </c:pt>
                <c:pt idx="64">
                  <c:v>1.171E-4</c:v>
                </c:pt>
                <c:pt idx="65">
                  <c:v>1.094E-4</c:v>
                </c:pt>
                <c:pt idx="66">
                  <c:v>1.002E-4</c:v>
                </c:pt>
                <c:pt idx="67">
                  <c:v>1.9029999999999999E-4</c:v>
                </c:pt>
                <c:pt idx="68">
                  <c:v>1.4660000000000001E-4</c:v>
                </c:pt>
                <c:pt idx="69">
                  <c:v>1.06E-4</c:v>
                </c:pt>
                <c:pt idx="70">
                  <c:v>1.0349999999999999E-4</c:v>
                </c:pt>
                <c:pt idx="71">
                  <c:v>1.3559999999999999E-4</c:v>
                </c:pt>
                <c:pt idx="72">
                  <c:v>1.4799999999999999E-4</c:v>
                </c:pt>
                <c:pt idx="73">
                  <c:v>1.2770000000000001E-4</c:v>
                </c:pt>
                <c:pt idx="74">
                  <c:v>1.236E-4</c:v>
                </c:pt>
                <c:pt idx="75">
                  <c:v>1.238E-4</c:v>
                </c:pt>
                <c:pt idx="76">
                  <c:v>1.059E-4</c:v>
                </c:pt>
                <c:pt idx="77">
                  <c:v>2.611E-4</c:v>
                </c:pt>
                <c:pt idx="78">
                  <c:v>1.7640000000000001E-4</c:v>
                </c:pt>
                <c:pt idx="79">
                  <c:v>1.516E-4</c:v>
                </c:pt>
                <c:pt idx="80">
                  <c:v>1.004E-4</c:v>
                </c:pt>
                <c:pt idx="81">
                  <c:v>2.653E-4</c:v>
                </c:pt>
                <c:pt idx="82">
                  <c:v>1.1519999999999999E-4</c:v>
                </c:pt>
                <c:pt idx="83">
                  <c:v>1.227E-4</c:v>
                </c:pt>
                <c:pt idx="84">
                  <c:v>3.0899999999999998E-4</c:v>
                </c:pt>
                <c:pt idx="85">
                  <c:v>3.0059999999999999E-4</c:v>
                </c:pt>
                <c:pt idx="86">
                  <c:v>1.147E-4</c:v>
                </c:pt>
                <c:pt idx="87">
                  <c:v>2.1560000000000001E-4</c:v>
                </c:pt>
                <c:pt idx="88">
                  <c:v>1.4310000000000001E-4</c:v>
                </c:pt>
                <c:pt idx="89">
                  <c:v>1.3219999999999999E-4</c:v>
                </c:pt>
                <c:pt idx="90">
                  <c:v>1.5970000000000001E-4</c:v>
                </c:pt>
                <c:pt idx="91">
                  <c:v>3.3050000000000001E-4</c:v>
                </c:pt>
                <c:pt idx="92">
                  <c:v>1.3129999999999999E-4</c:v>
                </c:pt>
                <c:pt idx="93">
                  <c:v>2.084E-4</c:v>
                </c:pt>
                <c:pt idx="94">
                  <c:v>1.763E-4</c:v>
                </c:pt>
                <c:pt idx="95">
                  <c:v>2.1550000000000001E-4</c:v>
                </c:pt>
                <c:pt idx="96">
                  <c:v>1.4909999999999999E-4</c:v>
                </c:pt>
                <c:pt idx="97">
                  <c:v>1.5349999999999999E-4</c:v>
                </c:pt>
                <c:pt idx="98">
                  <c:v>1.772E-4</c:v>
                </c:pt>
                <c:pt idx="99">
                  <c:v>1.392E-4</c:v>
                </c:pt>
                <c:pt idx="100">
                  <c:v>1.583E-4</c:v>
                </c:pt>
                <c:pt idx="101">
                  <c:v>1.395E-4</c:v>
                </c:pt>
                <c:pt idx="102">
                  <c:v>1.164E-4</c:v>
                </c:pt>
                <c:pt idx="103">
                  <c:v>1.8900000000000001E-4</c:v>
                </c:pt>
                <c:pt idx="104">
                  <c:v>1.482E-4</c:v>
                </c:pt>
                <c:pt idx="105">
                  <c:v>2.7090000000000003E-4</c:v>
                </c:pt>
                <c:pt idx="106">
                  <c:v>1.049E-4</c:v>
                </c:pt>
                <c:pt idx="107">
                  <c:v>4.2979999999999998E-4</c:v>
                </c:pt>
                <c:pt idx="108">
                  <c:v>2.2240000000000001E-4</c:v>
                </c:pt>
                <c:pt idx="109">
                  <c:v>1.0509999999999999E-4</c:v>
                </c:pt>
                <c:pt idx="110">
                  <c:v>1.217E-4</c:v>
                </c:pt>
                <c:pt idx="111">
                  <c:v>2.419E-4</c:v>
                </c:pt>
                <c:pt idx="112">
                  <c:v>1.5760000000000001E-4</c:v>
                </c:pt>
                <c:pt idx="113">
                  <c:v>1.0009999999999999E-4</c:v>
                </c:pt>
                <c:pt idx="114">
                  <c:v>1.0119999999999999E-4</c:v>
                </c:pt>
                <c:pt idx="115">
                  <c:v>1.3119999999999999E-4</c:v>
                </c:pt>
                <c:pt idx="116">
                  <c:v>1.139E-4</c:v>
                </c:pt>
                <c:pt idx="117">
                  <c:v>1.058E-4</c:v>
                </c:pt>
                <c:pt idx="118" formatCode="General">
                  <c:v>5.9999999999999995E-4</c:v>
                </c:pt>
                <c:pt idx="119" formatCode="General">
                  <c:v>1E-3</c:v>
                </c:pt>
                <c:pt idx="120">
                  <c:v>1.2999999999999999E-4</c:v>
                </c:pt>
                <c:pt idx="121">
                  <c:v>1E-4</c:v>
                </c:pt>
                <c:pt idx="122">
                  <c:v>2.1599999999999999E-4</c:v>
                </c:pt>
                <c:pt idx="123">
                  <c:v>2.1000000000000001E-2</c:v>
                </c:pt>
                <c:pt idx="124">
                  <c:v>1.6199999999999999E-3</c:v>
                </c:pt>
                <c:pt idx="125">
                  <c:v>1.7099999999999999E-3</c:v>
                </c:pt>
                <c:pt idx="126">
                  <c:v>1.188E-3</c:v>
                </c:pt>
                <c:pt idx="127">
                  <c:v>1.08E-3</c:v>
                </c:pt>
                <c:pt idx="128">
                  <c:v>8.6399999999999997E-4</c:v>
                </c:pt>
                <c:pt idx="129">
                  <c:v>7.1100000000000004E-4</c:v>
                </c:pt>
                <c:pt idx="130">
                  <c:v>6.1200000000000002E-4</c:v>
                </c:pt>
                <c:pt idx="131">
                  <c:v>1.1850000000000001E-3</c:v>
                </c:pt>
                <c:pt idx="132">
                  <c:v>1.18165E-3</c:v>
                </c:pt>
                <c:pt idx="133">
                  <c:v>1.2999999999999999E-4</c:v>
                </c:pt>
                <c:pt idx="134">
                  <c:v>0.01</c:v>
                </c:pt>
                <c:pt idx="135">
                  <c:v>1E-3</c:v>
                </c:pt>
                <c:pt idx="136">
                  <c:v>4.1999999999999998E-5</c:v>
                </c:pt>
                <c:pt idx="137">
                  <c:v>1.8000000000000001E-4</c:v>
                </c:pt>
                <c:pt idx="138">
                  <c:v>5.9999999999999995E-4</c:v>
                </c:pt>
                <c:pt idx="139">
                  <c:v>5.0000000000000001E-4</c:v>
                </c:pt>
                <c:pt idx="140">
                  <c:v>8.0000000000000004E-4</c:v>
                </c:pt>
                <c:pt idx="141">
                  <c:v>4.4999999999999999E-4</c:v>
                </c:pt>
                <c:pt idx="142">
                  <c:v>3.6000000000000002E-4</c:v>
                </c:pt>
                <c:pt idx="143">
                  <c:v>7.9000000000000001E-4</c:v>
                </c:pt>
                <c:pt idx="144">
                  <c:v>8.9999999999999998E-4</c:v>
                </c:pt>
                <c:pt idx="145">
                  <c:v>6.4000000000000003E-3</c:v>
                </c:pt>
                <c:pt idx="146">
                  <c:v>6.3E-3</c:v>
                </c:pt>
                <c:pt idx="147">
                  <c:v>5.4999999999999997E-3</c:v>
                </c:pt>
                <c:pt idx="148">
                  <c:v>3.5000000000000001E-3</c:v>
                </c:pt>
                <c:pt idx="149">
                  <c:v>0.11</c:v>
                </c:pt>
                <c:pt idx="150">
                  <c:v>0.28000000000000003</c:v>
                </c:pt>
              </c:numCache>
            </c:numRef>
          </c:xVal>
          <c:yVal>
            <c:numRef>
              <c:f>Sheet3!$A$3:$A$153</c:f>
              <c:numCache>
                <c:formatCode>0.000</c:formatCode>
                <c:ptCount val="151"/>
                <c:pt idx="0">
                  <c:v>0.36874999999999997</c:v>
                </c:pt>
                <c:pt idx="1">
                  <c:v>0.31379310344827588</c:v>
                </c:pt>
                <c:pt idx="2">
                  <c:v>0.23055555555555554</c:v>
                </c:pt>
                <c:pt idx="3">
                  <c:v>0.34399999999999997</c:v>
                </c:pt>
                <c:pt idx="4">
                  <c:v>0.22222222222222224</c:v>
                </c:pt>
                <c:pt idx="5">
                  <c:v>0.27741935483870966</c:v>
                </c:pt>
                <c:pt idx="6">
                  <c:v>0.22051282051282051</c:v>
                </c:pt>
                <c:pt idx="7">
                  <c:v>0.15074626865671642</c:v>
                </c:pt>
                <c:pt idx="8">
                  <c:v>0.16071428571428573</c:v>
                </c:pt>
                <c:pt idx="9">
                  <c:v>0.15333333333333335</c:v>
                </c:pt>
                <c:pt idx="10">
                  <c:v>0.16363636363636364</c:v>
                </c:pt>
                <c:pt idx="11">
                  <c:v>0.2343139807341838</c:v>
                </c:pt>
                <c:pt idx="12">
                  <c:v>0.18793103448275864</c:v>
                </c:pt>
                <c:pt idx="13">
                  <c:v>0.16060606060606061</c:v>
                </c:pt>
                <c:pt idx="14">
                  <c:v>0.2080357142857143</c:v>
                </c:pt>
                <c:pt idx="15">
                  <c:v>0.22857142857142859</c:v>
                </c:pt>
                <c:pt idx="16">
                  <c:v>0.2878787878787879</c:v>
                </c:pt>
                <c:pt idx="17">
                  <c:v>0.28000000000000003</c:v>
                </c:pt>
                <c:pt idx="18">
                  <c:v>0.40540540540540537</c:v>
                </c:pt>
                <c:pt idx="19">
                  <c:v>0.48333333333333334</c:v>
                </c:pt>
                <c:pt idx="20">
                  <c:v>0.36666666666666664</c:v>
                </c:pt>
                <c:pt idx="21">
                  <c:v>0.31034482758620691</c:v>
                </c:pt>
                <c:pt idx="22">
                  <c:v>0.33333333333333331</c:v>
                </c:pt>
                <c:pt idx="23">
                  <c:v>0.3</c:v>
                </c:pt>
                <c:pt idx="24">
                  <c:v>0.4</c:v>
                </c:pt>
                <c:pt idx="25">
                  <c:v>0.3</c:v>
                </c:pt>
                <c:pt idx="26">
                  <c:v>0.4</c:v>
                </c:pt>
                <c:pt idx="27">
                  <c:v>0.42</c:v>
                </c:pt>
                <c:pt idx="28">
                  <c:v>0.44</c:v>
                </c:pt>
                <c:pt idx="29">
                  <c:v>0.47</c:v>
                </c:pt>
                <c:pt idx="30">
                  <c:v>0.5</c:v>
                </c:pt>
                <c:pt idx="31">
                  <c:v>0.53</c:v>
                </c:pt>
                <c:pt idx="32">
                  <c:v>0.54</c:v>
                </c:pt>
                <c:pt idx="33">
                  <c:v>0.62</c:v>
                </c:pt>
                <c:pt idx="34" formatCode="0.00">
                  <c:v>0.28000000000000003</c:v>
                </c:pt>
                <c:pt idx="35" formatCode="0.00">
                  <c:v>0.23</c:v>
                </c:pt>
                <c:pt idx="36" formatCode="0.00">
                  <c:v>0.24</c:v>
                </c:pt>
                <c:pt idx="37" formatCode="0.00">
                  <c:v>0.16</c:v>
                </c:pt>
                <c:pt idx="38" formatCode="0.00">
                  <c:v>0.34</c:v>
                </c:pt>
                <c:pt idx="39">
                  <c:v>0.2412</c:v>
                </c:pt>
                <c:pt idx="40">
                  <c:v>0.33363636363636368</c:v>
                </c:pt>
                <c:pt idx="41">
                  <c:v>0.29249999999999998</c:v>
                </c:pt>
                <c:pt idx="42">
                  <c:v>0.50714285714285712</c:v>
                </c:pt>
                <c:pt idx="43">
                  <c:v>0.20642443391258558</c:v>
                </c:pt>
                <c:pt idx="44">
                  <c:v>0.29842180774748922</c:v>
                </c:pt>
                <c:pt idx="45">
                  <c:v>0.34969325153374231</c:v>
                </c:pt>
                <c:pt idx="46">
                  <c:v>0.28055555555555556</c:v>
                </c:pt>
                <c:pt idx="47">
                  <c:v>0.32</c:v>
                </c:pt>
                <c:pt idx="48">
                  <c:v>0.21071428571428572</c:v>
                </c:pt>
                <c:pt idx="49">
                  <c:v>0.21076923076923079</c:v>
                </c:pt>
                <c:pt idx="50">
                  <c:v>0.42011834319526625</c:v>
                </c:pt>
                <c:pt idx="51">
                  <c:v>0.28611111111111109</c:v>
                </c:pt>
                <c:pt idx="52">
                  <c:v>0.43820224719101125</c:v>
                </c:pt>
                <c:pt idx="53">
                  <c:v>0.43820224719101125</c:v>
                </c:pt>
                <c:pt idx="54">
                  <c:v>0.28611111111111109</c:v>
                </c:pt>
                <c:pt idx="55">
                  <c:v>0.38967136150234744</c:v>
                </c:pt>
                <c:pt idx="56">
                  <c:v>0.42011834319526625</c:v>
                </c:pt>
                <c:pt idx="57">
                  <c:v>0.35950413223140498</c:v>
                </c:pt>
                <c:pt idx="58">
                  <c:v>0.3966480446927374</c:v>
                </c:pt>
                <c:pt idx="59">
                  <c:v>0.35950413223140498</c:v>
                </c:pt>
                <c:pt idx="60">
                  <c:v>0.35950413223140498</c:v>
                </c:pt>
                <c:pt idx="61">
                  <c:v>0.38967136150234744</c:v>
                </c:pt>
                <c:pt idx="62">
                  <c:v>0.27345844504021449</c:v>
                </c:pt>
                <c:pt idx="63">
                  <c:v>0.38967136150234744</c:v>
                </c:pt>
                <c:pt idx="64">
                  <c:v>0.3966480446927374</c:v>
                </c:pt>
                <c:pt idx="65">
                  <c:v>0.38967136150234744</c:v>
                </c:pt>
                <c:pt idx="66">
                  <c:v>0.35950413223140498</c:v>
                </c:pt>
                <c:pt idx="67">
                  <c:v>0.3966480446927374</c:v>
                </c:pt>
                <c:pt idx="68">
                  <c:v>0.35950413223140498</c:v>
                </c:pt>
                <c:pt idx="69">
                  <c:v>0.3966480446927374</c:v>
                </c:pt>
                <c:pt idx="70">
                  <c:v>0.3966480446927374</c:v>
                </c:pt>
                <c:pt idx="71">
                  <c:v>0.35950413223140498</c:v>
                </c:pt>
                <c:pt idx="72">
                  <c:v>0.35950413223140498</c:v>
                </c:pt>
                <c:pt idx="73">
                  <c:v>0.3966480446927374</c:v>
                </c:pt>
                <c:pt idx="74">
                  <c:v>0.35950413223140498</c:v>
                </c:pt>
                <c:pt idx="75">
                  <c:v>0.35950413223140498</c:v>
                </c:pt>
                <c:pt idx="76">
                  <c:v>0.35021097046413496</c:v>
                </c:pt>
                <c:pt idx="77">
                  <c:v>0.35950413223140498</c:v>
                </c:pt>
                <c:pt idx="78">
                  <c:v>0.31372549019607843</c:v>
                </c:pt>
                <c:pt idx="79">
                  <c:v>0.35950413223140498</c:v>
                </c:pt>
                <c:pt idx="80">
                  <c:v>0.42011834319526625</c:v>
                </c:pt>
                <c:pt idx="81">
                  <c:v>0.35950413223140498</c:v>
                </c:pt>
                <c:pt idx="82">
                  <c:v>0.35950413223140498</c:v>
                </c:pt>
                <c:pt idx="83">
                  <c:v>0.35950413223140498</c:v>
                </c:pt>
                <c:pt idx="84">
                  <c:v>0.35950413223140498</c:v>
                </c:pt>
                <c:pt idx="85">
                  <c:v>0.27345844504021449</c:v>
                </c:pt>
                <c:pt idx="86">
                  <c:v>0.3966480446927374</c:v>
                </c:pt>
                <c:pt idx="87">
                  <c:v>0.38967136150234744</c:v>
                </c:pt>
                <c:pt idx="88">
                  <c:v>0.27345844504021449</c:v>
                </c:pt>
                <c:pt idx="89">
                  <c:v>0.42011834319526625</c:v>
                </c:pt>
                <c:pt idx="90">
                  <c:v>0.35950413223140498</c:v>
                </c:pt>
                <c:pt idx="91">
                  <c:v>0.3966480446927374</c:v>
                </c:pt>
                <c:pt idx="92">
                  <c:v>0.35950413223140498</c:v>
                </c:pt>
                <c:pt idx="93">
                  <c:v>0.35950413223140498</c:v>
                </c:pt>
                <c:pt idx="94">
                  <c:v>0.3966480446927374</c:v>
                </c:pt>
                <c:pt idx="95">
                  <c:v>0.35950413223140498</c:v>
                </c:pt>
                <c:pt idx="96">
                  <c:v>0.35950413223140498</c:v>
                </c:pt>
                <c:pt idx="97">
                  <c:v>0.42011834319526625</c:v>
                </c:pt>
                <c:pt idx="98">
                  <c:v>0.35950413223140498</c:v>
                </c:pt>
                <c:pt idx="99">
                  <c:v>0.28611111111111109</c:v>
                </c:pt>
                <c:pt idx="100">
                  <c:v>0.35950413223140498</c:v>
                </c:pt>
                <c:pt idx="101">
                  <c:v>0.3966480446927374</c:v>
                </c:pt>
                <c:pt idx="102">
                  <c:v>0.3966480446927374</c:v>
                </c:pt>
                <c:pt idx="103">
                  <c:v>0.35950413223140498</c:v>
                </c:pt>
                <c:pt idx="104">
                  <c:v>0.3723849372384937</c:v>
                </c:pt>
                <c:pt idx="105">
                  <c:v>0.35950413223140498</c:v>
                </c:pt>
                <c:pt idx="106">
                  <c:v>0.35021097046413496</c:v>
                </c:pt>
                <c:pt idx="107">
                  <c:v>0.28611111111111109</c:v>
                </c:pt>
                <c:pt idx="108">
                  <c:v>0.32993197278911562</c:v>
                </c:pt>
                <c:pt idx="109">
                  <c:v>0.35950413223140498</c:v>
                </c:pt>
                <c:pt idx="110">
                  <c:v>0.31372549019607843</c:v>
                </c:pt>
                <c:pt idx="111">
                  <c:v>0.31372549019607843</c:v>
                </c:pt>
                <c:pt idx="112">
                  <c:v>0.31372549019607843</c:v>
                </c:pt>
                <c:pt idx="113">
                  <c:v>0.35021097046413496</c:v>
                </c:pt>
                <c:pt idx="114">
                  <c:v>0.3966480446927374</c:v>
                </c:pt>
                <c:pt idx="115">
                  <c:v>0.3966480446927374</c:v>
                </c:pt>
                <c:pt idx="116">
                  <c:v>0.27345844504021449</c:v>
                </c:pt>
                <c:pt idx="117">
                  <c:v>0.31372549019607843</c:v>
                </c:pt>
                <c:pt idx="118">
                  <c:v>0.3125</c:v>
                </c:pt>
                <c:pt idx="119">
                  <c:v>0.24290909090909088</c:v>
                </c:pt>
                <c:pt idx="120">
                  <c:v>0.39</c:v>
                </c:pt>
                <c:pt idx="121">
                  <c:v>0.43</c:v>
                </c:pt>
                <c:pt idx="122">
                  <c:v>0.43</c:v>
                </c:pt>
                <c:pt idx="123">
                  <c:v>0.28000000000000003</c:v>
                </c:pt>
                <c:pt idx="124">
                  <c:v>0.27</c:v>
                </c:pt>
                <c:pt idx="125">
                  <c:v>0.26</c:v>
                </c:pt>
                <c:pt idx="126">
                  <c:v>0.36</c:v>
                </c:pt>
                <c:pt idx="127">
                  <c:v>0.26</c:v>
                </c:pt>
                <c:pt idx="128">
                  <c:v>0.31</c:v>
                </c:pt>
                <c:pt idx="129">
                  <c:v>0.27</c:v>
                </c:pt>
                <c:pt idx="130">
                  <c:v>0.3</c:v>
                </c:pt>
                <c:pt idx="131">
                  <c:v>0.28000000000000003</c:v>
                </c:pt>
                <c:pt idx="132">
                  <c:v>0.27</c:v>
                </c:pt>
                <c:pt idx="133">
                  <c:v>0.41</c:v>
                </c:pt>
                <c:pt idx="134">
                  <c:v>0.26</c:v>
                </c:pt>
                <c:pt idx="135">
                  <c:v>0.47</c:v>
                </c:pt>
                <c:pt idx="136">
                  <c:v>0.72</c:v>
                </c:pt>
                <c:pt idx="137">
                  <c:v>0.6</c:v>
                </c:pt>
                <c:pt idx="138">
                  <c:v>0.44</c:v>
                </c:pt>
                <c:pt idx="139">
                  <c:v>0.44</c:v>
                </c:pt>
                <c:pt idx="140">
                  <c:v>0.42</c:v>
                </c:pt>
                <c:pt idx="141">
                  <c:v>0.47</c:v>
                </c:pt>
                <c:pt idx="142">
                  <c:v>0.48</c:v>
                </c:pt>
                <c:pt idx="143">
                  <c:v>0.45</c:v>
                </c:pt>
                <c:pt idx="144">
                  <c:v>0.39</c:v>
                </c:pt>
                <c:pt idx="145">
                  <c:v>0.29260000000000003</c:v>
                </c:pt>
                <c:pt idx="146">
                  <c:v>0.25443478260869568</c:v>
                </c:pt>
                <c:pt idx="147">
                  <c:v>0.24660869565217389</c:v>
                </c:pt>
                <c:pt idx="148">
                  <c:v>0.32511111111111113</c:v>
                </c:pt>
                <c:pt idx="149">
                  <c:v>0.11</c:v>
                </c:pt>
                <c:pt idx="150">
                  <c:v>0.12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45-48D3-B093-DD9C41C8A68F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xVal>
            <c:numRef>
              <c:f>Sheet3!$B$3:$B$15</c:f>
              <c:numCache>
                <c:formatCode>0.000000</c:formatCode>
                <c:ptCount val="13"/>
                <c:pt idx="0">
                  <c:v>2.0000000000000001E-4</c:v>
                </c:pt>
                <c:pt idx="1">
                  <c:v>4.0000000000000002E-4</c:v>
                </c:pt>
                <c:pt idx="2">
                  <c:v>2.5999999999999999E-3</c:v>
                </c:pt>
                <c:pt idx="3">
                  <c:v>2.9999999999999997E-4</c:v>
                </c:pt>
                <c:pt idx="4">
                  <c:v>3.0000000000000001E-3</c:v>
                </c:pt>
                <c:pt idx="5">
                  <c:v>4.0000000000000002E-4</c:v>
                </c:pt>
                <c:pt idx="6">
                  <c:v>8.0000000000000004E-4</c:v>
                </c:pt>
                <c:pt idx="7">
                  <c:v>6.4000000000000003E-3</c:v>
                </c:pt>
                <c:pt idx="8">
                  <c:v>8.7500000000000008E-3</c:v>
                </c:pt>
                <c:pt idx="9">
                  <c:v>1.43E-2</c:v>
                </c:pt>
                <c:pt idx="10">
                  <c:v>4.4999999999999997E-3</c:v>
                </c:pt>
                <c:pt idx="11">
                  <c:v>5.0000000000000001E-4</c:v>
                </c:pt>
                <c:pt idx="12">
                  <c:v>3.3999999999999998E-3</c:v>
                </c:pt>
              </c:numCache>
            </c:numRef>
          </c:xVal>
          <c:yVal>
            <c:numRef>
              <c:f>Sheet3!$A$3:$A$15</c:f>
              <c:numCache>
                <c:formatCode>0.000</c:formatCode>
                <c:ptCount val="13"/>
                <c:pt idx="0">
                  <c:v>0.36874999999999997</c:v>
                </c:pt>
                <c:pt idx="1">
                  <c:v>0.31379310344827588</c:v>
                </c:pt>
                <c:pt idx="2">
                  <c:v>0.23055555555555554</c:v>
                </c:pt>
                <c:pt idx="3">
                  <c:v>0.34399999999999997</c:v>
                </c:pt>
                <c:pt idx="4">
                  <c:v>0.22222222222222224</c:v>
                </c:pt>
                <c:pt idx="5">
                  <c:v>0.27741935483870966</c:v>
                </c:pt>
                <c:pt idx="6">
                  <c:v>0.22051282051282051</c:v>
                </c:pt>
                <c:pt idx="7">
                  <c:v>0.15074626865671642</c:v>
                </c:pt>
                <c:pt idx="8">
                  <c:v>0.16071428571428573</c:v>
                </c:pt>
                <c:pt idx="9">
                  <c:v>0.15333333333333335</c:v>
                </c:pt>
                <c:pt idx="10">
                  <c:v>0.16363636363636364</c:v>
                </c:pt>
                <c:pt idx="11">
                  <c:v>0.2343139807341838</c:v>
                </c:pt>
                <c:pt idx="12">
                  <c:v>0.18793103448275864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645-48D3-B093-DD9C41C8A68F}"/>
            </c:ext>
          </c:extLst>
        </c:ser>
        <c:ser>
          <c:idx val="4"/>
          <c:order val="2"/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Sheet3!$E$3:$E$8</c:f>
              <c:numCache>
                <c:formatCode>General</c:formatCode>
                <c:ptCount val="6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0.1</c:v>
                </c:pt>
                <c:pt idx="5">
                  <c:v>1</c:v>
                </c:pt>
              </c:numCache>
            </c:numRef>
          </c:xVal>
          <c:yVal>
            <c:numRef>
              <c:f>Sheet3!$I$3:$I$8</c:f>
              <c:numCache>
                <c:formatCode>General</c:formatCode>
                <c:ptCount val="6"/>
                <c:pt idx="0">
                  <c:v>0.55437035718049466</c:v>
                </c:pt>
                <c:pt idx="1">
                  <c:v>0.40438962050781962</c:v>
                </c:pt>
                <c:pt idx="2">
                  <c:v>0.29498504574842394</c:v>
                </c:pt>
                <c:pt idx="3">
                  <c:v>0.21517905703397538</c:v>
                </c:pt>
                <c:pt idx="4">
                  <c:v>0.15696397920292954</c:v>
                </c:pt>
                <c:pt idx="5">
                  <c:v>0.11449855346901885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645-48D3-B093-DD9C41C8A68F}"/>
            </c:ext>
          </c:extLst>
        </c:ser>
        <c:ser>
          <c:idx val="2"/>
          <c:order val="3"/>
          <c:tx>
            <c:v>CI+</c:v>
          </c:tx>
          <c:spPr>
            <a:ln w="25400" cap="rnd">
              <a:solidFill>
                <a:srgbClr val="0070C0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Sheet3!$E$11:$E$16</c:f>
              <c:numCache>
                <c:formatCode>General</c:formatCode>
                <c:ptCount val="6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0.1</c:v>
                </c:pt>
                <c:pt idx="5">
                  <c:v>1</c:v>
                </c:pt>
              </c:numCache>
            </c:numRef>
          </c:xVal>
          <c:yVal>
            <c:numRef>
              <c:f>Sheet3!$L$11:$L$16</c:f>
              <c:numCache>
                <c:formatCode>General</c:formatCode>
                <c:ptCount val="6"/>
                <c:pt idx="0">
                  <c:v>0.50833732590201119</c:v>
                </c:pt>
                <c:pt idx="1">
                  <c:v>0.38609839830890896</c:v>
                </c:pt>
                <c:pt idx="2">
                  <c:v>0.28414106243273629</c:v>
                </c:pt>
                <c:pt idx="3">
                  <c:v>0.20008751937386168</c:v>
                </c:pt>
                <c:pt idx="4">
                  <c:v>0.13958732992613473</c:v>
                </c:pt>
                <c:pt idx="5">
                  <c:v>9.7198597849000881E-2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645-48D3-B093-DD9C41C8A68F}"/>
            </c:ext>
          </c:extLst>
        </c:ser>
        <c:ser>
          <c:idx val="3"/>
          <c:order val="4"/>
          <c:tx>
            <c:v>CI-</c:v>
          </c:tx>
          <c:spPr>
            <a:ln w="25400" cap="rnd">
              <a:solidFill>
                <a:srgbClr val="0070C0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Sheet3!$E$11:$E$16</c:f>
              <c:numCache>
                <c:formatCode>General</c:formatCode>
                <c:ptCount val="6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0.1</c:v>
                </c:pt>
                <c:pt idx="5">
                  <c:v>1</c:v>
                </c:pt>
              </c:numCache>
            </c:numRef>
          </c:xVal>
          <c:yVal>
            <c:numRef>
              <c:f>Sheet3!$M$11:$M$16</c:f>
              <c:numCache>
                <c:formatCode>General</c:formatCode>
                <c:ptCount val="6"/>
                <c:pt idx="0">
                  <c:v>0.60400703921135945</c:v>
                </c:pt>
                <c:pt idx="1">
                  <c:v>0.42321494933658471</c:v>
                </c:pt>
                <c:pt idx="2">
                  <c:v>0.30604761539974951</c:v>
                </c:pt>
                <c:pt idx="3">
                  <c:v>0.23129593491420258</c:v>
                </c:pt>
                <c:pt idx="4">
                  <c:v>0.1764440427771013</c:v>
                </c:pt>
                <c:pt idx="5">
                  <c:v>0.13485125730048103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645-48D3-B093-DD9C41C8A68F}"/>
            </c:ext>
          </c:extLst>
        </c:ser>
        <c:ser>
          <c:idx val="5"/>
          <c:order val="5"/>
          <c:tx>
            <c:v>PI+</c:v>
          </c:tx>
          <c:spPr>
            <a:ln w="25400" cap="rnd">
              <a:solidFill>
                <a:srgbClr val="92D050"/>
              </a:solidFill>
              <a:prstDash val="lgDash"/>
              <a:round/>
            </a:ln>
            <a:effectLst/>
          </c:spPr>
          <c:marker>
            <c:symbol val="none"/>
          </c:marker>
          <c:xVal>
            <c:numRef>
              <c:f>Sheet3!$E$11:$E$16</c:f>
              <c:numCache>
                <c:formatCode>General</c:formatCode>
                <c:ptCount val="6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0.1</c:v>
                </c:pt>
                <c:pt idx="5">
                  <c:v>1</c:v>
                </c:pt>
              </c:numCache>
            </c:numRef>
          </c:xVal>
          <c:yVal>
            <c:numRef>
              <c:f>Sheet3!$P$11:$P$16</c:f>
              <c:numCache>
                <c:formatCode>General</c:formatCode>
                <c:ptCount val="6"/>
                <c:pt idx="0">
                  <c:v>0.36465905317035602</c:v>
                </c:pt>
                <c:pt idx="1">
                  <c:v>0.26773490839114639</c:v>
                </c:pt>
                <c:pt idx="2">
                  <c:v>0.19548885369079486</c:v>
                </c:pt>
                <c:pt idx="3">
                  <c:v>0.14194496759481751</c:v>
                </c:pt>
                <c:pt idx="4">
                  <c:v>0.10251324946425006</c:v>
                </c:pt>
                <c:pt idx="5">
                  <c:v>7.3664797611933161E-2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3645-48D3-B093-DD9C41C8A68F}"/>
            </c:ext>
          </c:extLst>
        </c:ser>
        <c:ser>
          <c:idx val="6"/>
          <c:order val="6"/>
          <c:tx>
            <c:v>PI-</c:v>
          </c:tx>
          <c:spPr>
            <a:ln w="25400" cap="rnd">
              <a:solidFill>
                <a:srgbClr val="92D050"/>
              </a:solidFill>
              <a:prstDash val="lgDash"/>
              <a:round/>
            </a:ln>
            <a:effectLst/>
          </c:spPr>
          <c:marker>
            <c:symbol val="none"/>
          </c:marker>
          <c:xVal>
            <c:numRef>
              <c:f>Sheet3!$E$11:$E$16</c:f>
              <c:numCache>
                <c:formatCode>General</c:formatCode>
                <c:ptCount val="6"/>
                <c:pt idx="0">
                  <c:v>1.0000000000000001E-5</c:v>
                </c:pt>
                <c:pt idx="1">
                  <c:v>1E-4</c:v>
                </c:pt>
                <c:pt idx="2">
                  <c:v>1E-3</c:v>
                </c:pt>
                <c:pt idx="3">
                  <c:v>0.01</c:v>
                </c:pt>
                <c:pt idx="4">
                  <c:v>0.1</c:v>
                </c:pt>
                <c:pt idx="5">
                  <c:v>1</c:v>
                </c:pt>
              </c:numCache>
            </c:numRef>
          </c:xVal>
          <c:yVal>
            <c:numRef>
              <c:f>Sheet3!$Q$11:$Q$16</c:f>
              <c:numCache>
                <c:formatCode>General</c:formatCode>
                <c:ptCount val="6"/>
                <c:pt idx="0">
                  <c:v>0.84199032265265217</c:v>
                </c:pt>
                <c:pt idx="1">
                  <c:v>0.61031353293881752</c:v>
                </c:pt>
                <c:pt idx="2">
                  <c:v>0.44483812344035784</c:v>
                </c:pt>
                <c:pt idx="3">
                  <c:v>0.32603783453842317</c:v>
                </c:pt>
                <c:pt idx="4">
                  <c:v>0.24025531276537457</c:v>
                </c:pt>
                <c:pt idx="5">
                  <c:v>0.1779327946797884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3645-48D3-B093-DD9C41C8A6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095349888"/>
        <c:axId val="-1095351520"/>
      </c:scatterChart>
      <c:valAx>
        <c:axId val="-1095349888"/>
        <c:scaling>
          <c:logBase val="10"/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Volume (km</a:t>
                </a:r>
                <a:r>
                  <a:rPr lang="en-US" sz="1100" baseline="30000" dirty="0">
                    <a:solidFill>
                      <a:schemeClr val="tx1"/>
                    </a:solidFill>
                  </a:rPr>
                  <a:t>3</a:t>
                </a:r>
                <a:r>
                  <a:rPr lang="en-US" sz="1100" dirty="0">
                    <a:solidFill>
                      <a:schemeClr val="tx1"/>
                    </a:solidFill>
                  </a:rPr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000" sourceLinked="1"/>
        <c:majorTickMark val="cross"/>
        <c:minorTickMark val="out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095351520"/>
        <c:crossesAt val="1.0000000000000002E-2"/>
        <c:crossBetween val="midCat"/>
      </c:valAx>
      <c:valAx>
        <c:axId val="-1095351520"/>
        <c:scaling>
          <c:logBase val="10"/>
          <c:orientation val="minMax"/>
          <c:min val="0.1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∆H/L</a:t>
                </a:r>
                <a:r>
                  <a:rPr lang="en-US" sz="1100" baseline="0" dirty="0">
                    <a:solidFill>
                      <a:schemeClr val="tx1"/>
                    </a:solidFill>
                  </a:rPr>
                  <a:t> </a:t>
                </a:r>
                <a:endParaRPr lang="en-US" sz="11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cross"/>
        <c:minorTickMark val="out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095349888"/>
        <c:crossesAt val="1.0000000000000004E-5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Sheet1!$B$3:$B$243</cx:f>
        <cx:lvl ptCount="241" formatCode="General">
          <cx:pt idx="0">0.042999999999999997</cx:pt>
          <cx:pt idx="1">0.059999999999999998</cx:pt>
          <cx:pt idx="2">0.059999999999999998</cx:pt>
          <cx:pt idx="3">0.059999999999999998</cx:pt>
          <cx:pt idx="4">0.059999999999999998</cx:pt>
          <cx:pt idx="5">0.065000000000000002</cx:pt>
          <cx:pt idx="6">0.070000000000000007</cx:pt>
          <cx:pt idx="7">0.078571428571428598</cx:pt>
          <cx:pt idx="8">0.080000000000000002</cx:pt>
          <cx:pt idx="9">0.080000000000000002</cx:pt>
          <cx:pt idx="10">0.089999999999999997</cx:pt>
          <cx:pt idx="11">0.089999999999999997</cx:pt>
          <cx:pt idx="12">0.10000000000000001</cx:pt>
          <cx:pt idx="13">0.10000000000000001</cx:pt>
          <cx:pt idx="14">0.11</cx:pt>
          <cx:pt idx="15">0.116666666666667</cx:pt>
          <cx:pt idx="16">0.116666666666667</cx:pt>
          <cx:pt idx="17">0.12</cx:pt>
          <cx:pt idx="18">0.12</cx:pt>
          <cx:pt idx="19">0.12</cx:pt>
          <cx:pt idx="20">0.13</cx:pt>
          <cx:pt idx="21">0.14000000000000001</cx:pt>
          <cx:pt idx="22">0.14000000000000001</cx:pt>
          <cx:pt idx="23">0.14000000000000001</cx:pt>
          <cx:pt idx="24">0.14796747967479701</cx:pt>
          <cx:pt idx="25">0.14999999999999999</cx:pt>
          <cx:pt idx="26">0.14999999999999999</cx:pt>
          <cx:pt idx="27">0.150746268656716</cx:pt>
          <cx:pt idx="28">0.15277777777777801</cx:pt>
          <cx:pt idx="29">0.15277777777777801</cx:pt>
          <cx:pt idx="30">0.15333333333333299</cx:pt>
          <cx:pt idx="31">0.16</cx:pt>
          <cx:pt idx="32">0.16</cx:pt>
          <cx:pt idx="33">0.16</cx:pt>
          <cx:pt idx="34">0.160714285714286</cx:pt>
          <cx:pt idx="35">0.163636363636364</cx:pt>
          <cx:pt idx="36">0.16627450999999999</cx:pt>
          <cx:pt idx="37">0.16666666699999999</cx:pt>
          <cx:pt idx="38">0.17000000000000001</cx:pt>
          <cx:pt idx="39">0.17000000000000001</cx:pt>
          <cx:pt idx="40">0.17000000000000001</cx:pt>
          <cx:pt idx="41">0.17999999999999999</cx:pt>
          <cx:pt idx="42">0.17999999999999999</cx:pt>
          <cx:pt idx="43">0.17999999999999999</cx:pt>
          <cx:pt idx="44">0.17999999999999999</cx:pt>
          <cx:pt idx="45">0.17999999999999999</cx:pt>
          <cx:pt idx="46">0.17999999999999999</cx:pt>
          <cx:pt idx="47">0.17999999999999999</cx:pt>
          <cx:pt idx="48">0.187068965517241</cx:pt>
          <cx:pt idx="49">0.187931034482759</cx:pt>
          <cx:pt idx="50">0.20000000000000001</cx:pt>
          <cx:pt idx="51">0.20000000000000001</cx:pt>
          <cx:pt idx="52">0.20000000000000001</cx:pt>
          <cx:pt idx="53">0.20000000000000001</cx:pt>
          <cx:pt idx="54">0.206424433912586</cx:pt>
          <cx:pt idx="55">0.20803571428571399</cx:pt>
          <cx:pt idx="56">0.20999999999999999</cx:pt>
          <cx:pt idx="57">0.20999999999999999</cx:pt>
          <cx:pt idx="58">0.20999999999999999</cx:pt>
          <cx:pt idx="59">0.20999999999999999</cx:pt>
          <cx:pt idx="60">0.21071428571428599</cx:pt>
          <cx:pt idx="61">0.21076923076923099</cx:pt>
          <cx:pt idx="62">0.21078431372549</cx:pt>
          <cx:pt idx="63">0.21951219499999999</cx:pt>
          <cx:pt idx="64">0.22</cx:pt>
          <cx:pt idx="65">0.22051282051282101</cx:pt>
          <cx:pt idx="66">0.22857142857142901</cx:pt>
          <cx:pt idx="67">0.22857142857142901</cx:pt>
          <cx:pt idx="68">0.22857142857142901</cx:pt>
          <cx:pt idx="69">0.23000000000000001</cx:pt>
          <cx:pt idx="70">0.23000000000000001</cx:pt>
          <cx:pt idx="71">0.23055555555555601</cx:pt>
          <cx:pt idx="72">0.2412</cx:pt>
          <cx:pt idx="73">0.24290909090909099</cx:pt>
          <cx:pt idx="74">0.24290909090909099</cx:pt>
          <cx:pt idx="75">0.24399999999999999</cx:pt>
          <cx:pt idx="76">0.246608695652174</cx:pt>
          <cx:pt idx="77">0.24727272727272701</cx:pt>
          <cx:pt idx="78">0.24727272727272701</cx:pt>
          <cx:pt idx="79">0.24838709677419399</cx:pt>
          <cx:pt idx="80">0.25</cx:pt>
          <cx:pt idx="81">0.25443478260869601</cx:pt>
          <cx:pt idx="82">0.25443478260869601</cx:pt>
          <cx:pt idx="83">0.25802066899999998</cx:pt>
          <cx:pt idx="84">0.26000000000000001</cx:pt>
          <cx:pt idx="85">0.26000000000000001</cx:pt>
          <cx:pt idx="86">0.26000000000000001</cx:pt>
          <cx:pt idx="87">0.26000000000000001</cx:pt>
          <cx:pt idx="88">0.26000000000000001</cx:pt>
          <cx:pt idx="89">0.26000000000000001</cx:pt>
          <cx:pt idx="90">0.26521739130434802</cx:pt>
          <cx:pt idx="91">0.26521739130434802</cx:pt>
          <cx:pt idx="92">0.27000000000000002</cx:pt>
          <cx:pt idx="93">0.27000000000000002</cx:pt>
          <cx:pt idx="94">0.27000000000000002</cx:pt>
          <cx:pt idx="95">0.27000000000000002</cx:pt>
          <cx:pt idx="96">0.27000000000000002</cx:pt>
          <cx:pt idx="97">0.27028571428571402</cx:pt>
          <cx:pt idx="98">0.27345844504021399</cx:pt>
          <cx:pt idx="99">0.27345844504021399</cx:pt>
          <cx:pt idx="100">0.27345844504021399</cx:pt>
          <cx:pt idx="101">0.27345844504021399</cx:pt>
          <cx:pt idx="102">0.27777777777777701</cx:pt>
          <cx:pt idx="103">0.27777777777777801</cx:pt>
          <cx:pt idx="104">0.28000000000000003</cx:pt>
          <cx:pt idx="105">0.28000000000000003</cx:pt>
          <cx:pt idx="106">0.280555555555556</cx:pt>
          <cx:pt idx="107">0.28215223099999998</cx:pt>
          <cx:pt idx="108">0.28611111111111098</cx:pt>
          <cx:pt idx="109">0.28611111111111098</cx:pt>
          <cx:pt idx="110">0.28611111111111098</cx:pt>
          <cx:pt idx="111">0.28611111111111098</cx:pt>
          <cx:pt idx="112">0.28695652173913</cx:pt>
          <cx:pt idx="113">0.28787878787878801</cx:pt>
          <cx:pt idx="114">0.28863636363636402</cx:pt>
          <cx:pt idx="115">0.29249999999999998</cx:pt>
          <cx:pt idx="116">0.29260000000000003</cx:pt>
          <cx:pt idx="117">0.29411764705882298</cx:pt>
          <cx:pt idx="118">0.298421807747489</cx:pt>
          <cx:pt idx="119">0.29999999999999999</cx:pt>
          <cx:pt idx="120">0.29999999999999999</cx:pt>
          <cx:pt idx="121">0.30894736842105303</cx:pt>
          <cx:pt idx="122">0.31</cx:pt>
          <cx:pt idx="123">0.31</cx:pt>
          <cx:pt idx="124">0.31372549019607798</cx:pt>
          <cx:pt idx="125">0.31372549019607798</cx:pt>
          <cx:pt idx="126">0.31372549019607798</cx:pt>
          <cx:pt idx="127">0.31372549019607798</cx:pt>
          <cx:pt idx="128">0.31372549019607798</cx:pt>
          <cx:pt idx="129">0.31379310344827599</cx:pt>
          <cx:pt idx="130">0.31851851851851798</cx:pt>
          <cx:pt idx="131">0.32000000000000001</cx:pt>
          <cx:pt idx="132">0.32511111111111102</cx:pt>
          <cx:pt idx="133">0.32993197278911601</cx:pt>
          <cx:pt idx="134">0.33000000000000002</cx:pt>
          <cx:pt idx="135">0.33363636363636401</cx:pt>
          <cx:pt idx="136">0.33636363636363598</cx:pt>
          <cx:pt idx="137">0.34000000000000002</cx:pt>
          <cx:pt idx="138">0.34399999999999997</cx:pt>
          <cx:pt idx="139">0.34969325153374198</cx:pt>
          <cx:pt idx="140">0.34999999999999998</cx:pt>
          <cx:pt idx="141">0.34999999999999998</cx:pt>
          <cx:pt idx="142">0.35021097046413502</cx:pt>
          <cx:pt idx="143">0.35021097046413502</cx:pt>
          <cx:pt idx="144">0.35021097046413502</cx:pt>
          <cx:pt idx="145">0.35950413223140498</cx:pt>
          <cx:pt idx="146">0.35950413223140498</cx:pt>
          <cx:pt idx="147">0.35950413223140498</cx:pt>
          <cx:pt idx="148">0.35950413223140498</cx:pt>
          <cx:pt idx="149">0.35950413223140498</cx:pt>
          <cx:pt idx="150">0.35950413223140498</cx:pt>
          <cx:pt idx="151">0.35950413223140498</cx:pt>
          <cx:pt idx="152">0.35950413223140498</cx:pt>
          <cx:pt idx="153">0.35950413223140498</cx:pt>
          <cx:pt idx="154">0.35950413223140498</cx:pt>
          <cx:pt idx="155">0.35950413223140498</cx:pt>
          <cx:pt idx="156">0.35950413223140498</cx:pt>
          <cx:pt idx="157">0.35950413223140498</cx:pt>
          <cx:pt idx="158">0.35950413223140498</cx:pt>
          <cx:pt idx="159">0.35950413223140498</cx:pt>
          <cx:pt idx="160">0.35950413223140498</cx:pt>
          <cx:pt idx="161">0.35950413223140498</cx:pt>
          <cx:pt idx="162">0.35950413223140498</cx:pt>
          <cx:pt idx="163">0.35950413223140498</cx:pt>
          <cx:pt idx="164">0.35950413223140498</cx:pt>
          <cx:pt idx="165">0.35950413223140498</cx:pt>
          <cx:pt idx="166">0.35950413223140498</cx:pt>
          <cx:pt idx="167">0.35950413223140498</cx:pt>
          <cx:pt idx="168">0.35950413223140498</cx:pt>
          <cx:pt idx="169">0.35950413223140498</cx:pt>
          <cx:pt idx="170">0.35999999999999999</cx:pt>
          <cx:pt idx="171">0.35999999999999999</cx:pt>
          <cx:pt idx="172">0.36499999999999999</cx:pt>
          <cx:pt idx="173">0.36875000000000002</cx:pt>
          <cx:pt idx="174">0.37</cx:pt>
          <cx:pt idx="175">0.37238493723849397</cx:pt>
          <cx:pt idx="176">0.37495652173913002</cx:pt>
          <cx:pt idx="177">0.38578125000000002</cx:pt>
          <cx:pt idx="178">0.38967136150234699</cx:pt>
          <cx:pt idx="179">0.38967136150234699</cx:pt>
          <cx:pt idx="180">0.38967136150234699</cx:pt>
          <cx:pt idx="181">0.38967136150234699</cx:pt>
          <cx:pt idx="182">0.38967136150234699</cx:pt>
          <cx:pt idx="183">0.39000000000000001</cx:pt>
          <cx:pt idx="184">0.39000000000000001</cx:pt>
          <cx:pt idx="185">0.39000000000000001</cx:pt>
          <cx:pt idx="186">0.39664804469273701</cx:pt>
          <cx:pt idx="187">0.39664804469273701</cx:pt>
          <cx:pt idx="188">0.39664804469273701</cx:pt>
          <cx:pt idx="189">0.39664804469273701</cx:pt>
          <cx:pt idx="190">0.39664804469273701</cx:pt>
          <cx:pt idx="191">0.39664804469273701</cx:pt>
          <cx:pt idx="192">0.39664804469273701</cx:pt>
          <cx:pt idx="193">0.39664804469273701</cx:pt>
          <cx:pt idx="194">0.39664804469273701</cx:pt>
          <cx:pt idx="195">0.39664804469273701</cx:pt>
          <cx:pt idx="196">0.39664804469273701</cx:pt>
          <cx:pt idx="197">0.39664804469273701</cx:pt>
          <cx:pt idx="198">0.39664804469273701</cx:pt>
          <cx:pt idx="199">0.40000000000000002</cx:pt>
          <cx:pt idx="200">0.40000000000000002</cx:pt>
          <cx:pt idx="201">0.40000000000000002</cx:pt>
          <cx:pt idx="202">0.40666666666666701</cx:pt>
          <cx:pt idx="203">0.41999999999999998</cx:pt>
          <cx:pt idx="204">0.41999999999999998</cx:pt>
          <cx:pt idx="205">0.41999999999999998</cx:pt>
          <cx:pt idx="206">0.42011834319526598</cx:pt>
          <cx:pt idx="207">0.42011834319526598</cx:pt>
          <cx:pt idx="208">0.42011834319526598</cx:pt>
          <cx:pt idx="209">0.42011834319526598</cx:pt>
          <cx:pt idx="210">0.42011834319526598</cx:pt>
          <cx:pt idx="211">0.42999999999999999</cx:pt>
          <cx:pt idx="212">0.42999999999999999</cx:pt>
          <cx:pt idx="213">0.43820224719101097</cx:pt>
          <cx:pt idx="214">0.43820224719101097</cx:pt>
          <cx:pt idx="215">0.44</cx:pt>
          <cx:pt idx="216">0.44</cx:pt>
          <cx:pt idx="217">0.44</cx:pt>
          <cx:pt idx="218">0.44090909090909097</cx:pt>
          <cx:pt idx="219">0.45000000000000001</cx:pt>
          <cx:pt idx="220">0.45000000000000001</cx:pt>
          <cx:pt idx="221">0.46999999999999997</cx:pt>
          <cx:pt idx="222">0.46999999999999997</cx:pt>
          <cx:pt idx="223">0.46999999999999997</cx:pt>
          <cx:pt idx="224">0.46999999999999997</cx:pt>
          <cx:pt idx="225">0.47999999999999998</cx:pt>
          <cx:pt idx="226">0.5</cx:pt>
          <cx:pt idx="227">0.5</cx:pt>
          <cx:pt idx="228">0.50714285714285701</cx:pt>
          <cx:pt idx="229">0.51333333333333298</cx:pt>
          <cx:pt idx="230">0.51333333333333298</cx:pt>
          <cx:pt idx="231">0.51333333333333298</cx:pt>
          <cx:pt idx="232">0.53000000000000003</cx:pt>
          <cx:pt idx="233">0.53000000000000003</cx:pt>
          <cx:pt idx="234">0.54000000000000004</cx:pt>
          <cx:pt idx="235">0.56999999999999995</cx:pt>
          <cx:pt idx="236">0.59999999999999998</cx:pt>
          <cx:pt idx="237">0.62</cx:pt>
          <cx:pt idx="238">0.71999999999999997</cx:pt>
          <cx:pt idx="239">0.73999999999999999</cx:pt>
          <cx:pt idx="240">0.80000000000000004</cx:pt>
        </cx:lvl>
      </cx:numDim>
    </cx:data>
  </cx:chartData>
  <cx:chart>
    <cx:title pos="t" align="ctr" overlay="0">
      <cx:tx>
        <cx:txData>
          <cx:v>FlowDat PDC H/L values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800"/>
          </a:pPr>
          <a:r>
            <a:rPr lang="en-US" sz="18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FlowDat PDC H/L values</a:t>
          </a:r>
        </a:p>
      </cx:txPr>
    </cx:title>
    <cx:plotArea>
      <cx:plotAreaRegion>
        <cx:plotSurface>
          <cx:spPr>
            <a:ln>
              <a:noFill/>
            </a:ln>
          </cx:spPr>
        </cx:plotSurface>
        <cx:series layoutId="clusteredColumn" uniqueId="{B12401C0-4912-4623-A94A-4763E44CB0D4}">
          <cx:spPr>
            <a:solidFill>
              <a:schemeClr val="accent6">
                <a:lumMod val="40000"/>
                <a:lumOff val="60000"/>
              </a:schemeClr>
            </a:solidFill>
          </cx:spPr>
          <cx:dataId val="0"/>
          <cx:layoutPr>
            <cx:binning intervalClosed="r" underflow="0.10000000000000001" overflow="0.5">
              <cx:binSize val="0.10000000000000001"/>
            </cx:binning>
          </cx:layoutPr>
        </cx:series>
      </cx:plotAreaRegion>
      <cx:axis id="0">
        <cx:catScaling gapWidth="0"/>
        <cx:title>
          <cx:tx>
            <cx:txData>
              <cx:v>H/L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 sz="1200"/>
              </a:pPr>
              <a:r>
                <a:rPr lang="en-US" sz="1200" b="0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/>
                </a:rPr>
                <a:t>H/L</a:t>
              </a:r>
            </a:p>
          </cx:txPr>
        </cx:title>
        <cx:majorTickMarks type="out"/>
        <cx:tickLabels/>
        <cx:numFmt formatCode="#,##0.00" sourceLinked="0"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/>
            </a:pPr>
            <a:endParaRPr lang="en-US" sz="12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txPr>
      </cx:axis>
      <cx:axis id="1">
        <cx:valScaling max="90"/>
        <cx:title>
          <cx:tx>
            <cx:txData>
              <cx:v>Number of flows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 sz="1400"/>
              </a:pPr>
              <a:r>
                <a:rPr lang="en-US" sz="1400" b="0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/>
                </a:rPr>
                <a:t>Number of flows</a:t>
              </a:r>
            </a:p>
          </cx:txPr>
        </cx:title>
        <cx:majorGridlines>
          <cx:spPr>
            <a:solidFill>
              <a:schemeClr val="tx1"/>
            </a:solidFill>
            <a:ln>
              <a:solidFill>
                <a:schemeClr val="bg1">
                  <a:lumMod val="65000"/>
                </a:schemeClr>
              </a:solidFill>
            </a:ln>
          </cx:spPr>
        </cx:majorGridlines>
        <cx:majorTickMarks type="out"/>
        <cx:tickLabels/>
        <cx:numFmt formatCode="#,##0" sourceLinked="0"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200"/>
            </a:pPr>
            <a:endParaRPr lang="en-US" sz="12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endParaRPr>
          </a:p>
        </cx:txPr>
      </cx:axis>
    </cx:plotArea>
  </cx:chart>
  <cx:spPr>
    <a:ln>
      <a:solidFill>
        <a:schemeClr val="tx1"/>
      </a:solidFill>
    </a:ln>
  </cx:spPr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0.75283</cdr:x>
      <cdr:y>0.05123</cdr:y>
    </cdr:from>
    <cdr:to>
      <cdr:x>0.90464</cdr:x>
      <cdr:y>0.29499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534249" y="19218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dirty="0"/>
            <a:t>Global data</a:t>
          </a:r>
        </a:p>
        <a:p xmlns:a="http://schemas.openxmlformats.org/drawingml/2006/main">
          <a:r>
            <a:rPr lang="en-US" dirty="0"/>
            <a:t>Best-fit regression</a:t>
          </a:r>
        </a:p>
        <a:p xmlns:a="http://schemas.openxmlformats.org/drawingml/2006/main">
          <a:r>
            <a:rPr lang="en-US" sz="1100" dirty="0"/>
            <a:t>95% Confidence Interval</a:t>
          </a:r>
        </a:p>
        <a:p xmlns:a="http://schemas.openxmlformats.org/drawingml/2006/main">
          <a:r>
            <a:rPr lang="en-US" dirty="0"/>
            <a:t>95% Prediction Interval</a:t>
          </a:r>
          <a:endParaRPr lang="en-US" sz="1100" dirty="0"/>
        </a:p>
      </cdr:txBody>
    </cdr:sp>
  </cdr:relSizeAnchor>
  <cdr:relSizeAnchor xmlns:cdr="http://schemas.openxmlformats.org/drawingml/2006/chartDrawing">
    <cdr:from>
      <cdr:x>0.73119</cdr:x>
      <cdr:y>0.07319</cdr:y>
    </cdr:from>
    <cdr:to>
      <cdr:x>0.74637</cdr:x>
      <cdr:y>0.09757</cdr:y>
    </cdr:to>
    <cdr:sp macro="" textlink="">
      <cdr:nvSpPr>
        <cdr:cNvPr id="3" name="Oval 2"/>
        <cdr:cNvSpPr/>
      </cdr:nvSpPr>
      <cdr:spPr>
        <a:xfrm xmlns:a="http://schemas.openxmlformats.org/drawingml/2006/main">
          <a:off x="4403954" y="274558"/>
          <a:ext cx="91440" cy="91440"/>
        </a:xfrm>
        <a:prstGeom xmlns:a="http://schemas.openxmlformats.org/drawingml/2006/main" prst="ellipse">
          <a:avLst/>
        </a:prstGeom>
        <a:solidFill xmlns:a="http://schemas.openxmlformats.org/drawingml/2006/main">
          <a:schemeClr val="tx1"/>
        </a:solidFill>
        <a:ln xmlns:a="http://schemas.openxmlformats.org/drawingml/2006/main">
          <a:prstDash val="solid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0.71601</cdr:x>
      <cdr:y>0.13248</cdr:y>
    </cdr:from>
    <cdr:to>
      <cdr:x>0.76156</cdr:x>
      <cdr:y>0.13248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F59D47A9-DC6E-CF13-4294-E1D20444C969}"/>
            </a:ext>
          </a:extLst>
        </cdr:cNvPr>
        <cdr:cNvCxnSpPr/>
      </cdr:nvCxnSpPr>
      <cdr:spPr>
        <a:xfrm xmlns:a="http://schemas.openxmlformats.org/drawingml/2006/main">
          <a:off x="4312514" y="496979"/>
          <a:ext cx="274320" cy="0"/>
        </a:xfrm>
        <a:prstGeom xmlns:a="http://schemas.openxmlformats.org/drawingml/2006/main" prst="line">
          <a:avLst/>
        </a:prstGeom>
        <a:ln xmlns:a="http://schemas.openxmlformats.org/drawingml/2006/main" w="28575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0.71601</cdr:x>
      <cdr:y>0.17897</cdr:y>
    </cdr:from>
    <cdr:to>
      <cdr:x>0.76156</cdr:x>
      <cdr:y>0.17897</cdr:y>
    </cdr:to>
    <cdr:cxnSp macro="">
      <cdr:nvCxnSpPr>
        <cdr:cNvPr id="6" name="Straight Connector 5">
          <a:extLst xmlns:a="http://schemas.openxmlformats.org/drawingml/2006/main">
            <a:ext uri="{FF2B5EF4-FFF2-40B4-BE49-F238E27FC236}">
              <a16:creationId xmlns:a16="http://schemas.microsoft.com/office/drawing/2014/main" id="{C09C304B-080B-B635-BFEC-DCC0486BE4E5}"/>
            </a:ext>
          </a:extLst>
        </cdr:cNvPr>
        <cdr:cNvCxnSpPr/>
      </cdr:nvCxnSpPr>
      <cdr:spPr>
        <a:xfrm xmlns:a="http://schemas.openxmlformats.org/drawingml/2006/main">
          <a:off x="4312514" y="671347"/>
          <a:ext cx="274320" cy="0"/>
        </a:xfrm>
        <a:prstGeom xmlns:a="http://schemas.openxmlformats.org/drawingml/2006/main" prst="line">
          <a:avLst/>
        </a:prstGeom>
        <a:ln xmlns:a="http://schemas.openxmlformats.org/drawingml/2006/main" w="28575">
          <a:solidFill>
            <a:srgbClr val="0070C0"/>
          </a:solidFill>
          <a:prstDash val="sysDot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0.71601</cdr:x>
      <cdr:y>0.22289</cdr:y>
    </cdr:from>
    <cdr:to>
      <cdr:x>0.76156</cdr:x>
      <cdr:y>0.22289</cdr:y>
    </cdr:to>
    <cdr:cxnSp macro="">
      <cdr:nvCxnSpPr>
        <cdr:cNvPr id="7" name="Straight Connector 6">
          <a:extLst xmlns:a="http://schemas.openxmlformats.org/drawingml/2006/main">
            <a:ext uri="{FF2B5EF4-FFF2-40B4-BE49-F238E27FC236}">
              <a16:creationId xmlns:a16="http://schemas.microsoft.com/office/drawing/2014/main" id="{0BAAD096-A13A-515F-9A93-41305E83F273}"/>
            </a:ext>
          </a:extLst>
        </cdr:cNvPr>
        <cdr:cNvCxnSpPr/>
      </cdr:nvCxnSpPr>
      <cdr:spPr>
        <a:xfrm xmlns:a="http://schemas.openxmlformats.org/drawingml/2006/main">
          <a:off x="4312514" y="836103"/>
          <a:ext cx="274320" cy="0"/>
        </a:xfrm>
        <a:prstGeom xmlns:a="http://schemas.openxmlformats.org/drawingml/2006/main" prst="line">
          <a:avLst/>
        </a:prstGeom>
        <a:ln xmlns:a="http://schemas.openxmlformats.org/drawingml/2006/main" w="28575">
          <a:solidFill>
            <a:srgbClr val="92D050"/>
          </a:solidFill>
          <a:prstDash val="sysDash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CD5539-84A7-4A2F-88A9-E520C71A75AA}" type="datetimeFigureOut">
              <a:rPr lang="en-US" smtClean="0"/>
              <a:t>6/14/2024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F9A22-813B-4ED3-9EA0-35A89CD64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6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D2F73-60FE-4FF1-8D80-D7043F18F295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21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678DD-247E-48C7-BDBE-76CAEABA4C4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87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678DD-247E-48C7-BDBE-76CAEABA4C4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81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11988800" y="3175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7434" y="241935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bg1"/>
                </a:solidFill>
                <a:effectLst>
                  <a:glow rad="2286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/>
          <a:lstStyle>
            <a:lvl1pPr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28"/>
          <p:cNvSpPr>
            <a:spLocks noGrp="1"/>
          </p:cNvSpPr>
          <p:nvPr>
            <p:ph type="sldNum" sz="quarter" idx="10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9C519D66-611B-4BD5-8771-92847423F788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009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6351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203200" y="2286000"/>
            <a:ext cx="11777133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207434" y="142875"/>
            <a:ext cx="11777133" cy="21399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203200" y="2438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B7570C5D-185D-4C71-AF3C-DE6C8EBB76DC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456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F8E61-A990-4F72-99B8-C0E50ED8BA20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62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6096000" y="1576388"/>
            <a:ext cx="0" cy="467201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B8963-2B21-4D9D-A5B1-9EA8203BADD3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663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6096000" y="2200276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3200" y="1371600"/>
            <a:ext cx="11777133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203200" y="1279525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7" name="Group 31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8" name="Rectangle 32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9" name="Picture 3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4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52400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5791200" y="1042989"/>
            <a:ext cx="609600" cy="4413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14EFEA0D-2045-4A18-8537-20F57DB6FD44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12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5791200" y="10366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E5D27-1349-4C18-BA21-0AD77E9A4390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93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75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8" name="Rectangle 27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9" name="Picture 2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9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30004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8980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203200" y="152400"/>
            <a:ext cx="11777133" cy="3048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1"/>
            <a:ext cx="12192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5" name="Group 31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6" name="Rectangle 32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7" name="Picture 33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30004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A8148B9-1C55-4CD0-8F5A-B0303C85D8D9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659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203200" y="152401"/>
            <a:ext cx="11777133" cy="3016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5" name="Group 31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6" name="Rectangle 32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7" name="Picture 33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30004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EE7F0-E30A-446E-A900-ED5974260050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02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1601" y="6405564"/>
            <a:ext cx="4059767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6400" y="6410326"/>
            <a:ext cx="4775200" cy="366713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9A105-618A-42D3-9DF3-586172F7358D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3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6402388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18600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245600" y="3021013"/>
            <a:ext cx="560917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220200" y="3009901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D582C-C72C-45E7-9963-78FF26B39DA4}" type="slidenum">
              <a:rPr lang="en-US" altLang="en-US">
                <a:solidFill>
                  <a:srgbClr val="969696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>
          <a:xfrm>
            <a:off x="7721601" y="6405564"/>
            <a:ext cx="4059767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406400" y="6410326"/>
            <a:ext cx="4775200" cy="366713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774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bg1"/>
                </a:solidFill>
                <a:effectLst>
                  <a:glow rad="2286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4812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5845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46219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86599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96001" y="1575652"/>
            <a:ext cx="1" cy="467274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20055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417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0" y="6254496"/>
            <a:ext cx="12192000" cy="603504"/>
            <a:chOff x="0" y="6254496"/>
            <a:chExt cx="9144000" cy="603504"/>
          </a:xfrm>
        </p:grpSpPr>
        <p:sp>
          <p:nvSpPr>
            <p:cNvPr id="29" name="Rectangle 28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  <p:pic>
          <p:nvPicPr>
            <p:cNvPr id="30" name="Picture 29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/>
          </p:blipFill>
          <p:spPr>
            <a:xfrm rot="10800000">
              <a:off x="152400" y="6254496"/>
              <a:ext cx="8837676" cy="444539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26001"/>
            <a:stretch/>
          </p:blipFill>
          <p:spPr>
            <a:xfrm>
              <a:off x="152400" y="6257245"/>
              <a:ext cx="1461185" cy="432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5312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021"/>
            <a:ext cx="609600" cy="441325"/>
          </a:xfrm>
        </p:spPr>
        <p:txBody>
          <a:bodyPr/>
          <a:lstStyle/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272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6254496"/>
            <a:ext cx="12192000" cy="603504"/>
            <a:chOff x="0" y="6254496"/>
            <a:chExt cx="9144000" cy="603504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/>
          </p:blipFill>
          <p:spPr>
            <a:xfrm rot="10800000">
              <a:off x="152400" y="6254496"/>
              <a:ext cx="8837676" cy="444539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26001"/>
            <a:stretch/>
          </p:blipFill>
          <p:spPr>
            <a:xfrm>
              <a:off x="130004" y="6257245"/>
              <a:ext cx="1461185" cy="432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5058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0" y="6254496"/>
            <a:ext cx="12192000" cy="603504"/>
            <a:chOff x="0" y="6254496"/>
            <a:chExt cx="9144000" cy="603504"/>
          </a:xfrm>
        </p:grpSpPr>
        <p:sp>
          <p:nvSpPr>
            <p:cNvPr id="23" name="Rectangle 22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  <p:pic>
          <p:nvPicPr>
            <p:cNvPr id="24" name="Picture 23"/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/>
          </p:blipFill>
          <p:spPr>
            <a:xfrm rot="10800000">
              <a:off x="152400" y="6254496"/>
              <a:ext cx="8837676" cy="444539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26001"/>
            <a:stretch/>
          </p:blipFill>
          <p:spPr>
            <a:xfrm>
              <a:off x="130004" y="6257245"/>
              <a:ext cx="1461185" cy="432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5264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/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0" y="6254496"/>
            <a:ext cx="12192000" cy="603504"/>
            <a:chOff x="0" y="6254496"/>
            <a:chExt cx="9144000" cy="603504"/>
          </a:xfrm>
        </p:grpSpPr>
        <p:sp>
          <p:nvSpPr>
            <p:cNvPr id="24" name="Rectangle 23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/>
          </p:blipFill>
          <p:spPr>
            <a:xfrm rot="10800000">
              <a:off x="152400" y="6254496"/>
              <a:ext cx="8837676" cy="444539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26001"/>
            <a:stretch/>
          </p:blipFill>
          <p:spPr>
            <a:xfrm>
              <a:off x="130004" y="6257245"/>
              <a:ext cx="1461185" cy="432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66173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/>
          <a:lstStyle/>
          <a:p>
            <a:fld id="{4A79AEFA-9522-4B5A-954E-19E4266F185C}" type="datetimeFigureOut">
              <a:rPr lang="en-US">
                <a:solidFill>
                  <a:prstClr val="black"/>
                </a:solidFill>
              </a:rPr>
              <a:pPr/>
              <a:t>6/14/2024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177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1216" y="3009902"/>
            <a:ext cx="609600" cy="441325"/>
          </a:xfrm>
        </p:spPr>
        <p:txBody>
          <a:bodyPr/>
          <a:lstStyle/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/>
          <a:lstStyle/>
          <a:p>
            <a:fld id="{4A79AEFA-9522-4B5A-954E-19E4266F185C}" type="datetimeFigureOut">
              <a:rPr lang="en-US">
                <a:solidFill>
                  <a:prstClr val="black"/>
                </a:solidFill>
              </a:rPr>
              <a:pPr/>
              <a:t>6/14/2024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7841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27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350"/>
            <a:ext cx="11777133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39814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434726-2520-4F16-9D23-B7E2C987891D}" type="slidenum">
              <a:rPr lang="en-US" altLang="en-US">
                <a:solidFill>
                  <a:srgbClr val="969696">
                    <a:shade val="75000"/>
                  </a:srgbClr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969696">
                  <a:shade val="75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034" name="Title Placeholder 21"/>
          <p:cNvSpPr>
            <a:spLocks noGrp="1"/>
          </p:cNvSpPr>
          <p:nvPr>
            <p:ph type="title"/>
          </p:nvPr>
        </p:nvSpPr>
        <p:spPr bwMode="auto">
          <a:xfrm>
            <a:off x="402167" y="228601"/>
            <a:ext cx="113792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5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02167" y="1524000"/>
            <a:ext cx="113792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36" name="Group 3"/>
          <p:cNvGrpSpPr>
            <a:grpSpLocks/>
          </p:cNvGrpSpPr>
          <p:nvPr/>
        </p:nvGrpSpPr>
        <p:grpSpPr bwMode="auto">
          <a:xfrm>
            <a:off x="0" y="6254750"/>
            <a:ext cx="12192000" cy="603250"/>
            <a:chOff x="0" y="6254496"/>
            <a:chExt cx="9144000" cy="603504"/>
          </a:xfrm>
        </p:grpSpPr>
        <p:sp>
          <p:nvSpPr>
            <p:cNvPr id="1037" name="Rectangle 16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prstClr val="black"/>
                </a:solidFill>
              </a:endParaRPr>
            </a:p>
          </p:txBody>
        </p:sp>
        <p:pic>
          <p:nvPicPr>
            <p:cNvPr id="1038" name="Picture 1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>
              <a:fillRect/>
            </a:stretch>
          </p:blipFill>
          <p:spPr bwMode="auto">
            <a:xfrm rot="10800000">
              <a:off x="152400" y="6254496"/>
              <a:ext cx="8837676" cy="444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9" name="Picture 2"/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26001"/>
            <a:stretch>
              <a:fillRect/>
            </a:stretch>
          </p:blipFill>
          <p:spPr bwMode="auto">
            <a:xfrm>
              <a:off x="152400" y="6257245"/>
              <a:ext cx="1461185" cy="432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2957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rgbClr val="83838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838383"/>
          </a:solidFill>
          <a:latin typeface="Calibri" panose="020F0502020204030204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404040"/>
        </a:buClr>
        <a:buSzPct val="85000"/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ct val="20000"/>
        </a:spcBef>
        <a:spcAft>
          <a:spcPct val="0"/>
        </a:spcAft>
        <a:buClr>
          <a:srgbClr val="404040"/>
        </a:buClr>
        <a:buSzPct val="70000"/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ct val="20000"/>
        </a:spcBef>
        <a:spcAft>
          <a:spcPct val="0"/>
        </a:spcAft>
        <a:buClr>
          <a:srgbClr val="404040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ct val="20000"/>
        </a:spcBef>
        <a:spcAft>
          <a:spcPct val="0"/>
        </a:spcAft>
        <a:buClr>
          <a:srgbClr val="404040"/>
        </a:buClr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ct val="20000"/>
        </a:spcBef>
        <a:spcAft>
          <a:spcPct val="0"/>
        </a:spcAft>
        <a:buClr>
          <a:srgbClr val="404040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4017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898F04E-6BD5-4D72-A917-A3A8EA05A3F9}" type="slidenum">
              <a:rPr lang="en-US" smtClean="0">
                <a:solidFill>
                  <a:srgbClr val="969696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969696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0" y="6254496"/>
            <a:ext cx="12192000" cy="603504"/>
            <a:chOff x="0" y="6254496"/>
            <a:chExt cx="9144000" cy="603504"/>
          </a:xfrm>
        </p:grpSpPr>
        <p:sp>
          <p:nvSpPr>
            <p:cNvPr id="17" name="Rectangle 16"/>
            <p:cNvSpPr>
              <a:spLocks noChangeArrowheads="1"/>
            </p:cNvSpPr>
            <p:nvPr/>
          </p:nvSpPr>
          <p:spPr bwMode="white">
            <a:xfrm>
              <a:off x="0" y="6705600"/>
              <a:ext cx="9144000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85"/>
            <a:stretch/>
          </p:blipFill>
          <p:spPr>
            <a:xfrm rot="10800000">
              <a:off x="152400" y="6254496"/>
              <a:ext cx="8837676" cy="444539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 userDrawn="1"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26001"/>
            <a:stretch/>
          </p:blipFill>
          <p:spPr>
            <a:xfrm>
              <a:off x="152400" y="6257245"/>
              <a:ext cx="1461185" cy="432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666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4">
            <a:lumMod val="50000"/>
          </a:schemeClr>
        </a:buClr>
        <a:buSzPct val="85000"/>
        <a:buFont typeface="Arial" pitchFamily="34" charset="0"/>
        <a:buChar char="•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4">
            <a:lumMod val="50000"/>
          </a:schemeClr>
        </a:buClr>
        <a:buSzPct val="70000"/>
        <a:buFont typeface="Arial" pitchFamily="34" charset="0"/>
        <a:buChar char="•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4">
            <a:lumMod val="50000"/>
          </a:schemeClr>
        </a:buClr>
        <a:buSzPct val="75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>
            <a:lumMod val="50000"/>
          </a:schemeClr>
        </a:buClr>
        <a:buSzPct val="70000"/>
        <a:buFont typeface="Arial" pitchFamily="34" charset="0"/>
        <a:buChar char="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image" Target="../media/image13.png"/><Relationship Id="rId7" Type="http://schemas.openxmlformats.org/officeDocument/2006/relationships/image" Target="../media/image10.tif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tif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image" Target="../media/image25.png"/><Relationship Id="rId7" Type="http://schemas.openxmlformats.org/officeDocument/2006/relationships/image" Target="../media/image1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20.tiff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7" Type="http://schemas.openxmlformats.org/officeDocument/2006/relationships/image" Target="../media/image11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tiff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Stream networks and H/L ratio: more details</a:t>
            </a:r>
          </a:p>
        </p:txBody>
      </p:sp>
    </p:spTree>
    <p:extLst>
      <p:ext uri="{BB962C8B-B14F-4D97-AF65-F5344CB8AC3E}">
        <p14:creationId xmlns:p14="http://schemas.microsoft.com/office/powerpoint/2010/main" val="3133010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-381000"/>
            <a:ext cx="7886700" cy="1325563"/>
          </a:xfrm>
        </p:spPr>
        <p:txBody>
          <a:bodyPr/>
          <a:lstStyle/>
          <a:p>
            <a:r>
              <a:rPr lang="en-US" dirty="0"/>
              <a:t>Stream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35517" y="1447800"/>
            <a:ext cx="5513595" cy="5562600"/>
          </a:xfrm>
        </p:spPr>
        <p:txBody>
          <a:bodyPr>
            <a:normAutofit/>
          </a:bodyPr>
          <a:lstStyle/>
          <a:p>
            <a:r>
              <a:rPr lang="en-US" sz="1800" dirty="0"/>
              <a:t>“Create surface hydrology </a:t>
            </a:r>
            <a:r>
              <a:rPr lang="en-US" sz="1800" dirty="0" err="1"/>
              <a:t>rasters</a:t>
            </a:r>
            <a:r>
              <a:rPr lang="en-US" sz="1800" dirty="0"/>
              <a:t>” and “Generate Stream Network” tools in ArcGIS LAHARZ, the “</a:t>
            </a:r>
            <a:r>
              <a:rPr lang="en-US" sz="1800" dirty="0" err="1"/>
              <a:t>r.stream.extract</a:t>
            </a:r>
            <a:r>
              <a:rPr lang="en-US" sz="1800" dirty="0"/>
              <a:t>” in QGIS, or the newest version of the standalone Python LAHARZ generates stream network using the DEM, and a user defined stream threshold</a:t>
            </a:r>
          </a:p>
          <a:p>
            <a:r>
              <a:rPr lang="en-US" sz="1800" dirty="0"/>
              <a:t>This is the number of upstream cells that have to flow into a cell to consider it a stream cell. A smaller number here will make a stream network with more branches and longer streams, a higher number creates a simpler stream network with fewer branches </a:t>
            </a:r>
          </a:p>
          <a:p>
            <a:r>
              <a:rPr lang="en-US" sz="1800" dirty="0"/>
              <a:t>The network should generally match published maps, but should represent the *current* stream network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80" b="65116"/>
          <a:stretch/>
        </p:blipFill>
        <p:spPr bwMode="auto">
          <a:xfrm>
            <a:off x="5120375" y="990600"/>
            <a:ext cx="551359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C724DC8-38F5-7262-4AA6-1109BEE18B19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12BE07-F252-7D1E-F771-4F750A4157D4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8DF9870-6609-08F4-5F5D-6863503959BD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57E4F250-CA4B-A7E5-45CD-B7C97251BF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8" name="Picture 7" descr="Horizontal_CMYK_600.tif">
                <a:extLst>
                  <a:ext uri="{FF2B5EF4-FFF2-40B4-BE49-F238E27FC236}">
                    <a16:creationId xmlns:a16="http://schemas.microsoft.com/office/drawing/2014/main" id="{90177B2E-2E28-B79E-2300-9C70348A0D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5B5EFAE-DB49-3470-CE8E-46DF8857EA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6771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8" y="1827697"/>
            <a:ext cx="2882346" cy="16013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79" y="3650499"/>
            <a:ext cx="4561010" cy="2306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3757CD-5EA3-5857-F119-B01AC88C3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976" y="270434"/>
            <a:ext cx="4210052" cy="29370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202E63-0ABD-1FF0-CA5D-9F990D4E0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517" y="1733842"/>
            <a:ext cx="5531615" cy="440055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D11E3C2-17BD-335C-17F3-E34B4B25122C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102B31C-BF98-F0E4-D142-8972FAF45B34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CF3BFDF-A122-D881-900F-87561B49E696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9" name="Picture 8" descr="USGS.png">
                <a:extLst>
                  <a:ext uri="{FF2B5EF4-FFF2-40B4-BE49-F238E27FC236}">
                    <a16:creationId xmlns:a16="http://schemas.microsoft.com/office/drawing/2014/main" id="{F0A0607A-BDD6-D238-E432-A91E3D653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0" name="Picture 9" descr="Horizontal_CMYK_600.tif">
                <a:extLst>
                  <a:ext uri="{FF2B5EF4-FFF2-40B4-BE49-F238E27FC236}">
                    <a16:creationId xmlns:a16="http://schemas.microsoft.com/office/drawing/2014/main" id="{C90E40AB-508E-9DBA-8A75-2CBAC08222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5A17CA9-4FD9-DBAC-D83B-297702A66C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35284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6721"/>
          <a:stretch/>
        </p:blipFill>
        <p:spPr>
          <a:xfrm>
            <a:off x="1752600" y="152400"/>
            <a:ext cx="2895600" cy="60979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2912" t="26242" r="16803" b="7530"/>
          <a:stretch/>
        </p:blipFill>
        <p:spPr>
          <a:xfrm>
            <a:off x="4876800" y="216326"/>
            <a:ext cx="5181600" cy="5970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3FE2DC-E84F-E051-5DA6-8C9AB2356DC8}"/>
              </a:ext>
            </a:extLst>
          </p:cNvPr>
          <p:cNvSpPr txBox="1"/>
          <p:nvPr/>
        </p:nvSpPr>
        <p:spPr>
          <a:xfrm>
            <a:off x="4533902" y="74641"/>
            <a:ext cx="60198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stream threshold: shorter stream network with fewer branches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Low stream threshold: longer stream network with more branches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7822E6-98C4-FD8B-B54D-8CA03441BA73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9F7100-530D-5E41-1F04-372E33187637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D10EBE-40E1-CAEE-6A47-507CBAE2CAA7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DEBF6FAD-BF50-8F85-71AC-B9251711B6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EDDAFE15-0FA7-FF5F-4F1F-86CC395E8C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22E2B6E-6C27-7D12-C30C-A2B8F0696B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30291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8A9BD5C1-5BEB-CBA2-F073-8165E6F99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104581"/>
              </p:ext>
            </p:extLst>
          </p:nvPr>
        </p:nvGraphicFramePr>
        <p:xfrm>
          <a:off x="3352800" y="274838"/>
          <a:ext cx="54864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A2F6D1-7F39-2316-4B0D-1375F9DE2E6C}"/>
              </a:ext>
            </a:extLst>
          </p:cNvPr>
          <p:cNvSpPr txBox="1"/>
          <p:nvPr/>
        </p:nvSpPr>
        <p:spPr>
          <a:xfrm>
            <a:off x="4990806" y="5761238"/>
            <a:ext cx="2513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Elevation (DEM)</a:t>
            </a:r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994A3C-F99B-CD80-1767-0B8DFC3727C7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307476-E2B3-3081-7F8D-18821D20C6DF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977723-F032-8612-3369-90B71D45ADA9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F7A1EF06-3E8F-1588-8142-9C9628B3B4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8" name="Picture 7" descr="Horizontal_CMYK_600.tif">
                <a:extLst>
                  <a:ext uri="{FF2B5EF4-FFF2-40B4-BE49-F238E27FC236}">
                    <a16:creationId xmlns:a16="http://schemas.microsoft.com/office/drawing/2014/main" id="{4D6F04B5-F658-1B68-26DA-23ECB4CDC1D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2E6E7D3-0FC1-6DAF-712B-B5B5DFA921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1763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137820-4480-C268-9EF0-C1302F824944}"/>
              </a:ext>
            </a:extLst>
          </p:cNvPr>
          <p:cNvSpPr txBox="1"/>
          <p:nvPr/>
        </p:nvSpPr>
        <p:spPr>
          <a:xfrm>
            <a:off x="6726937" y="914401"/>
            <a:ext cx="3531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Elevation</a:t>
            </a:r>
            <a:r>
              <a:rPr lang="en-US" dirty="0" err="1">
                <a:sym typeface="Wingdings" panose="05000000000000000000" pitchFamily="2" charset="2"/>
              </a:rPr>
              <a:t>Flow</a:t>
            </a:r>
            <a:r>
              <a:rPr lang="en-US" dirty="0">
                <a:sym typeface="Wingdings" panose="05000000000000000000" pitchFamily="2" charset="2"/>
              </a:rPr>
              <a:t> direction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Where would a drop of water that fell on the yellow square go?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AA4B65AD-4013-3AA4-EC06-FCD802E3C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28590"/>
              </p:ext>
            </p:extLst>
          </p:nvPr>
        </p:nvGraphicFramePr>
        <p:xfrm>
          <a:off x="1933337" y="347990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CC6943-E959-0A21-3F52-75719CB8A88E}"/>
              </a:ext>
            </a:extLst>
          </p:cNvPr>
          <p:cNvSpPr txBox="1"/>
          <p:nvPr/>
        </p:nvSpPr>
        <p:spPr>
          <a:xfrm>
            <a:off x="2805390" y="4640092"/>
            <a:ext cx="2513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Elevation (DEM)</a:t>
            </a: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AD2D0F-B74B-04D7-44AA-5E565F6C4507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8A8778-A3F3-911D-642D-A4758E938AD1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56269C4-FCD0-8619-99FF-0402D3AD047D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8AD51211-B5A4-5C56-F143-1C9B130839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25DA1AA1-315D-C142-3C50-673A80AE0D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95A65D3-5D12-1C84-4121-89295A08C5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14728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997779" y="2496397"/>
            <a:ext cx="642257" cy="620486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13176" y="1830978"/>
            <a:ext cx="642257" cy="620486"/>
          </a:xfrm>
          <a:prstGeom prst="rect">
            <a:avLst/>
          </a:prstGeom>
          <a:noFill/>
          <a:ln w="5715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88C5D577-5869-4CE8-5A52-1EC1BA4D0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19634"/>
              </p:ext>
            </p:extLst>
          </p:nvPr>
        </p:nvGraphicFramePr>
        <p:xfrm>
          <a:off x="6300542" y="347990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 anchor="ctr">
                    <a:solidFill>
                      <a:srgbClr val="0086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A3A09C4-151B-5EE4-3E38-BDB9C0A1AAE2}"/>
              </a:ext>
            </a:extLst>
          </p:cNvPr>
          <p:cNvSpPr txBox="1"/>
          <p:nvPr/>
        </p:nvSpPr>
        <p:spPr>
          <a:xfrm>
            <a:off x="7172595" y="4658380"/>
            <a:ext cx="23706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Flow direction </a:t>
            </a:r>
            <a:endParaRPr lang="en-US" sz="2800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F5238DD-D1BB-A5E5-001F-4851C5817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025066"/>
              </p:ext>
            </p:extLst>
          </p:nvPr>
        </p:nvGraphicFramePr>
        <p:xfrm>
          <a:off x="1933337" y="347990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0F35BE-2C41-5343-BE31-928402A900C7}"/>
              </a:ext>
            </a:extLst>
          </p:cNvPr>
          <p:cNvSpPr txBox="1"/>
          <p:nvPr/>
        </p:nvSpPr>
        <p:spPr>
          <a:xfrm>
            <a:off x="2805390" y="4640092"/>
            <a:ext cx="2513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Elevation (DEM)</a:t>
            </a:r>
            <a:endParaRPr lang="en-US"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A4E473-42D0-F5B0-1977-2775FA8C454D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DE7D32-58A4-0F4C-4DC8-565933270722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3928553-32E9-FD46-E2DA-844C300E0B3A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11" name="Picture 10" descr="USGS.png">
                <a:extLst>
                  <a:ext uri="{FF2B5EF4-FFF2-40B4-BE49-F238E27FC236}">
                    <a16:creationId xmlns:a16="http://schemas.microsoft.com/office/drawing/2014/main" id="{D2264CAA-E689-60D7-5B27-2483489C05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2" name="Picture 11" descr="Horizontal_CMYK_600.tif">
                <a:extLst>
                  <a:ext uri="{FF2B5EF4-FFF2-40B4-BE49-F238E27FC236}">
                    <a16:creationId xmlns:a16="http://schemas.microsoft.com/office/drawing/2014/main" id="{AEB721F4-07D5-07F3-10F2-E797A425BB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66EF592-4563-326A-2FA1-5D184D84ED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13302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992C2-689A-6ECF-DDDA-8C9036CEB950}"/>
              </a:ext>
            </a:extLst>
          </p:cNvPr>
          <p:cNvSpPr txBox="1"/>
          <p:nvPr/>
        </p:nvSpPr>
        <p:spPr>
          <a:xfrm>
            <a:off x="6580633" y="896113"/>
            <a:ext cx="3952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Flow direction  Flow accumulation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How many cells flow into the yellow square?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73C7A12F-72FB-D939-5657-36A246AD3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17128"/>
              </p:ext>
            </p:extLst>
          </p:nvPr>
        </p:nvGraphicFramePr>
        <p:xfrm>
          <a:off x="1804417" y="390483"/>
          <a:ext cx="457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4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 anchor="ctr">
                    <a:solidFill>
                      <a:srgbClr val="0086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E37ED4-0141-DA57-D0C8-EACCBD996C8D}"/>
              </a:ext>
            </a:extLst>
          </p:cNvPr>
          <p:cNvSpPr txBox="1"/>
          <p:nvPr/>
        </p:nvSpPr>
        <p:spPr>
          <a:xfrm>
            <a:off x="2905070" y="4962483"/>
            <a:ext cx="23706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Flow direction </a:t>
            </a:r>
            <a:endParaRPr lang="en-US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B8138B-E23C-88AB-27B4-3B9E341401E2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09A66E-3539-9A53-7F3D-218BF4442E64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2217911-3BD4-76D3-B581-B9A69071ACB1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1F475BAD-7928-E227-4776-E930ACBEDF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599E1A63-7A2A-6421-5CD4-D305343089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47E389E-C229-D42A-FDB9-BF4F3504099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4112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90658" y="1872343"/>
            <a:ext cx="642257" cy="620486"/>
          </a:xfrm>
          <a:prstGeom prst="rect">
            <a:avLst/>
          </a:prstGeom>
          <a:noFill/>
          <a:ln w="57150">
            <a:solidFill>
              <a:srgbClr val="FFFF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125402C-F993-AD83-E9A0-732ED3D36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997437"/>
              </p:ext>
            </p:extLst>
          </p:nvPr>
        </p:nvGraphicFramePr>
        <p:xfrm>
          <a:off x="6238932" y="247227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037E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024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012D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00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AE9374-D70B-A4E5-9A1D-9FFDD00927E5}"/>
              </a:ext>
            </a:extLst>
          </p:cNvPr>
          <p:cNvSpPr txBox="1"/>
          <p:nvPr/>
        </p:nvSpPr>
        <p:spPr>
          <a:xfrm>
            <a:off x="6832093" y="4557617"/>
            <a:ext cx="2928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Flow accumulation </a:t>
            </a:r>
            <a:endParaRPr lang="en-US" sz="2800" dirty="0"/>
          </a:p>
        </p:txBody>
      </p:sp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02860DB5-CF70-1DFD-FD60-62A5C110C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937554"/>
              </p:ext>
            </p:extLst>
          </p:nvPr>
        </p:nvGraphicFramePr>
        <p:xfrm>
          <a:off x="1829126" y="247227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L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3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 anchor="ctr">
                    <a:solidFill>
                      <a:srgbClr val="0086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4AAEBA1-FABC-F38B-AAA6-6AC8BC5FD767}"/>
              </a:ext>
            </a:extLst>
          </p:cNvPr>
          <p:cNvSpPr txBox="1"/>
          <p:nvPr/>
        </p:nvSpPr>
        <p:spPr>
          <a:xfrm>
            <a:off x="2701179" y="4557617"/>
            <a:ext cx="23706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Flow direction </a:t>
            </a:r>
            <a:endParaRPr lang="en-US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0C83112-D8DA-3225-132D-4FB40A5525FF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0477CE-60AC-FE84-854C-B41DB8D9BD29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6B91949-8B69-868A-042A-246D4291C721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4F9635E0-E467-DD76-CBA6-4324596F9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1DAAE8DB-6723-9CFB-A8D7-263436BB01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CD2A6F4-68F4-2532-36A7-2953B3AEC8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74933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76082" y="5815584"/>
            <a:ext cx="21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threshold = 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6E6B2-4926-3359-D2F1-CE4E72DAD816}"/>
              </a:ext>
            </a:extLst>
          </p:cNvPr>
          <p:cNvSpPr txBox="1"/>
          <p:nvPr/>
        </p:nvSpPr>
        <p:spPr>
          <a:xfrm>
            <a:off x="6790945" y="859536"/>
            <a:ext cx="3721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Flow accumulation  Stream network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With a stream threshold of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what does the stream network look like?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5506687-8637-2A47-47C6-565DC8DD4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148355"/>
              </p:ext>
            </p:extLst>
          </p:nvPr>
        </p:nvGraphicFramePr>
        <p:xfrm>
          <a:off x="1972057" y="329184"/>
          <a:ext cx="457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1DB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037E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024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012D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00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49516F-1EE1-50FD-CC75-02563EEEED73}"/>
              </a:ext>
            </a:extLst>
          </p:cNvPr>
          <p:cNvSpPr txBox="1"/>
          <p:nvPr/>
        </p:nvSpPr>
        <p:spPr>
          <a:xfrm>
            <a:off x="2618882" y="490118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Flow accumulation </a:t>
            </a:r>
            <a:endParaRPr lang="en-US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D8E8AE-6684-4338-2350-81EF0220A0AF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AD5189-4960-C99F-E40A-B53E287D450A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0EF367-0D20-E84B-2C3C-0F969F1FF0E7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9" name="Picture 8" descr="USGS.png">
                <a:extLst>
                  <a:ext uri="{FF2B5EF4-FFF2-40B4-BE49-F238E27FC236}">
                    <a16:creationId xmlns:a16="http://schemas.microsoft.com/office/drawing/2014/main" id="{9B717C2D-5C58-75D4-4DAB-DCD9034A16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0" name="Picture 9" descr="Horizontal_CMYK_600.tif">
                <a:extLst>
                  <a:ext uri="{FF2B5EF4-FFF2-40B4-BE49-F238E27FC236}">
                    <a16:creationId xmlns:a16="http://schemas.microsoft.com/office/drawing/2014/main" id="{A3828BD9-2DF6-414D-BAF1-6475FB18D1F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51ABD4C-F9CA-3AED-3472-D2D208DDDAC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27828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914026" y="5815584"/>
            <a:ext cx="21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threshold = 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764D2E-36EE-A6A4-C8D6-1E66E9346DF2}"/>
              </a:ext>
            </a:extLst>
          </p:cNvPr>
          <p:cNvSpPr/>
          <p:nvPr/>
        </p:nvSpPr>
        <p:spPr>
          <a:xfrm>
            <a:off x="7059550" y="3547872"/>
            <a:ext cx="590930" cy="548640"/>
          </a:xfrm>
          <a:prstGeom prst="rect">
            <a:avLst/>
          </a:prstGeom>
          <a:solidFill>
            <a:srgbClr val="F60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00D387-EB26-1D98-3A9E-8B2A40DA0ACE}"/>
              </a:ext>
            </a:extLst>
          </p:cNvPr>
          <p:cNvSpPr/>
          <p:nvPr/>
        </p:nvSpPr>
        <p:spPr>
          <a:xfrm>
            <a:off x="7059550" y="4333945"/>
            <a:ext cx="590930" cy="548640"/>
          </a:xfrm>
          <a:prstGeom prst="rect">
            <a:avLst/>
          </a:prstGeom>
          <a:solidFill>
            <a:srgbClr val="F60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DC0D0BE-BAC3-A273-8CB0-B6D63C210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49951"/>
              </p:ext>
            </p:extLst>
          </p:nvPr>
        </p:nvGraphicFramePr>
        <p:xfrm>
          <a:off x="3243588" y="329184"/>
          <a:ext cx="54864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186D0B6C-0482-C11B-6F8B-C19A2F0E6E2D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3B87B2-59AE-7B4E-9176-E17482B6F3CF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5F0EC8A-68BA-21A9-55B0-62C372A5EB91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9" name="Picture 8" descr="USGS.png">
                <a:extLst>
                  <a:ext uri="{FF2B5EF4-FFF2-40B4-BE49-F238E27FC236}">
                    <a16:creationId xmlns:a16="http://schemas.microsoft.com/office/drawing/2014/main" id="{8EDAE293-85B6-B802-1C0B-1DA9D2950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0" name="Picture 9" descr="Horizontal_CMYK_600.tif">
                <a:extLst>
                  <a:ext uri="{FF2B5EF4-FFF2-40B4-BE49-F238E27FC236}">
                    <a16:creationId xmlns:a16="http://schemas.microsoft.com/office/drawing/2014/main" id="{63278037-C3B8-35EE-3675-57EC3BF6992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9277846-0326-AAF0-855C-F95C73BFA3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513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11559" y="5486400"/>
            <a:ext cx="21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threshold = </a:t>
            </a:r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6E6B2-4926-3359-D2F1-CE4E72DAD816}"/>
              </a:ext>
            </a:extLst>
          </p:cNvPr>
          <p:cNvSpPr txBox="1"/>
          <p:nvPr/>
        </p:nvSpPr>
        <p:spPr>
          <a:xfrm>
            <a:off x="6790945" y="859536"/>
            <a:ext cx="3675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Flow accumulation  Stream network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With a stream threshold of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 what does the stream network look like?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F6ECAB8B-A387-3A40-32AE-C488145C8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40535"/>
              </p:ext>
            </p:extLst>
          </p:nvPr>
        </p:nvGraphicFramePr>
        <p:xfrm>
          <a:off x="1798321" y="210312"/>
          <a:ext cx="457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1DB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037E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024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012D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00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8F889F-448A-AD42-16BF-156E5F77AD3F}"/>
              </a:ext>
            </a:extLst>
          </p:cNvPr>
          <p:cNvSpPr txBox="1"/>
          <p:nvPr/>
        </p:nvSpPr>
        <p:spPr>
          <a:xfrm>
            <a:off x="2609738" y="477572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ym typeface="Wingdings" panose="05000000000000000000" pitchFamily="2" charset="2"/>
              </a:rPr>
              <a:t>Flow accumulation </a:t>
            </a:r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5F302E-65A9-B5B6-5856-49C6F416E0F4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1429F0-631B-D45D-20F7-E5986DCE350B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5292B92-D30B-992D-17BF-F0555455D397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9" name="Picture 8" descr="USGS.png">
                <a:extLst>
                  <a:ext uri="{FF2B5EF4-FFF2-40B4-BE49-F238E27FC236}">
                    <a16:creationId xmlns:a16="http://schemas.microsoft.com/office/drawing/2014/main" id="{FEA69512-5FF4-34CE-595F-83EBCE2E68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0" name="Picture 9" descr="Horizontal_CMYK_600.tif">
                <a:extLst>
                  <a:ext uri="{FF2B5EF4-FFF2-40B4-BE49-F238E27FC236}">
                    <a16:creationId xmlns:a16="http://schemas.microsoft.com/office/drawing/2014/main" id="{4F8BC1CA-4259-F69F-FD23-9948AA7D89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BC9F9F8-7798-839D-C26F-67560F4203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21239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914026" y="5852160"/>
            <a:ext cx="21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threshold = </a:t>
            </a:r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BB3D74-ACFB-715F-3D4E-DF4A8FD8702C}"/>
              </a:ext>
            </a:extLst>
          </p:cNvPr>
          <p:cNvSpPr/>
          <p:nvPr/>
        </p:nvSpPr>
        <p:spPr>
          <a:xfrm>
            <a:off x="7059550" y="3584448"/>
            <a:ext cx="590930" cy="548640"/>
          </a:xfrm>
          <a:prstGeom prst="rect">
            <a:avLst/>
          </a:prstGeom>
          <a:solidFill>
            <a:srgbClr val="F60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71DAD0-A56C-49B3-7CFF-E3690C9C9C2C}"/>
              </a:ext>
            </a:extLst>
          </p:cNvPr>
          <p:cNvSpPr/>
          <p:nvPr/>
        </p:nvSpPr>
        <p:spPr>
          <a:xfrm>
            <a:off x="7059550" y="4370521"/>
            <a:ext cx="590930" cy="548640"/>
          </a:xfrm>
          <a:prstGeom prst="rect">
            <a:avLst/>
          </a:prstGeom>
          <a:solidFill>
            <a:srgbClr val="F606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4241C7-835B-0BFA-D6A0-5CB3FEE37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470069"/>
              </p:ext>
            </p:extLst>
          </p:nvPr>
        </p:nvGraphicFramePr>
        <p:xfrm>
          <a:off x="3243588" y="365760"/>
          <a:ext cx="54864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1DB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037E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6AD2E1BD-3111-8C8C-72BB-4E72802CDFB7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0A7E6F-4852-E50F-B89C-C97D13D02C1F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2CD8C07-E899-6052-2E5D-F726242026E7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9" name="Picture 8" descr="USGS.png">
                <a:extLst>
                  <a:ext uri="{FF2B5EF4-FFF2-40B4-BE49-F238E27FC236}">
                    <a16:creationId xmlns:a16="http://schemas.microsoft.com/office/drawing/2014/main" id="{E5505C18-90A3-A514-C4C9-9C901A4E23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0" name="Picture 9" descr="Horizontal_CMYK_600.tif">
                <a:extLst>
                  <a:ext uri="{FF2B5EF4-FFF2-40B4-BE49-F238E27FC236}">
                    <a16:creationId xmlns:a16="http://schemas.microsoft.com/office/drawing/2014/main" id="{8C972DFE-E93F-221C-B76C-3DEC2C5A6D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78106B0-9BAD-CE60-FB09-FC2BE5A6A5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13740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68879" y="5791200"/>
            <a:ext cx="21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threshold = </a:t>
            </a:r>
            <a:r>
              <a:rPr lang="en-US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715" y="5791200"/>
            <a:ext cx="214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threshold = </a:t>
            </a:r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2C3213-0E62-2F9B-7F42-A7AE0C97B104}"/>
              </a:ext>
            </a:extLst>
          </p:cNvPr>
          <p:cNvSpPr txBox="1"/>
          <p:nvPr/>
        </p:nvSpPr>
        <p:spPr>
          <a:xfrm>
            <a:off x="7188708" y="3659089"/>
            <a:ext cx="3009900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Lower stream threshold: longer stream network with more branches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Higher stream threshold: shorter stream network with fewer branches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B2B812-44B9-4BFE-626A-8CE4AABB4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358928"/>
              </p:ext>
            </p:extLst>
          </p:nvPr>
        </p:nvGraphicFramePr>
        <p:xfrm>
          <a:off x="4495477" y="3505200"/>
          <a:ext cx="228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1DB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037E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C28D04D-5E7F-6552-5029-0B3A4CC8E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965994"/>
              </p:ext>
            </p:extLst>
          </p:nvPr>
        </p:nvGraphicFramePr>
        <p:xfrm>
          <a:off x="1768879" y="3505200"/>
          <a:ext cx="228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97663977-DD74-400F-290D-E1D9ACA99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263206"/>
              </p:ext>
            </p:extLst>
          </p:nvPr>
        </p:nvGraphicFramePr>
        <p:xfrm>
          <a:off x="7696201" y="301752"/>
          <a:ext cx="228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1DB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037E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rgbClr val="024D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012D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BC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6C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049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rgbClr val="026A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 anchor="ctr">
                    <a:solidFill>
                      <a:srgbClr val="00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91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F8D9B9-DEAE-A3CA-3119-7831DA0151F2}"/>
              </a:ext>
            </a:extLst>
          </p:cNvPr>
          <p:cNvSpPr txBox="1"/>
          <p:nvPr/>
        </p:nvSpPr>
        <p:spPr>
          <a:xfrm>
            <a:off x="7845878" y="2636762"/>
            <a:ext cx="1986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Flow accumulation </a:t>
            </a:r>
            <a:endParaRPr lang="en-US" dirty="0"/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9F3635B4-1782-67F7-824C-155FBE35E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43837"/>
              </p:ext>
            </p:extLst>
          </p:nvPr>
        </p:nvGraphicFramePr>
        <p:xfrm>
          <a:off x="4953000" y="301752"/>
          <a:ext cx="228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↘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↙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↗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B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↙</a:t>
                      </a:r>
                    </a:p>
                  </a:txBody>
                  <a:tcPr anchor="ctr">
                    <a:solidFill>
                      <a:srgbClr val="00A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↘</a:t>
                      </a:r>
                    </a:p>
                  </a:txBody>
                  <a:tcPr anchor="ctr">
                    <a:solidFill>
                      <a:srgbClr val="007D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→</a:t>
                      </a:r>
                    </a:p>
                  </a:txBody>
                  <a:tcPr anchor="ctr">
                    <a:solidFill>
                      <a:srgbClr val="43B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↓</a:t>
                      </a:r>
                    </a:p>
                  </a:txBody>
                  <a:tcPr anchor="ctr">
                    <a:solidFill>
                      <a:srgbClr val="9E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←</a:t>
                      </a:r>
                    </a:p>
                  </a:txBody>
                  <a:tcPr anchor="ctr">
                    <a:solidFill>
                      <a:srgbClr val="0086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DA19A8F-D900-19A4-623F-1CF510F2004F}"/>
              </a:ext>
            </a:extLst>
          </p:cNvPr>
          <p:cNvSpPr txBox="1"/>
          <p:nvPr/>
        </p:nvSpPr>
        <p:spPr>
          <a:xfrm>
            <a:off x="5309616" y="2652768"/>
            <a:ext cx="157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Flow direction </a:t>
            </a:r>
            <a:endParaRPr lang="en-US" dirty="0"/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0F732E3E-6496-1404-E9EA-3CE496E85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154186"/>
              </p:ext>
            </p:extLst>
          </p:nvPr>
        </p:nvGraphicFramePr>
        <p:xfrm>
          <a:off x="1933337" y="301752"/>
          <a:ext cx="228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73089798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646401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3945378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75084704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825273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4825371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248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544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1696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962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221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0829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28CF91B-5A97-3270-4205-215F37FA4FA6}"/>
              </a:ext>
            </a:extLst>
          </p:cNvPr>
          <p:cNvSpPr txBox="1"/>
          <p:nvPr/>
        </p:nvSpPr>
        <p:spPr>
          <a:xfrm>
            <a:off x="2257683" y="2632198"/>
            <a:ext cx="165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ym typeface="Wingdings" panose="05000000000000000000" pitchFamily="2" charset="2"/>
              </a:rPr>
              <a:t>Elevation (DEM)</a:t>
            </a:r>
            <a:endParaRPr lang="en-US" sz="1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F065DE-387A-DF12-3EDC-AA56F72778A2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91D8AE-E3F7-8886-5ED6-378EE0A7B0EC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47BC67C-9932-ABAF-0568-AF142396D0C3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9" name="Picture 8" descr="USGS.png">
                <a:extLst>
                  <a:ext uri="{FF2B5EF4-FFF2-40B4-BE49-F238E27FC236}">
                    <a16:creationId xmlns:a16="http://schemas.microsoft.com/office/drawing/2014/main" id="{04BCBCE5-8486-A033-3287-B5E416832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7" name="Picture 16" descr="Horizontal_CMYK_600.tif">
                <a:extLst>
                  <a:ext uri="{FF2B5EF4-FFF2-40B4-BE49-F238E27FC236}">
                    <a16:creationId xmlns:a16="http://schemas.microsoft.com/office/drawing/2014/main" id="{A16BAC9A-DE40-0FC6-8187-FF67E84D1D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183EC480-E768-8BBE-D8C0-DF61C5CFE6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70473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6721"/>
          <a:stretch/>
        </p:blipFill>
        <p:spPr>
          <a:xfrm>
            <a:off x="1752600" y="152400"/>
            <a:ext cx="2895600" cy="60979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2912" t="26242" r="16803" b="7530"/>
          <a:stretch/>
        </p:blipFill>
        <p:spPr>
          <a:xfrm>
            <a:off x="4876800" y="216326"/>
            <a:ext cx="5181600" cy="5970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8EA1DE-03B6-6413-0E8A-96250C979BBD}"/>
              </a:ext>
            </a:extLst>
          </p:cNvPr>
          <p:cNvSpPr txBox="1"/>
          <p:nvPr/>
        </p:nvSpPr>
        <p:spPr>
          <a:xfrm>
            <a:off x="4591050" y="0"/>
            <a:ext cx="6003798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Lower stream threshold: longer stream network with more branches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Higher stream threshold: shorter stream network with fewer branches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86B86E-63A5-C8AB-D9DF-DC5832BF3EE8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D4A530-339B-3FBF-FC2C-D46F461EAB10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F7D9A2-DB2F-2C48-CF41-4A435FAD77BD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B037EB85-75C4-A165-F763-7CABEAEBA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F6BEFAD3-E3D7-D313-B6E7-FD4F91E81F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48A804D-ED68-7EA5-B5FA-A356A4AF68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55080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C4F0-0C78-8611-B2CD-7AC2CD42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How to decide on the stream threshold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2BDD6-7AFF-FBFE-0E48-0EB3B3CE67DD}"/>
              </a:ext>
            </a:extLst>
          </p:cNvPr>
          <p:cNvSpPr txBox="1"/>
          <p:nvPr/>
        </p:nvSpPr>
        <p:spPr>
          <a:xfrm>
            <a:off x="1944624" y="1609344"/>
            <a:ext cx="83027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your stream network to a recent topographic 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your stream network to a recent satellite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your stream network to field 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Examine the stream network in locations where lahars/flash floods have been known to spill over into other channels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35E432-2D00-DD36-04DC-4587DCA708AA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C6E2434-235F-CDE6-81C6-3A7BA1C38EE8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5C16E94-95D6-65CD-AD0C-298B984A271E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EB955F48-22BA-A8F4-4806-ED091FB72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8" name="Picture 7" descr="Horizontal_CMYK_600.tif">
                <a:extLst>
                  <a:ext uri="{FF2B5EF4-FFF2-40B4-BE49-F238E27FC236}">
                    <a16:creationId xmlns:a16="http://schemas.microsoft.com/office/drawing/2014/main" id="{D11D36E2-29B2-686F-B8B1-9330AD9CDF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B8EFF-53B5-4FF1-321D-D79DBBFE00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87042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575A15-F5BA-DEBD-37F4-C73B4B55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143" y="4710"/>
            <a:ext cx="911371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CBC723-C376-97D9-3AF8-EF9E139F5A57}"/>
              </a:ext>
            </a:extLst>
          </p:cNvPr>
          <p:cNvSpPr txBox="1"/>
          <p:nvPr/>
        </p:nvSpPr>
        <p:spPr>
          <a:xfrm>
            <a:off x="538545" y="169008"/>
            <a:ext cx="10995702" cy="2308324"/>
          </a:xfrm>
          <a:prstGeom prst="rect">
            <a:avLst/>
          </a:prstGeom>
          <a:solidFill>
            <a:schemeClr val="bg1">
              <a:alpha val="91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Evaluate the computer-generated streams to a </a:t>
            </a:r>
            <a:r>
              <a:rPr lang="en-US" dirty="0" err="1"/>
              <a:t>basemap</a:t>
            </a:r>
            <a:r>
              <a:rPr lang="en-US" dirty="0"/>
              <a:t> or (better) an authoritative map made locally and recently.</a:t>
            </a:r>
          </a:p>
          <a:p>
            <a:endParaRPr lang="en-US" dirty="0"/>
          </a:p>
          <a:p>
            <a:r>
              <a:rPr lang="en-US" dirty="0"/>
              <a:t>Reasons why there may be differences: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Landscapes change over time, seasonally or catastrophically</a:t>
            </a:r>
          </a:p>
          <a:p>
            <a:pPr marL="285750" indent="-285750">
              <a:buFontTx/>
              <a:buChar char="-"/>
            </a:pPr>
            <a:r>
              <a:rPr lang="en-US" dirty="0"/>
              <a:t>Man-made features like paving, canals, dams or bridges may alter the topography</a:t>
            </a:r>
          </a:p>
          <a:p>
            <a:pPr marL="285750" indent="-285750">
              <a:buFontTx/>
              <a:buChar char="-"/>
            </a:pPr>
            <a:r>
              <a:rPr lang="en-US" dirty="0"/>
              <a:t>Map made at the wrong scale to be accurate at this local- regional scale</a:t>
            </a:r>
          </a:p>
          <a:p>
            <a:pPr marL="285750" indent="-285750">
              <a:buFontTx/>
              <a:buChar char="-"/>
            </a:pPr>
            <a:r>
              <a:rPr lang="en-US" dirty="0"/>
              <a:t>DEM may be older and may not reflect changes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Errors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CDD1A6-84AD-5577-DAC6-16809F0E3EBA}"/>
              </a:ext>
            </a:extLst>
          </p:cNvPr>
          <p:cNvSpPr/>
          <p:nvPr/>
        </p:nvSpPr>
        <p:spPr>
          <a:xfrm>
            <a:off x="7065392" y="2157059"/>
            <a:ext cx="1291472" cy="8076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428B7-45E7-EAB6-825B-BD4B10995098}"/>
              </a:ext>
            </a:extLst>
          </p:cNvPr>
          <p:cNvSpPr txBox="1"/>
          <p:nvPr/>
        </p:nvSpPr>
        <p:spPr>
          <a:xfrm flipH="1">
            <a:off x="5608111" y="6159209"/>
            <a:ext cx="6210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hazard map (output) will only ever be as good as the DEM and streams (input) you give the program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056ECE-059F-5CB7-0342-0A71214E32BB}"/>
              </a:ext>
            </a:extLst>
          </p:cNvPr>
          <p:cNvSpPr/>
          <p:nvPr/>
        </p:nvSpPr>
        <p:spPr>
          <a:xfrm>
            <a:off x="8592378" y="5211685"/>
            <a:ext cx="1666173" cy="8076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88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82D5-B077-BAB9-82F3-B04C41E9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H/L or energy cones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7C9BDF-574F-C002-7569-F1F57C4439B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DFCFC"/>
              </a:clrFrom>
              <a:clrTo>
                <a:srgbClr val="FD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48492" y="1892808"/>
            <a:ext cx="5288667" cy="388707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0DFB634-444B-9F3C-5888-F0B9E93C9230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8F7A69-7F76-C988-C964-1B7134788C49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6E4C0E9-0365-278E-74E8-5F9A47BBB872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7134EAF8-4B62-E7C4-F19E-E51A67CC25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8" name="Picture 7" descr="Horizontal_CMYK_600.tif">
                <a:extLst>
                  <a:ext uri="{FF2B5EF4-FFF2-40B4-BE49-F238E27FC236}">
                    <a16:creationId xmlns:a16="http://schemas.microsoft.com/office/drawing/2014/main" id="{C2B0439A-04CC-BF8B-27A7-04916F207A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5564A1E-8021-7D0E-BEBE-89B3CCD127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90489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1687284" y="4201883"/>
            <a:ext cx="8904514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On a hazard map, the Proximal Hazard Zone, or highest hazard zone, is the most hazardous, most destructive area around a volcano because of steep slopes and proximity to the summit.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Proximal hazard zones usually include pyroclastic flows, volcanic bombs, vent lava flows and tephra fall.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For LAHARZ, creating a proximal hazard zone is also a convenient way to determine start locations for modeling lahars.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67538" y="195416"/>
            <a:ext cx="4060372" cy="3938429"/>
            <a:chOff x="43538" y="195415"/>
            <a:chExt cx="4060372" cy="3938429"/>
          </a:xfrm>
        </p:grpSpPr>
        <p:pic>
          <p:nvPicPr>
            <p:cNvPr id="8" name="Picture 5" descr="DE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38" y="195415"/>
              <a:ext cx="4060372" cy="3938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Freeform 2"/>
            <p:cNvSpPr/>
            <p:nvPr/>
          </p:nvSpPr>
          <p:spPr>
            <a:xfrm>
              <a:off x="2702196" y="1734490"/>
              <a:ext cx="1051765" cy="994358"/>
            </a:xfrm>
            <a:custGeom>
              <a:avLst/>
              <a:gdLst>
                <a:gd name="connsiteX0" fmla="*/ 553560 w 1051765"/>
                <a:gd name="connsiteY0" fmla="*/ 125063 h 994358"/>
                <a:gd name="connsiteX1" fmla="*/ 494104 w 1051765"/>
                <a:gd name="connsiteY1" fmla="*/ 84059 h 994358"/>
                <a:gd name="connsiteX2" fmla="*/ 422346 w 1051765"/>
                <a:gd name="connsiteY2" fmla="*/ 38954 h 994358"/>
                <a:gd name="connsiteX3" fmla="*/ 348538 w 1051765"/>
                <a:gd name="connsiteY3" fmla="*/ 6150 h 994358"/>
                <a:gd name="connsiteX4" fmla="*/ 319834 w 1051765"/>
                <a:gd name="connsiteY4" fmla="*/ 0 h 994358"/>
                <a:gd name="connsiteX5" fmla="*/ 340337 w 1051765"/>
                <a:gd name="connsiteY5" fmla="*/ 45105 h 994358"/>
                <a:gd name="connsiteX6" fmla="*/ 311634 w 1051765"/>
                <a:gd name="connsiteY6" fmla="*/ 86109 h 994358"/>
                <a:gd name="connsiteX7" fmla="*/ 287031 w 1051765"/>
                <a:gd name="connsiteY7" fmla="*/ 106611 h 994358"/>
                <a:gd name="connsiteX8" fmla="*/ 282930 w 1051765"/>
                <a:gd name="connsiteY8" fmla="*/ 123013 h 994358"/>
                <a:gd name="connsiteX9" fmla="*/ 317784 w 1051765"/>
                <a:gd name="connsiteY9" fmla="*/ 123013 h 994358"/>
                <a:gd name="connsiteX10" fmla="*/ 317784 w 1051765"/>
                <a:gd name="connsiteY10" fmla="*/ 164018 h 994358"/>
                <a:gd name="connsiteX11" fmla="*/ 313684 w 1051765"/>
                <a:gd name="connsiteY11" fmla="*/ 184520 h 994358"/>
                <a:gd name="connsiteX12" fmla="*/ 280880 w 1051765"/>
                <a:gd name="connsiteY12" fmla="*/ 161967 h 994358"/>
                <a:gd name="connsiteX13" fmla="*/ 252177 w 1051765"/>
                <a:gd name="connsiteY13" fmla="*/ 155817 h 994358"/>
                <a:gd name="connsiteX14" fmla="*/ 250127 w 1051765"/>
                <a:gd name="connsiteY14" fmla="*/ 198871 h 994358"/>
                <a:gd name="connsiteX15" fmla="*/ 209122 w 1051765"/>
                <a:gd name="connsiteY15" fmla="*/ 190671 h 994358"/>
                <a:gd name="connsiteX16" fmla="*/ 186570 w 1051765"/>
                <a:gd name="connsiteY16" fmla="*/ 176319 h 994358"/>
                <a:gd name="connsiteX17" fmla="*/ 147616 w 1051765"/>
                <a:gd name="connsiteY17" fmla="*/ 213223 h 994358"/>
                <a:gd name="connsiteX18" fmla="*/ 92260 w 1051765"/>
                <a:gd name="connsiteY18" fmla="*/ 221424 h 994358"/>
                <a:gd name="connsiteX19" fmla="*/ 43054 w 1051765"/>
                <a:gd name="connsiteY19" fmla="*/ 243976 h 994358"/>
                <a:gd name="connsiteX20" fmla="*/ 96360 w 1051765"/>
                <a:gd name="connsiteY20" fmla="*/ 276780 h 994358"/>
                <a:gd name="connsiteX21" fmla="*/ 131214 w 1051765"/>
                <a:gd name="connsiteY21" fmla="*/ 317784 h 994358"/>
                <a:gd name="connsiteX22" fmla="*/ 102511 w 1051765"/>
                <a:gd name="connsiteY22" fmla="*/ 321885 h 994358"/>
                <a:gd name="connsiteX23" fmla="*/ 59456 w 1051765"/>
                <a:gd name="connsiteY23" fmla="*/ 321885 h 994358"/>
                <a:gd name="connsiteX24" fmla="*/ 102511 w 1051765"/>
                <a:gd name="connsiteY24" fmla="*/ 369040 h 994358"/>
                <a:gd name="connsiteX25" fmla="*/ 125063 w 1051765"/>
                <a:gd name="connsiteY25" fmla="*/ 379291 h 994358"/>
                <a:gd name="connsiteX26" fmla="*/ 73808 w 1051765"/>
                <a:gd name="connsiteY26" fmla="*/ 397743 h 994358"/>
                <a:gd name="connsiteX27" fmla="*/ 49205 w 1051765"/>
                <a:gd name="connsiteY27" fmla="*/ 412095 h 994358"/>
                <a:gd name="connsiteX28" fmla="*/ 6150 w 1051765"/>
                <a:gd name="connsiteY28" fmla="*/ 397743 h 994358"/>
                <a:gd name="connsiteX29" fmla="*/ 0 w 1051765"/>
                <a:gd name="connsiteY29" fmla="*/ 442848 h 994358"/>
                <a:gd name="connsiteX30" fmla="*/ 77908 w 1051765"/>
                <a:gd name="connsiteY30" fmla="*/ 522807 h 994358"/>
                <a:gd name="connsiteX31" fmla="*/ 102511 w 1051765"/>
                <a:gd name="connsiteY31" fmla="*/ 567912 h 994358"/>
                <a:gd name="connsiteX32" fmla="*/ 102511 w 1051765"/>
                <a:gd name="connsiteY32" fmla="*/ 674523 h 994358"/>
                <a:gd name="connsiteX33" fmla="*/ 161967 w 1051765"/>
                <a:gd name="connsiteY33" fmla="*/ 692975 h 994358"/>
                <a:gd name="connsiteX34" fmla="*/ 176319 w 1051765"/>
                <a:gd name="connsiteY34" fmla="*/ 748332 h 994358"/>
                <a:gd name="connsiteX35" fmla="*/ 211173 w 1051765"/>
                <a:gd name="connsiteY35" fmla="*/ 748332 h 994358"/>
                <a:gd name="connsiteX36" fmla="*/ 213223 w 1051765"/>
                <a:gd name="connsiteY36" fmla="*/ 797537 h 994358"/>
                <a:gd name="connsiteX37" fmla="*/ 225524 w 1051765"/>
                <a:gd name="connsiteY37" fmla="*/ 818039 h 994358"/>
                <a:gd name="connsiteX38" fmla="*/ 200921 w 1051765"/>
                <a:gd name="connsiteY38" fmla="*/ 873395 h 994358"/>
                <a:gd name="connsiteX39" fmla="*/ 192721 w 1051765"/>
                <a:gd name="connsiteY39" fmla="*/ 914400 h 994358"/>
                <a:gd name="connsiteX40" fmla="*/ 293182 w 1051765"/>
                <a:gd name="connsiteY40" fmla="*/ 963605 h 994358"/>
                <a:gd name="connsiteX41" fmla="*/ 387492 w 1051765"/>
                <a:gd name="connsiteY41" fmla="*/ 994358 h 994358"/>
                <a:gd name="connsiteX42" fmla="*/ 432597 w 1051765"/>
                <a:gd name="connsiteY42" fmla="*/ 969756 h 994358"/>
                <a:gd name="connsiteX43" fmla="*/ 455149 w 1051765"/>
                <a:gd name="connsiteY43" fmla="*/ 930801 h 994358"/>
                <a:gd name="connsiteX44" fmla="*/ 504355 w 1051765"/>
                <a:gd name="connsiteY44" fmla="*/ 926701 h 994358"/>
                <a:gd name="connsiteX45" fmla="*/ 524857 w 1051765"/>
                <a:gd name="connsiteY45" fmla="*/ 943103 h 994358"/>
                <a:gd name="connsiteX46" fmla="*/ 526907 w 1051765"/>
                <a:gd name="connsiteY46" fmla="*/ 924651 h 994358"/>
                <a:gd name="connsiteX47" fmla="*/ 531008 w 1051765"/>
                <a:gd name="connsiteY47" fmla="*/ 910299 h 994358"/>
                <a:gd name="connsiteX48" fmla="*/ 531008 w 1051765"/>
                <a:gd name="connsiteY48" fmla="*/ 910299 h 994358"/>
                <a:gd name="connsiteX49" fmla="*/ 520756 w 1051765"/>
                <a:gd name="connsiteY49" fmla="*/ 895948 h 994358"/>
                <a:gd name="connsiteX50" fmla="*/ 518706 w 1051765"/>
                <a:gd name="connsiteY50" fmla="*/ 887747 h 994358"/>
                <a:gd name="connsiteX51" fmla="*/ 510505 w 1051765"/>
                <a:gd name="connsiteY51" fmla="*/ 879546 h 994358"/>
                <a:gd name="connsiteX52" fmla="*/ 506405 w 1051765"/>
                <a:gd name="connsiteY52" fmla="*/ 873395 h 994358"/>
                <a:gd name="connsiteX53" fmla="*/ 506405 w 1051765"/>
                <a:gd name="connsiteY53" fmla="*/ 873395 h 994358"/>
                <a:gd name="connsiteX54" fmla="*/ 547409 w 1051765"/>
                <a:gd name="connsiteY54" fmla="*/ 869295 h 994358"/>
                <a:gd name="connsiteX55" fmla="*/ 621217 w 1051765"/>
                <a:gd name="connsiteY55" fmla="*/ 930801 h 994358"/>
                <a:gd name="connsiteX56" fmla="*/ 654021 w 1051765"/>
                <a:gd name="connsiteY56" fmla="*/ 992308 h 994358"/>
                <a:gd name="connsiteX57" fmla="*/ 670423 w 1051765"/>
                <a:gd name="connsiteY57" fmla="*/ 951304 h 994358"/>
                <a:gd name="connsiteX58" fmla="*/ 649921 w 1051765"/>
                <a:gd name="connsiteY58" fmla="*/ 908249 h 994358"/>
                <a:gd name="connsiteX59" fmla="*/ 664272 w 1051765"/>
                <a:gd name="connsiteY59" fmla="*/ 830340 h 994358"/>
                <a:gd name="connsiteX60" fmla="*/ 699126 w 1051765"/>
                <a:gd name="connsiteY60" fmla="*/ 863144 h 994358"/>
                <a:gd name="connsiteX61" fmla="*/ 752432 w 1051765"/>
                <a:gd name="connsiteY61" fmla="*/ 861094 h 994358"/>
                <a:gd name="connsiteX62" fmla="*/ 820089 w 1051765"/>
                <a:gd name="connsiteY62" fmla="*/ 865194 h 994358"/>
                <a:gd name="connsiteX63" fmla="*/ 889797 w 1051765"/>
                <a:gd name="connsiteY63" fmla="*/ 906199 h 994358"/>
                <a:gd name="connsiteX64" fmla="*/ 908249 w 1051765"/>
                <a:gd name="connsiteY64" fmla="*/ 797537 h 994358"/>
                <a:gd name="connsiteX65" fmla="*/ 922600 w 1051765"/>
                <a:gd name="connsiteY65" fmla="*/ 707327 h 994358"/>
                <a:gd name="connsiteX66" fmla="*/ 904148 w 1051765"/>
                <a:gd name="connsiteY66" fmla="*/ 629419 h 994358"/>
                <a:gd name="connsiteX67" fmla="*/ 957454 w 1051765"/>
                <a:gd name="connsiteY67" fmla="*/ 666323 h 994358"/>
                <a:gd name="connsiteX68" fmla="*/ 1018961 w 1051765"/>
                <a:gd name="connsiteY68" fmla="*/ 660172 h 994358"/>
                <a:gd name="connsiteX69" fmla="*/ 1051765 w 1051765"/>
                <a:gd name="connsiteY69" fmla="*/ 660172 h 994358"/>
                <a:gd name="connsiteX70" fmla="*/ 980007 w 1051765"/>
                <a:gd name="connsiteY70" fmla="*/ 578163 h 994358"/>
                <a:gd name="connsiteX71" fmla="*/ 908249 w 1051765"/>
                <a:gd name="connsiteY71" fmla="*/ 526907 h 994358"/>
                <a:gd name="connsiteX72" fmla="*/ 873395 w 1051765"/>
                <a:gd name="connsiteY72" fmla="*/ 475652 h 994358"/>
                <a:gd name="connsiteX73" fmla="*/ 932852 w 1051765"/>
                <a:gd name="connsiteY73" fmla="*/ 459250 h 994358"/>
                <a:gd name="connsiteX74" fmla="*/ 945153 w 1051765"/>
                <a:gd name="connsiteY74" fmla="*/ 428497 h 994358"/>
                <a:gd name="connsiteX75" fmla="*/ 939002 w 1051765"/>
                <a:gd name="connsiteY75" fmla="*/ 369040 h 994358"/>
                <a:gd name="connsiteX76" fmla="*/ 988208 w 1051765"/>
                <a:gd name="connsiteY76" fmla="*/ 330086 h 994358"/>
                <a:gd name="connsiteX77" fmla="*/ 990258 w 1051765"/>
                <a:gd name="connsiteY77" fmla="*/ 309584 h 994358"/>
                <a:gd name="connsiteX78" fmla="*/ 861094 w 1051765"/>
                <a:gd name="connsiteY78" fmla="*/ 276780 h 994358"/>
                <a:gd name="connsiteX79" fmla="*/ 795487 w 1051765"/>
                <a:gd name="connsiteY79" fmla="*/ 248077 h 994358"/>
                <a:gd name="connsiteX80" fmla="*/ 740130 w 1051765"/>
                <a:gd name="connsiteY80" fmla="*/ 219374 h 994358"/>
                <a:gd name="connsiteX81" fmla="*/ 738080 w 1051765"/>
                <a:gd name="connsiteY81" fmla="*/ 155817 h 994358"/>
                <a:gd name="connsiteX82" fmla="*/ 740130 w 1051765"/>
                <a:gd name="connsiteY82" fmla="*/ 133264 h 994358"/>
                <a:gd name="connsiteX83" fmla="*/ 695026 w 1051765"/>
                <a:gd name="connsiteY83" fmla="*/ 84059 h 994358"/>
                <a:gd name="connsiteX84" fmla="*/ 672473 w 1051765"/>
                <a:gd name="connsiteY84" fmla="*/ 47155 h 994358"/>
                <a:gd name="connsiteX85" fmla="*/ 668373 w 1051765"/>
                <a:gd name="connsiteY85" fmla="*/ 2050 h 994358"/>
                <a:gd name="connsiteX86" fmla="*/ 623268 w 1051765"/>
                <a:gd name="connsiteY86" fmla="*/ 32803 h 994358"/>
                <a:gd name="connsiteX87" fmla="*/ 569962 w 1051765"/>
                <a:gd name="connsiteY87" fmla="*/ 65607 h 994358"/>
                <a:gd name="connsiteX88" fmla="*/ 553560 w 1051765"/>
                <a:gd name="connsiteY88" fmla="*/ 125063 h 99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051765" h="994358">
                  <a:moveTo>
                    <a:pt x="553560" y="125063"/>
                  </a:moveTo>
                  <a:lnTo>
                    <a:pt x="494104" y="84059"/>
                  </a:lnTo>
                  <a:lnTo>
                    <a:pt x="422346" y="38954"/>
                  </a:lnTo>
                  <a:lnTo>
                    <a:pt x="348538" y="6150"/>
                  </a:lnTo>
                  <a:lnTo>
                    <a:pt x="319834" y="0"/>
                  </a:lnTo>
                  <a:lnTo>
                    <a:pt x="340337" y="45105"/>
                  </a:lnTo>
                  <a:lnTo>
                    <a:pt x="311634" y="86109"/>
                  </a:lnTo>
                  <a:lnTo>
                    <a:pt x="287031" y="106611"/>
                  </a:lnTo>
                  <a:lnTo>
                    <a:pt x="282930" y="123013"/>
                  </a:lnTo>
                  <a:lnTo>
                    <a:pt x="317784" y="123013"/>
                  </a:lnTo>
                  <a:lnTo>
                    <a:pt x="317784" y="164018"/>
                  </a:lnTo>
                  <a:lnTo>
                    <a:pt x="313684" y="184520"/>
                  </a:lnTo>
                  <a:lnTo>
                    <a:pt x="280880" y="161967"/>
                  </a:lnTo>
                  <a:lnTo>
                    <a:pt x="252177" y="155817"/>
                  </a:lnTo>
                  <a:lnTo>
                    <a:pt x="250127" y="198871"/>
                  </a:lnTo>
                  <a:lnTo>
                    <a:pt x="209122" y="190671"/>
                  </a:lnTo>
                  <a:lnTo>
                    <a:pt x="186570" y="176319"/>
                  </a:lnTo>
                  <a:lnTo>
                    <a:pt x="147616" y="213223"/>
                  </a:lnTo>
                  <a:lnTo>
                    <a:pt x="92260" y="221424"/>
                  </a:lnTo>
                  <a:lnTo>
                    <a:pt x="43054" y="243976"/>
                  </a:lnTo>
                  <a:lnTo>
                    <a:pt x="96360" y="276780"/>
                  </a:lnTo>
                  <a:lnTo>
                    <a:pt x="131214" y="317784"/>
                  </a:lnTo>
                  <a:lnTo>
                    <a:pt x="102511" y="321885"/>
                  </a:lnTo>
                  <a:lnTo>
                    <a:pt x="59456" y="321885"/>
                  </a:lnTo>
                  <a:lnTo>
                    <a:pt x="102511" y="369040"/>
                  </a:lnTo>
                  <a:lnTo>
                    <a:pt x="125063" y="379291"/>
                  </a:lnTo>
                  <a:lnTo>
                    <a:pt x="73808" y="397743"/>
                  </a:lnTo>
                  <a:lnTo>
                    <a:pt x="49205" y="412095"/>
                  </a:lnTo>
                  <a:lnTo>
                    <a:pt x="6150" y="397743"/>
                  </a:lnTo>
                  <a:lnTo>
                    <a:pt x="0" y="442848"/>
                  </a:lnTo>
                  <a:lnTo>
                    <a:pt x="77908" y="522807"/>
                  </a:lnTo>
                  <a:lnTo>
                    <a:pt x="102511" y="567912"/>
                  </a:lnTo>
                  <a:lnTo>
                    <a:pt x="102511" y="674523"/>
                  </a:lnTo>
                  <a:lnTo>
                    <a:pt x="161967" y="692975"/>
                  </a:lnTo>
                  <a:lnTo>
                    <a:pt x="176319" y="748332"/>
                  </a:lnTo>
                  <a:lnTo>
                    <a:pt x="211173" y="748332"/>
                  </a:lnTo>
                  <a:cubicBezTo>
                    <a:pt x="211856" y="764734"/>
                    <a:pt x="212540" y="781135"/>
                    <a:pt x="213223" y="797537"/>
                  </a:cubicBezTo>
                  <a:lnTo>
                    <a:pt x="225524" y="818039"/>
                  </a:lnTo>
                  <a:lnTo>
                    <a:pt x="200921" y="873395"/>
                  </a:lnTo>
                  <a:lnTo>
                    <a:pt x="192721" y="914400"/>
                  </a:lnTo>
                  <a:lnTo>
                    <a:pt x="293182" y="963605"/>
                  </a:lnTo>
                  <a:lnTo>
                    <a:pt x="387492" y="994358"/>
                  </a:lnTo>
                  <a:lnTo>
                    <a:pt x="432597" y="969756"/>
                  </a:lnTo>
                  <a:lnTo>
                    <a:pt x="455149" y="930801"/>
                  </a:lnTo>
                  <a:lnTo>
                    <a:pt x="504355" y="926701"/>
                  </a:lnTo>
                  <a:lnTo>
                    <a:pt x="524857" y="943103"/>
                  </a:lnTo>
                  <a:cubicBezTo>
                    <a:pt x="525540" y="936952"/>
                    <a:pt x="525693" y="930719"/>
                    <a:pt x="526907" y="924651"/>
                  </a:cubicBezTo>
                  <a:cubicBezTo>
                    <a:pt x="531224" y="903066"/>
                    <a:pt x="531008" y="918037"/>
                    <a:pt x="531008" y="910299"/>
                  </a:cubicBezTo>
                  <a:lnTo>
                    <a:pt x="531008" y="910299"/>
                  </a:lnTo>
                  <a:cubicBezTo>
                    <a:pt x="527591" y="905515"/>
                    <a:pt x="523571" y="901109"/>
                    <a:pt x="520756" y="895948"/>
                  </a:cubicBezTo>
                  <a:cubicBezTo>
                    <a:pt x="519407" y="893474"/>
                    <a:pt x="520199" y="890136"/>
                    <a:pt x="518706" y="887747"/>
                  </a:cubicBezTo>
                  <a:cubicBezTo>
                    <a:pt x="516657" y="884469"/>
                    <a:pt x="512649" y="882763"/>
                    <a:pt x="510505" y="879546"/>
                  </a:cubicBezTo>
                  <a:lnTo>
                    <a:pt x="506405" y="873395"/>
                  </a:lnTo>
                  <a:lnTo>
                    <a:pt x="506405" y="873395"/>
                  </a:lnTo>
                  <a:lnTo>
                    <a:pt x="547409" y="869295"/>
                  </a:lnTo>
                  <a:lnTo>
                    <a:pt x="621217" y="930801"/>
                  </a:lnTo>
                  <a:lnTo>
                    <a:pt x="654021" y="992308"/>
                  </a:lnTo>
                  <a:lnTo>
                    <a:pt x="670423" y="951304"/>
                  </a:lnTo>
                  <a:lnTo>
                    <a:pt x="649921" y="908249"/>
                  </a:lnTo>
                  <a:lnTo>
                    <a:pt x="664272" y="830340"/>
                  </a:lnTo>
                  <a:lnTo>
                    <a:pt x="699126" y="863144"/>
                  </a:lnTo>
                  <a:lnTo>
                    <a:pt x="752432" y="861094"/>
                  </a:lnTo>
                  <a:lnTo>
                    <a:pt x="820089" y="865194"/>
                  </a:lnTo>
                  <a:lnTo>
                    <a:pt x="889797" y="906199"/>
                  </a:lnTo>
                  <a:lnTo>
                    <a:pt x="908249" y="797537"/>
                  </a:lnTo>
                  <a:lnTo>
                    <a:pt x="922600" y="707327"/>
                  </a:lnTo>
                  <a:lnTo>
                    <a:pt x="904148" y="629419"/>
                  </a:lnTo>
                  <a:lnTo>
                    <a:pt x="957454" y="666323"/>
                  </a:lnTo>
                  <a:lnTo>
                    <a:pt x="1018961" y="660172"/>
                  </a:lnTo>
                  <a:lnTo>
                    <a:pt x="1051765" y="660172"/>
                  </a:lnTo>
                  <a:lnTo>
                    <a:pt x="980007" y="578163"/>
                  </a:lnTo>
                  <a:lnTo>
                    <a:pt x="908249" y="526907"/>
                  </a:lnTo>
                  <a:lnTo>
                    <a:pt x="873395" y="475652"/>
                  </a:lnTo>
                  <a:lnTo>
                    <a:pt x="932852" y="459250"/>
                  </a:lnTo>
                  <a:lnTo>
                    <a:pt x="945153" y="428497"/>
                  </a:lnTo>
                  <a:lnTo>
                    <a:pt x="939002" y="369040"/>
                  </a:lnTo>
                  <a:lnTo>
                    <a:pt x="988208" y="330086"/>
                  </a:lnTo>
                  <a:lnTo>
                    <a:pt x="990258" y="309584"/>
                  </a:lnTo>
                  <a:lnTo>
                    <a:pt x="861094" y="276780"/>
                  </a:lnTo>
                  <a:lnTo>
                    <a:pt x="795487" y="248077"/>
                  </a:lnTo>
                  <a:lnTo>
                    <a:pt x="740130" y="219374"/>
                  </a:lnTo>
                  <a:cubicBezTo>
                    <a:pt x="739447" y="198188"/>
                    <a:pt x="738763" y="177003"/>
                    <a:pt x="738080" y="155817"/>
                  </a:cubicBezTo>
                  <a:lnTo>
                    <a:pt x="740130" y="133264"/>
                  </a:lnTo>
                  <a:lnTo>
                    <a:pt x="695026" y="84059"/>
                  </a:lnTo>
                  <a:lnTo>
                    <a:pt x="672473" y="47155"/>
                  </a:lnTo>
                  <a:lnTo>
                    <a:pt x="668373" y="2050"/>
                  </a:lnTo>
                  <a:lnTo>
                    <a:pt x="623268" y="32803"/>
                  </a:lnTo>
                  <a:lnTo>
                    <a:pt x="569962" y="65607"/>
                  </a:lnTo>
                  <a:lnTo>
                    <a:pt x="553560" y="125063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65FD676-8867-B9EA-F1BA-F4353BED8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2" y="195416"/>
            <a:ext cx="4950716" cy="39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6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DFCFC"/>
              </a:clrFrom>
              <a:clrTo>
                <a:srgbClr val="FD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84513" y="2286000"/>
            <a:ext cx="5288667" cy="3887072"/>
          </a:xfrm>
          <a:prstGeom prst="rect">
            <a:avLst/>
          </a:prstGeom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818821" y="2457700"/>
            <a:ext cx="441434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H/L = LAHARZ slope value, energy cone,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coefficient of friction, Heim coefficient, H/L ratio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5F9BABDE-13D4-B165-1A25-FFAC122BB0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42" y="250791"/>
            <a:ext cx="5638800" cy="189156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86AA6DC-171B-8D60-A160-BE768809A1AD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6DA02F-B41B-79F0-9C2F-D49CC965C494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148BA4-8AC3-D10C-9B9C-8105F87CA10F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94C843E5-1479-575B-6235-E784CA9050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AD93094F-492E-72B3-E2B8-10CA7715BA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BE7075A-44D1-BD31-B287-2962701562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28753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1676400" y="152401"/>
            <a:ext cx="92202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</a:rPr>
              <a:t>Lahar hazard zones computed for Mt. Rainier with proximal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</a:rPr>
              <a:t>hazard zone defined by </a:t>
            </a:r>
            <a:r>
              <a:rPr lang="en-US" altLang="en-US" sz="2400" i="1" dirty="0">
                <a:solidFill>
                  <a:prstClr val="black"/>
                </a:solidFill>
              </a:rPr>
              <a:t>H/L</a:t>
            </a:r>
            <a:r>
              <a:rPr lang="en-US" altLang="en-US" sz="2400" dirty="0">
                <a:solidFill>
                  <a:prstClr val="black"/>
                </a:solidFill>
              </a:rPr>
              <a:t> = 0.23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76601" y="982663"/>
            <a:ext cx="5617025" cy="5230352"/>
            <a:chOff x="43538" y="195415"/>
            <a:chExt cx="4060372" cy="3938429"/>
          </a:xfrm>
        </p:grpSpPr>
        <p:pic>
          <p:nvPicPr>
            <p:cNvPr id="6" name="Picture 5" descr="DE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38" y="195415"/>
              <a:ext cx="4060372" cy="3938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6"/>
            <p:cNvSpPr/>
            <p:nvPr/>
          </p:nvSpPr>
          <p:spPr>
            <a:xfrm>
              <a:off x="2702196" y="1734490"/>
              <a:ext cx="1051765" cy="994358"/>
            </a:xfrm>
            <a:custGeom>
              <a:avLst/>
              <a:gdLst>
                <a:gd name="connsiteX0" fmla="*/ 553560 w 1051765"/>
                <a:gd name="connsiteY0" fmla="*/ 125063 h 994358"/>
                <a:gd name="connsiteX1" fmla="*/ 494104 w 1051765"/>
                <a:gd name="connsiteY1" fmla="*/ 84059 h 994358"/>
                <a:gd name="connsiteX2" fmla="*/ 422346 w 1051765"/>
                <a:gd name="connsiteY2" fmla="*/ 38954 h 994358"/>
                <a:gd name="connsiteX3" fmla="*/ 348538 w 1051765"/>
                <a:gd name="connsiteY3" fmla="*/ 6150 h 994358"/>
                <a:gd name="connsiteX4" fmla="*/ 319834 w 1051765"/>
                <a:gd name="connsiteY4" fmla="*/ 0 h 994358"/>
                <a:gd name="connsiteX5" fmla="*/ 340337 w 1051765"/>
                <a:gd name="connsiteY5" fmla="*/ 45105 h 994358"/>
                <a:gd name="connsiteX6" fmla="*/ 311634 w 1051765"/>
                <a:gd name="connsiteY6" fmla="*/ 86109 h 994358"/>
                <a:gd name="connsiteX7" fmla="*/ 287031 w 1051765"/>
                <a:gd name="connsiteY7" fmla="*/ 106611 h 994358"/>
                <a:gd name="connsiteX8" fmla="*/ 282930 w 1051765"/>
                <a:gd name="connsiteY8" fmla="*/ 123013 h 994358"/>
                <a:gd name="connsiteX9" fmla="*/ 317784 w 1051765"/>
                <a:gd name="connsiteY9" fmla="*/ 123013 h 994358"/>
                <a:gd name="connsiteX10" fmla="*/ 317784 w 1051765"/>
                <a:gd name="connsiteY10" fmla="*/ 164018 h 994358"/>
                <a:gd name="connsiteX11" fmla="*/ 313684 w 1051765"/>
                <a:gd name="connsiteY11" fmla="*/ 184520 h 994358"/>
                <a:gd name="connsiteX12" fmla="*/ 280880 w 1051765"/>
                <a:gd name="connsiteY12" fmla="*/ 161967 h 994358"/>
                <a:gd name="connsiteX13" fmla="*/ 252177 w 1051765"/>
                <a:gd name="connsiteY13" fmla="*/ 155817 h 994358"/>
                <a:gd name="connsiteX14" fmla="*/ 250127 w 1051765"/>
                <a:gd name="connsiteY14" fmla="*/ 198871 h 994358"/>
                <a:gd name="connsiteX15" fmla="*/ 209122 w 1051765"/>
                <a:gd name="connsiteY15" fmla="*/ 190671 h 994358"/>
                <a:gd name="connsiteX16" fmla="*/ 186570 w 1051765"/>
                <a:gd name="connsiteY16" fmla="*/ 176319 h 994358"/>
                <a:gd name="connsiteX17" fmla="*/ 147616 w 1051765"/>
                <a:gd name="connsiteY17" fmla="*/ 213223 h 994358"/>
                <a:gd name="connsiteX18" fmla="*/ 92260 w 1051765"/>
                <a:gd name="connsiteY18" fmla="*/ 221424 h 994358"/>
                <a:gd name="connsiteX19" fmla="*/ 43054 w 1051765"/>
                <a:gd name="connsiteY19" fmla="*/ 243976 h 994358"/>
                <a:gd name="connsiteX20" fmla="*/ 96360 w 1051765"/>
                <a:gd name="connsiteY20" fmla="*/ 276780 h 994358"/>
                <a:gd name="connsiteX21" fmla="*/ 131214 w 1051765"/>
                <a:gd name="connsiteY21" fmla="*/ 317784 h 994358"/>
                <a:gd name="connsiteX22" fmla="*/ 102511 w 1051765"/>
                <a:gd name="connsiteY22" fmla="*/ 321885 h 994358"/>
                <a:gd name="connsiteX23" fmla="*/ 59456 w 1051765"/>
                <a:gd name="connsiteY23" fmla="*/ 321885 h 994358"/>
                <a:gd name="connsiteX24" fmla="*/ 102511 w 1051765"/>
                <a:gd name="connsiteY24" fmla="*/ 369040 h 994358"/>
                <a:gd name="connsiteX25" fmla="*/ 125063 w 1051765"/>
                <a:gd name="connsiteY25" fmla="*/ 379291 h 994358"/>
                <a:gd name="connsiteX26" fmla="*/ 73808 w 1051765"/>
                <a:gd name="connsiteY26" fmla="*/ 397743 h 994358"/>
                <a:gd name="connsiteX27" fmla="*/ 49205 w 1051765"/>
                <a:gd name="connsiteY27" fmla="*/ 412095 h 994358"/>
                <a:gd name="connsiteX28" fmla="*/ 6150 w 1051765"/>
                <a:gd name="connsiteY28" fmla="*/ 397743 h 994358"/>
                <a:gd name="connsiteX29" fmla="*/ 0 w 1051765"/>
                <a:gd name="connsiteY29" fmla="*/ 442848 h 994358"/>
                <a:gd name="connsiteX30" fmla="*/ 77908 w 1051765"/>
                <a:gd name="connsiteY30" fmla="*/ 522807 h 994358"/>
                <a:gd name="connsiteX31" fmla="*/ 102511 w 1051765"/>
                <a:gd name="connsiteY31" fmla="*/ 567912 h 994358"/>
                <a:gd name="connsiteX32" fmla="*/ 102511 w 1051765"/>
                <a:gd name="connsiteY32" fmla="*/ 674523 h 994358"/>
                <a:gd name="connsiteX33" fmla="*/ 161967 w 1051765"/>
                <a:gd name="connsiteY33" fmla="*/ 692975 h 994358"/>
                <a:gd name="connsiteX34" fmla="*/ 176319 w 1051765"/>
                <a:gd name="connsiteY34" fmla="*/ 748332 h 994358"/>
                <a:gd name="connsiteX35" fmla="*/ 211173 w 1051765"/>
                <a:gd name="connsiteY35" fmla="*/ 748332 h 994358"/>
                <a:gd name="connsiteX36" fmla="*/ 213223 w 1051765"/>
                <a:gd name="connsiteY36" fmla="*/ 797537 h 994358"/>
                <a:gd name="connsiteX37" fmla="*/ 225524 w 1051765"/>
                <a:gd name="connsiteY37" fmla="*/ 818039 h 994358"/>
                <a:gd name="connsiteX38" fmla="*/ 200921 w 1051765"/>
                <a:gd name="connsiteY38" fmla="*/ 873395 h 994358"/>
                <a:gd name="connsiteX39" fmla="*/ 192721 w 1051765"/>
                <a:gd name="connsiteY39" fmla="*/ 914400 h 994358"/>
                <a:gd name="connsiteX40" fmla="*/ 293182 w 1051765"/>
                <a:gd name="connsiteY40" fmla="*/ 963605 h 994358"/>
                <a:gd name="connsiteX41" fmla="*/ 387492 w 1051765"/>
                <a:gd name="connsiteY41" fmla="*/ 994358 h 994358"/>
                <a:gd name="connsiteX42" fmla="*/ 432597 w 1051765"/>
                <a:gd name="connsiteY42" fmla="*/ 969756 h 994358"/>
                <a:gd name="connsiteX43" fmla="*/ 455149 w 1051765"/>
                <a:gd name="connsiteY43" fmla="*/ 930801 h 994358"/>
                <a:gd name="connsiteX44" fmla="*/ 504355 w 1051765"/>
                <a:gd name="connsiteY44" fmla="*/ 926701 h 994358"/>
                <a:gd name="connsiteX45" fmla="*/ 524857 w 1051765"/>
                <a:gd name="connsiteY45" fmla="*/ 943103 h 994358"/>
                <a:gd name="connsiteX46" fmla="*/ 526907 w 1051765"/>
                <a:gd name="connsiteY46" fmla="*/ 924651 h 994358"/>
                <a:gd name="connsiteX47" fmla="*/ 531008 w 1051765"/>
                <a:gd name="connsiteY47" fmla="*/ 910299 h 994358"/>
                <a:gd name="connsiteX48" fmla="*/ 531008 w 1051765"/>
                <a:gd name="connsiteY48" fmla="*/ 910299 h 994358"/>
                <a:gd name="connsiteX49" fmla="*/ 520756 w 1051765"/>
                <a:gd name="connsiteY49" fmla="*/ 895948 h 994358"/>
                <a:gd name="connsiteX50" fmla="*/ 518706 w 1051765"/>
                <a:gd name="connsiteY50" fmla="*/ 887747 h 994358"/>
                <a:gd name="connsiteX51" fmla="*/ 510505 w 1051765"/>
                <a:gd name="connsiteY51" fmla="*/ 879546 h 994358"/>
                <a:gd name="connsiteX52" fmla="*/ 506405 w 1051765"/>
                <a:gd name="connsiteY52" fmla="*/ 873395 h 994358"/>
                <a:gd name="connsiteX53" fmla="*/ 506405 w 1051765"/>
                <a:gd name="connsiteY53" fmla="*/ 873395 h 994358"/>
                <a:gd name="connsiteX54" fmla="*/ 547409 w 1051765"/>
                <a:gd name="connsiteY54" fmla="*/ 869295 h 994358"/>
                <a:gd name="connsiteX55" fmla="*/ 621217 w 1051765"/>
                <a:gd name="connsiteY55" fmla="*/ 930801 h 994358"/>
                <a:gd name="connsiteX56" fmla="*/ 654021 w 1051765"/>
                <a:gd name="connsiteY56" fmla="*/ 992308 h 994358"/>
                <a:gd name="connsiteX57" fmla="*/ 670423 w 1051765"/>
                <a:gd name="connsiteY57" fmla="*/ 951304 h 994358"/>
                <a:gd name="connsiteX58" fmla="*/ 649921 w 1051765"/>
                <a:gd name="connsiteY58" fmla="*/ 908249 h 994358"/>
                <a:gd name="connsiteX59" fmla="*/ 664272 w 1051765"/>
                <a:gd name="connsiteY59" fmla="*/ 830340 h 994358"/>
                <a:gd name="connsiteX60" fmla="*/ 699126 w 1051765"/>
                <a:gd name="connsiteY60" fmla="*/ 863144 h 994358"/>
                <a:gd name="connsiteX61" fmla="*/ 752432 w 1051765"/>
                <a:gd name="connsiteY61" fmla="*/ 861094 h 994358"/>
                <a:gd name="connsiteX62" fmla="*/ 820089 w 1051765"/>
                <a:gd name="connsiteY62" fmla="*/ 865194 h 994358"/>
                <a:gd name="connsiteX63" fmla="*/ 889797 w 1051765"/>
                <a:gd name="connsiteY63" fmla="*/ 906199 h 994358"/>
                <a:gd name="connsiteX64" fmla="*/ 908249 w 1051765"/>
                <a:gd name="connsiteY64" fmla="*/ 797537 h 994358"/>
                <a:gd name="connsiteX65" fmla="*/ 922600 w 1051765"/>
                <a:gd name="connsiteY65" fmla="*/ 707327 h 994358"/>
                <a:gd name="connsiteX66" fmla="*/ 904148 w 1051765"/>
                <a:gd name="connsiteY66" fmla="*/ 629419 h 994358"/>
                <a:gd name="connsiteX67" fmla="*/ 957454 w 1051765"/>
                <a:gd name="connsiteY67" fmla="*/ 666323 h 994358"/>
                <a:gd name="connsiteX68" fmla="*/ 1018961 w 1051765"/>
                <a:gd name="connsiteY68" fmla="*/ 660172 h 994358"/>
                <a:gd name="connsiteX69" fmla="*/ 1051765 w 1051765"/>
                <a:gd name="connsiteY69" fmla="*/ 660172 h 994358"/>
                <a:gd name="connsiteX70" fmla="*/ 980007 w 1051765"/>
                <a:gd name="connsiteY70" fmla="*/ 578163 h 994358"/>
                <a:gd name="connsiteX71" fmla="*/ 908249 w 1051765"/>
                <a:gd name="connsiteY71" fmla="*/ 526907 h 994358"/>
                <a:gd name="connsiteX72" fmla="*/ 873395 w 1051765"/>
                <a:gd name="connsiteY72" fmla="*/ 475652 h 994358"/>
                <a:gd name="connsiteX73" fmla="*/ 932852 w 1051765"/>
                <a:gd name="connsiteY73" fmla="*/ 459250 h 994358"/>
                <a:gd name="connsiteX74" fmla="*/ 945153 w 1051765"/>
                <a:gd name="connsiteY74" fmla="*/ 428497 h 994358"/>
                <a:gd name="connsiteX75" fmla="*/ 939002 w 1051765"/>
                <a:gd name="connsiteY75" fmla="*/ 369040 h 994358"/>
                <a:gd name="connsiteX76" fmla="*/ 988208 w 1051765"/>
                <a:gd name="connsiteY76" fmla="*/ 330086 h 994358"/>
                <a:gd name="connsiteX77" fmla="*/ 990258 w 1051765"/>
                <a:gd name="connsiteY77" fmla="*/ 309584 h 994358"/>
                <a:gd name="connsiteX78" fmla="*/ 861094 w 1051765"/>
                <a:gd name="connsiteY78" fmla="*/ 276780 h 994358"/>
                <a:gd name="connsiteX79" fmla="*/ 795487 w 1051765"/>
                <a:gd name="connsiteY79" fmla="*/ 248077 h 994358"/>
                <a:gd name="connsiteX80" fmla="*/ 740130 w 1051765"/>
                <a:gd name="connsiteY80" fmla="*/ 219374 h 994358"/>
                <a:gd name="connsiteX81" fmla="*/ 738080 w 1051765"/>
                <a:gd name="connsiteY81" fmla="*/ 155817 h 994358"/>
                <a:gd name="connsiteX82" fmla="*/ 740130 w 1051765"/>
                <a:gd name="connsiteY82" fmla="*/ 133264 h 994358"/>
                <a:gd name="connsiteX83" fmla="*/ 695026 w 1051765"/>
                <a:gd name="connsiteY83" fmla="*/ 84059 h 994358"/>
                <a:gd name="connsiteX84" fmla="*/ 672473 w 1051765"/>
                <a:gd name="connsiteY84" fmla="*/ 47155 h 994358"/>
                <a:gd name="connsiteX85" fmla="*/ 668373 w 1051765"/>
                <a:gd name="connsiteY85" fmla="*/ 2050 h 994358"/>
                <a:gd name="connsiteX86" fmla="*/ 623268 w 1051765"/>
                <a:gd name="connsiteY86" fmla="*/ 32803 h 994358"/>
                <a:gd name="connsiteX87" fmla="*/ 569962 w 1051765"/>
                <a:gd name="connsiteY87" fmla="*/ 65607 h 994358"/>
                <a:gd name="connsiteX88" fmla="*/ 553560 w 1051765"/>
                <a:gd name="connsiteY88" fmla="*/ 125063 h 99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051765" h="994358">
                  <a:moveTo>
                    <a:pt x="553560" y="125063"/>
                  </a:moveTo>
                  <a:lnTo>
                    <a:pt x="494104" y="84059"/>
                  </a:lnTo>
                  <a:lnTo>
                    <a:pt x="422346" y="38954"/>
                  </a:lnTo>
                  <a:lnTo>
                    <a:pt x="348538" y="6150"/>
                  </a:lnTo>
                  <a:lnTo>
                    <a:pt x="319834" y="0"/>
                  </a:lnTo>
                  <a:lnTo>
                    <a:pt x="340337" y="45105"/>
                  </a:lnTo>
                  <a:lnTo>
                    <a:pt x="311634" y="86109"/>
                  </a:lnTo>
                  <a:lnTo>
                    <a:pt x="287031" y="106611"/>
                  </a:lnTo>
                  <a:lnTo>
                    <a:pt x="282930" y="123013"/>
                  </a:lnTo>
                  <a:lnTo>
                    <a:pt x="317784" y="123013"/>
                  </a:lnTo>
                  <a:lnTo>
                    <a:pt x="317784" y="164018"/>
                  </a:lnTo>
                  <a:lnTo>
                    <a:pt x="313684" y="184520"/>
                  </a:lnTo>
                  <a:lnTo>
                    <a:pt x="280880" y="161967"/>
                  </a:lnTo>
                  <a:lnTo>
                    <a:pt x="252177" y="155817"/>
                  </a:lnTo>
                  <a:lnTo>
                    <a:pt x="250127" y="198871"/>
                  </a:lnTo>
                  <a:lnTo>
                    <a:pt x="209122" y="190671"/>
                  </a:lnTo>
                  <a:lnTo>
                    <a:pt x="186570" y="176319"/>
                  </a:lnTo>
                  <a:lnTo>
                    <a:pt x="147616" y="213223"/>
                  </a:lnTo>
                  <a:lnTo>
                    <a:pt x="92260" y="221424"/>
                  </a:lnTo>
                  <a:lnTo>
                    <a:pt x="43054" y="243976"/>
                  </a:lnTo>
                  <a:lnTo>
                    <a:pt x="96360" y="276780"/>
                  </a:lnTo>
                  <a:lnTo>
                    <a:pt x="131214" y="317784"/>
                  </a:lnTo>
                  <a:lnTo>
                    <a:pt x="102511" y="321885"/>
                  </a:lnTo>
                  <a:lnTo>
                    <a:pt x="59456" y="321885"/>
                  </a:lnTo>
                  <a:lnTo>
                    <a:pt x="102511" y="369040"/>
                  </a:lnTo>
                  <a:lnTo>
                    <a:pt x="125063" y="379291"/>
                  </a:lnTo>
                  <a:lnTo>
                    <a:pt x="73808" y="397743"/>
                  </a:lnTo>
                  <a:lnTo>
                    <a:pt x="49205" y="412095"/>
                  </a:lnTo>
                  <a:lnTo>
                    <a:pt x="6150" y="397743"/>
                  </a:lnTo>
                  <a:lnTo>
                    <a:pt x="0" y="442848"/>
                  </a:lnTo>
                  <a:lnTo>
                    <a:pt x="77908" y="522807"/>
                  </a:lnTo>
                  <a:lnTo>
                    <a:pt x="102511" y="567912"/>
                  </a:lnTo>
                  <a:lnTo>
                    <a:pt x="102511" y="674523"/>
                  </a:lnTo>
                  <a:lnTo>
                    <a:pt x="161967" y="692975"/>
                  </a:lnTo>
                  <a:lnTo>
                    <a:pt x="176319" y="748332"/>
                  </a:lnTo>
                  <a:lnTo>
                    <a:pt x="211173" y="748332"/>
                  </a:lnTo>
                  <a:cubicBezTo>
                    <a:pt x="211856" y="764734"/>
                    <a:pt x="212540" y="781135"/>
                    <a:pt x="213223" y="797537"/>
                  </a:cubicBezTo>
                  <a:lnTo>
                    <a:pt x="225524" y="818039"/>
                  </a:lnTo>
                  <a:lnTo>
                    <a:pt x="200921" y="873395"/>
                  </a:lnTo>
                  <a:lnTo>
                    <a:pt x="192721" y="914400"/>
                  </a:lnTo>
                  <a:lnTo>
                    <a:pt x="293182" y="963605"/>
                  </a:lnTo>
                  <a:lnTo>
                    <a:pt x="387492" y="994358"/>
                  </a:lnTo>
                  <a:lnTo>
                    <a:pt x="432597" y="969756"/>
                  </a:lnTo>
                  <a:lnTo>
                    <a:pt x="455149" y="930801"/>
                  </a:lnTo>
                  <a:lnTo>
                    <a:pt x="504355" y="926701"/>
                  </a:lnTo>
                  <a:lnTo>
                    <a:pt x="524857" y="943103"/>
                  </a:lnTo>
                  <a:cubicBezTo>
                    <a:pt x="525540" y="936952"/>
                    <a:pt x="525693" y="930719"/>
                    <a:pt x="526907" y="924651"/>
                  </a:cubicBezTo>
                  <a:cubicBezTo>
                    <a:pt x="531224" y="903066"/>
                    <a:pt x="531008" y="918037"/>
                    <a:pt x="531008" y="910299"/>
                  </a:cubicBezTo>
                  <a:lnTo>
                    <a:pt x="531008" y="910299"/>
                  </a:lnTo>
                  <a:cubicBezTo>
                    <a:pt x="527591" y="905515"/>
                    <a:pt x="523571" y="901109"/>
                    <a:pt x="520756" y="895948"/>
                  </a:cubicBezTo>
                  <a:cubicBezTo>
                    <a:pt x="519407" y="893474"/>
                    <a:pt x="520199" y="890136"/>
                    <a:pt x="518706" y="887747"/>
                  </a:cubicBezTo>
                  <a:cubicBezTo>
                    <a:pt x="516657" y="884469"/>
                    <a:pt x="512649" y="882763"/>
                    <a:pt x="510505" y="879546"/>
                  </a:cubicBezTo>
                  <a:lnTo>
                    <a:pt x="506405" y="873395"/>
                  </a:lnTo>
                  <a:lnTo>
                    <a:pt x="506405" y="873395"/>
                  </a:lnTo>
                  <a:lnTo>
                    <a:pt x="547409" y="869295"/>
                  </a:lnTo>
                  <a:lnTo>
                    <a:pt x="621217" y="930801"/>
                  </a:lnTo>
                  <a:lnTo>
                    <a:pt x="654021" y="992308"/>
                  </a:lnTo>
                  <a:lnTo>
                    <a:pt x="670423" y="951304"/>
                  </a:lnTo>
                  <a:lnTo>
                    <a:pt x="649921" y="908249"/>
                  </a:lnTo>
                  <a:lnTo>
                    <a:pt x="664272" y="830340"/>
                  </a:lnTo>
                  <a:lnTo>
                    <a:pt x="699126" y="863144"/>
                  </a:lnTo>
                  <a:lnTo>
                    <a:pt x="752432" y="861094"/>
                  </a:lnTo>
                  <a:lnTo>
                    <a:pt x="820089" y="865194"/>
                  </a:lnTo>
                  <a:lnTo>
                    <a:pt x="889797" y="906199"/>
                  </a:lnTo>
                  <a:lnTo>
                    <a:pt x="908249" y="797537"/>
                  </a:lnTo>
                  <a:lnTo>
                    <a:pt x="922600" y="707327"/>
                  </a:lnTo>
                  <a:lnTo>
                    <a:pt x="904148" y="629419"/>
                  </a:lnTo>
                  <a:lnTo>
                    <a:pt x="957454" y="666323"/>
                  </a:lnTo>
                  <a:lnTo>
                    <a:pt x="1018961" y="660172"/>
                  </a:lnTo>
                  <a:lnTo>
                    <a:pt x="1051765" y="660172"/>
                  </a:lnTo>
                  <a:lnTo>
                    <a:pt x="980007" y="578163"/>
                  </a:lnTo>
                  <a:lnTo>
                    <a:pt x="908249" y="526907"/>
                  </a:lnTo>
                  <a:lnTo>
                    <a:pt x="873395" y="475652"/>
                  </a:lnTo>
                  <a:lnTo>
                    <a:pt x="932852" y="459250"/>
                  </a:lnTo>
                  <a:lnTo>
                    <a:pt x="945153" y="428497"/>
                  </a:lnTo>
                  <a:lnTo>
                    <a:pt x="939002" y="369040"/>
                  </a:lnTo>
                  <a:lnTo>
                    <a:pt x="988208" y="330086"/>
                  </a:lnTo>
                  <a:lnTo>
                    <a:pt x="990258" y="309584"/>
                  </a:lnTo>
                  <a:lnTo>
                    <a:pt x="861094" y="276780"/>
                  </a:lnTo>
                  <a:lnTo>
                    <a:pt x="795487" y="248077"/>
                  </a:lnTo>
                  <a:lnTo>
                    <a:pt x="740130" y="219374"/>
                  </a:lnTo>
                  <a:cubicBezTo>
                    <a:pt x="739447" y="198188"/>
                    <a:pt x="738763" y="177003"/>
                    <a:pt x="738080" y="155817"/>
                  </a:cubicBezTo>
                  <a:lnTo>
                    <a:pt x="740130" y="133264"/>
                  </a:lnTo>
                  <a:lnTo>
                    <a:pt x="695026" y="84059"/>
                  </a:lnTo>
                  <a:lnTo>
                    <a:pt x="672473" y="47155"/>
                  </a:lnTo>
                  <a:lnTo>
                    <a:pt x="668373" y="2050"/>
                  </a:lnTo>
                  <a:lnTo>
                    <a:pt x="623268" y="32803"/>
                  </a:lnTo>
                  <a:lnTo>
                    <a:pt x="569962" y="65607"/>
                  </a:lnTo>
                  <a:lnTo>
                    <a:pt x="553560" y="125063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180" name="Line 6"/>
          <p:cNvSpPr>
            <a:spLocks noChangeShapeType="1"/>
          </p:cNvSpPr>
          <p:nvPr/>
        </p:nvSpPr>
        <p:spPr bwMode="auto">
          <a:xfrm flipH="1">
            <a:off x="8077200" y="3429000"/>
            <a:ext cx="1371600" cy="304800"/>
          </a:xfrm>
          <a:prstGeom prst="line">
            <a:avLst/>
          </a:prstGeom>
          <a:noFill/>
          <a:ln w="1270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C5E885-74E0-7B17-987B-C3FB560FDD0C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43ACBC-015C-16E6-60C2-525E34A8B4A4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AA8213C-BD24-5046-C469-71544B4FB3C3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02DE3B02-2705-EF9B-90C9-EE4FCDE5FE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00ACD1F6-C1FA-6EE9-1262-097A9B1D0F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6ABBC42E-C4AC-5001-324A-27582ECDCE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73236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4" t="14398" r="10556" b="4176"/>
          <a:stretch>
            <a:fillRect/>
          </a:stretch>
        </p:blipFill>
        <p:spPr bwMode="auto">
          <a:xfrm>
            <a:off x="685800" y="160338"/>
            <a:ext cx="11506200" cy="669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AutoShape 20"/>
          <p:cNvSpPr>
            <a:spLocks noChangeArrowheads="1"/>
          </p:cNvSpPr>
          <p:nvPr/>
        </p:nvSpPr>
        <p:spPr bwMode="auto">
          <a:xfrm>
            <a:off x="4724400" y="609600"/>
            <a:ext cx="533400" cy="152400"/>
          </a:xfrm>
          <a:prstGeom prst="triangle">
            <a:avLst>
              <a:gd name="adj" fmla="val 50000"/>
            </a:avLst>
          </a:prstGeom>
          <a:solidFill>
            <a:srgbClr val="7030A0">
              <a:alpha val="45097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6" name="Text Box 12"/>
          <p:cNvSpPr txBox="1">
            <a:spLocks noChangeArrowheads="1"/>
          </p:cNvSpPr>
          <p:nvPr/>
        </p:nvSpPr>
        <p:spPr bwMode="auto">
          <a:xfrm>
            <a:off x="7912404" y="184335"/>
            <a:ext cx="20697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ln>
                  <a:solidFill>
                    <a:schemeClr val="bg1"/>
                  </a:solidFill>
                </a:ln>
              </a:rPr>
              <a:t>H/L=0.23</a:t>
            </a:r>
          </a:p>
        </p:txBody>
      </p:sp>
      <p:sp>
        <p:nvSpPr>
          <p:cNvPr id="13317" name="AutoShape 16"/>
          <p:cNvSpPr>
            <a:spLocks noChangeArrowheads="1"/>
          </p:cNvSpPr>
          <p:nvPr/>
        </p:nvSpPr>
        <p:spPr bwMode="auto">
          <a:xfrm>
            <a:off x="2209800" y="-76200"/>
            <a:ext cx="5486400" cy="14478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047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249" y="11526"/>
                </a:moveTo>
                <a:cubicBezTo>
                  <a:pt x="11114" y="11610"/>
                  <a:pt x="10958" y="11654"/>
                  <a:pt x="10800" y="11655"/>
                </a:cubicBezTo>
                <a:cubicBezTo>
                  <a:pt x="10641" y="11655"/>
                  <a:pt x="10485" y="11610"/>
                  <a:pt x="10350" y="11526"/>
                </a:cubicBezTo>
                <a:lnTo>
                  <a:pt x="5115" y="19983"/>
                </a:lnTo>
                <a:cubicBezTo>
                  <a:pt x="6823" y="21040"/>
                  <a:pt x="8791" y="21600"/>
                  <a:pt x="10800" y="21600"/>
                </a:cubicBezTo>
                <a:cubicBezTo>
                  <a:pt x="12808" y="21599"/>
                  <a:pt x="14776" y="21040"/>
                  <a:pt x="16484" y="19983"/>
                </a:cubicBezTo>
                <a:lnTo>
                  <a:pt x="11249" y="11526"/>
                </a:lnTo>
                <a:close/>
              </a:path>
            </a:pathLst>
          </a:custGeom>
          <a:solidFill>
            <a:srgbClr val="7030A0">
              <a:alpha val="58038"/>
            </a:srgbClr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17"/>
          <p:cNvSpPr>
            <a:spLocks noChangeShapeType="1"/>
          </p:cNvSpPr>
          <p:nvPr/>
        </p:nvSpPr>
        <p:spPr bwMode="auto">
          <a:xfrm>
            <a:off x="3505200" y="12954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Line 18"/>
          <p:cNvSpPr>
            <a:spLocks noChangeShapeType="1"/>
          </p:cNvSpPr>
          <p:nvPr/>
        </p:nvSpPr>
        <p:spPr bwMode="auto">
          <a:xfrm>
            <a:off x="6400800" y="12954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Line 19"/>
          <p:cNvSpPr>
            <a:spLocks noChangeShapeType="1"/>
          </p:cNvSpPr>
          <p:nvPr/>
        </p:nvSpPr>
        <p:spPr bwMode="auto">
          <a:xfrm>
            <a:off x="4953000" y="14478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285" name="Picture 21" descr="DEM"/>
          <p:cNvPicPr>
            <a:picLocks noChangeAspect="1" noChangeArrowheads="1"/>
          </p:cNvPicPr>
          <p:nvPr/>
        </p:nvPicPr>
        <p:blipFill>
          <a:blip r:embed="rId3">
            <a:lum contrast="-6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37" t="37071" r="6494" b="33473"/>
          <a:stretch>
            <a:fillRect/>
          </a:stretch>
        </p:blipFill>
        <p:spPr bwMode="auto">
          <a:xfrm>
            <a:off x="7502979" y="2816257"/>
            <a:ext cx="3611336" cy="3454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reeform 9"/>
          <p:cNvSpPr>
            <a:spLocks noChangeAspect="1"/>
          </p:cNvSpPr>
          <p:nvPr/>
        </p:nvSpPr>
        <p:spPr>
          <a:xfrm>
            <a:off x="7617671" y="3045141"/>
            <a:ext cx="3216726" cy="3041151"/>
          </a:xfrm>
          <a:custGeom>
            <a:avLst/>
            <a:gdLst>
              <a:gd name="connsiteX0" fmla="*/ 553560 w 1051765"/>
              <a:gd name="connsiteY0" fmla="*/ 125063 h 994358"/>
              <a:gd name="connsiteX1" fmla="*/ 494104 w 1051765"/>
              <a:gd name="connsiteY1" fmla="*/ 84059 h 994358"/>
              <a:gd name="connsiteX2" fmla="*/ 422346 w 1051765"/>
              <a:gd name="connsiteY2" fmla="*/ 38954 h 994358"/>
              <a:gd name="connsiteX3" fmla="*/ 348538 w 1051765"/>
              <a:gd name="connsiteY3" fmla="*/ 6150 h 994358"/>
              <a:gd name="connsiteX4" fmla="*/ 319834 w 1051765"/>
              <a:gd name="connsiteY4" fmla="*/ 0 h 994358"/>
              <a:gd name="connsiteX5" fmla="*/ 340337 w 1051765"/>
              <a:gd name="connsiteY5" fmla="*/ 45105 h 994358"/>
              <a:gd name="connsiteX6" fmla="*/ 311634 w 1051765"/>
              <a:gd name="connsiteY6" fmla="*/ 86109 h 994358"/>
              <a:gd name="connsiteX7" fmla="*/ 287031 w 1051765"/>
              <a:gd name="connsiteY7" fmla="*/ 106611 h 994358"/>
              <a:gd name="connsiteX8" fmla="*/ 282930 w 1051765"/>
              <a:gd name="connsiteY8" fmla="*/ 123013 h 994358"/>
              <a:gd name="connsiteX9" fmla="*/ 317784 w 1051765"/>
              <a:gd name="connsiteY9" fmla="*/ 123013 h 994358"/>
              <a:gd name="connsiteX10" fmla="*/ 317784 w 1051765"/>
              <a:gd name="connsiteY10" fmla="*/ 164018 h 994358"/>
              <a:gd name="connsiteX11" fmla="*/ 313684 w 1051765"/>
              <a:gd name="connsiteY11" fmla="*/ 184520 h 994358"/>
              <a:gd name="connsiteX12" fmla="*/ 280880 w 1051765"/>
              <a:gd name="connsiteY12" fmla="*/ 161967 h 994358"/>
              <a:gd name="connsiteX13" fmla="*/ 252177 w 1051765"/>
              <a:gd name="connsiteY13" fmla="*/ 155817 h 994358"/>
              <a:gd name="connsiteX14" fmla="*/ 250127 w 1051765"/>
              <a:gd name="connsiteY14" fmla="*/ 198871 h 994358"/>
              <a:gd name="connsiteX15" fmla="*/ 209122 w 1051765"/>
              <a:gd name="connsiteY15" fmla="*/ 190671 h 994358"/>
              <a:gd name="connsiteX16" fmla="*/ 186570 w 1051765"/>
              <a:gd name="connsiteY16" fmla="*/ 176319 h 994358"/>
              <a:gd name="connsiteX17" fmla="*/ 147616 w 1051765"/>
              <a:gd name="connsiteY17" fmla="*/ 213223 h 994358"/>
              <a:gd name="connsiteX18" fmla="*/ 92260 w 1051765"/>
              <a:gd name="connsiteY18" fmla="*/ 221424 h 994358"/>
              <a:gd name="connsiteX19" fmla="*/ 43054 w 1051765"/>
              <a:gd name="connsiteY19" fmla="*/ 243976 h 994358"/>
              <a:gd name="connsiteX20" fmla="*/ 96360 w 1051765"/>
              <a:gd name="connsiteY20" fmla="*/ 276780 h 994358"/>
              <a:gd name="connsiteX21" fmla="*/ 131214 w 1051765"/>
              <a:gd name="connsiteY21" fmla="*/ 317784 h 994358"/>
              <a:gd name="connsiteX22" fmla="*/ 102511 w 1051765"/>
              <a:gd name="connsiteY22" fmla="*/ 321885 h 994358"/>
              <a:gd name="connsiteX23" fmla="*/ 59456 w 1051765"/>
              <a:gd name="connsiteY23" fmla="*/ 321885 h 994358"/>
              <a:gd name="connsiteX24" fmla="*/ 102511 w 1051765"/>
              <a:gd name="connsiteY24" fmla="*/ 369040 h 994358"/>
              <a:gd name="connsiteX25" fmla="*/ 125063 w 1051765"/>
              <a:gd name="connsiteY25" fmla="*/ 379291 h 994358"/>
              <a:gd name="connsiteX26" fmla="*/ 73808 w 1051765"/>
              <a:gd name="connsiteY26" fmla="*/ 397743 h 994358"/>
              <a:gd name="connsiteX27" fmla="*/ 49205 w 1051765"/>
              <a:gd name="connsiteY27" fmla="*/ 412095 h 994358"/>
              <a:gd name="connsiteX28" fmla="*/ 6150 w 1051765"/>
              <a:gd name="connsiteY28" fmla="*/ 397743 h 994358"/>
              <a:gd name="connsiteX29" fmla="*/ 0 w 1051765"/>
              <a:gd name="connsiteY29" fmla="*/ 442848 h 994358"/>
              <a:gd name="connsiteX30" fmla="*/ 77908 w 1051765"/>
              <a:gd name="connsiteY30" fmla="*/ 522807 h 994358"/>
              <a:gd name="connsiteX31" fmla="*/ 102511 w 1051765"/>
              <a:gd name="connsiteY31" fmla="*/ 567912 h 994358"/>
              <a:gd name="connsiteX32" fmla="*/ 102511 w 1051765"/>
              <a:gd name="connsiteY32" fmla="*/ 674523 h 994358"/>
              <a:gd name="connsiteX33" fmla="*/ 161967 w 1051765"/>
              <a:gd name="connsiteY33" fmla="*/ 692975 h 994358"/>
              <a:gd name="connsiteX34" fmla="*/ 176319 w 1051765"/>
              <a:gd name="connsiteY34" fmla="*/ 748332 h 994358"/>
              <a:gd name="connsiteX35" fmla="*/ 211173 w 1051765"/>
              <a:gd name="connsiteY35" fmla="*/ 748332 h 994358"/>
              <a:gd name="connsiteX36" fmla="*/ 213223 w 1051765"/>
              <a:gd name="connsiteY36" fmla="*/ 797537 h 994358"/>
              <a:gd name="connsiteX37" fmla="*/ 225524 w 1051765"/>
              <a:gd name="connsiteY37" fmla="*/ 818039 h 994358"/>
              <a:gd name="connsiteX38" fmla="*/ 200921 w 1051765"/>
              <a:gd name="connsiteY38" fmla="*/ 873395 h 994358"/>
              <a:gd name="connsiteX39" fmla="*/ 192721 w 1051765"/>
              <a:gd name="connsiteY39" fmla="*/ 914400 h 994358"/>
              <a:gd name="connsiteX40" fmla="*/ 293182 w 1051765"/>
              <a:gd name="connsiteY40" fmla="*/ 963605 h 994358"/>
              <a:gd name="connsiteX41" fmla="*/ 387492 w 1051765"/>
              <a:gd name="connsiteY41" fmla="*/ 994358 h 994358"/>
              <a:gd name="connsiteX42" fmla="*/ 432597 w 1051765"/>
              <a:gd name="connsiteY42" fmla="*/ 969756 h 994358"/>
              <a:gd name="connsiteX43" fmla="*/ 455149 w 1051765"/>
              <a:gd name="connsiteY43" fmla="*/ 930801 h 994358"/>
              <a:gd name="connsiteX44" fmla="*/ 504355 w 1051765"/>
              <a:gd name="connsiteY44" fmla="*/ 926701 h 994358"/>
              <a:gd name="connsiteX45" fmla="*/ 524857 w 1051765"/>
              <a:gd name="connsiteY45" fmla="*/ 943103 h 994358"/>
              <a:gd name="connsiteX46" fmla="*/ 526907 w 1051765"/>
              <a:gd name="connsiteY46" fmla="*/ 924651 h 994358"/>
              <a:gd name="connsiteX47" fmla="*/ 531008 w 1051765"/>
              <a:gd name="connsiteY47" fmla="*/ 910299 h 994358"/>
              <a:gd name="connsiteX48" fmla="*/ 531008 w 1051765"/>
              <a:gd name="connsiteY48" fmla="*/ 910299 h 994358"/>
              <a:gd name="connsiteX49" fmla="*/ 520756 w 1051765"/>
              <a:gd name="connsiteY49" fmla="*/ 895948 h 994358"/>
              <a:gd name="connsiteX50" fmla="*/ 518706 w 1051765"/>
              <a:gd name="connsiteY50" fmla="*/ 887747 h 994358"/>
              <a:gd name="connsiteX51" fmla="*/ 510505 w 1051765"/>
              <a:gd name="connsiteY51" fmla="*/ 879546 h 994358"/>
              <a:gd name="connsiteX52" fmla="*/ 506405 w 1051765"/>
              <a:gd name="connsiteY52" fmla="*/ 873395 h 994358"/>
              <a:gd name="connsiteX53" fmla="*/ 506405 w 1051765"/>
              <a:gd name="connsiteY53" fmla="*/ 873395 h 994358"/>
              <a:gd name="connsiteX54" fmla="*/ 547409 w 1051765"/>
              <a:gd name="connsiteY54" fmla="*/ 869295 h 994358"/>
              <a:gd name="connsiteX55" fmla="*/ 621217 w 1051765"/>
              <a:gd name="connsiteY55" fmla="*/ 930801 h 994358"/>
              <a:gd name="connsiteX56" fmla="*/ 654021 w 1051765"/>
              <a:gd name="connsiteY56" fmla="*/ 992308 h 994358"/>
              <a:gd name="connsiteX57" fmla="*/ 670423 w 1051765"/>
              <a:gd name="connsiteY57" fmla="*/ 951304 h 994358"/>
              <a:gd name="connsiteX58" fmla="*/ 649921 w 1051765"/>
              <a:gd name="connsiteY58" fmla="*/ 908249 h 994358"/>
              <a:gd name="connsiteX59" fmla="*/ 664272 w 1051765"/>
              <a:gd name="connsiteY59" fmla="*/ 830340 h 994358"/>
              <a:gd name="connsiteX60" fmla="*/ 699126 w 1051765"/>
              <a:gd name="connsiteY60" fmla="*/ 863144 h 994358"/>
              <a:gd name="connsiteX61" fmla="*/ 752432 w 1051765"/>
              <a:gd name="connsiteY61" fmla="*/ 861094 h 994358"/>
              <a:gd name="connsiteX62" fmla="*/ 820089 w 1051765"/>
              <a:gd name="connsiteY62" fmla="*/ 865194 h 994358"/>
              <a:gd name="connsiteX63" fmla="*/ 889797 w 1051765"/>
              <a:gd name="connsiteY63" fmla="*/ 906199 h 994358"/>
              <a:gd name="connsiteX64" fmla="*/ 908249 w 1051765"/>
              <a:gd name="connsiteY64" fmla="*/ 797537 h 994358"/>
              <a:gd name="connsiteX65" fmla="*/ 922600 w 1051765"/>
              <a:gd name="connsiteY65" fmla="*/ 707327 h 994358"/>
              <a:gd name="connsiteX66" fmla="*/ 904148 w 1051765"/>
              <a:gd name="connsiteY66" fmla="*/ 629419 h 994358"/>
              <a:gd name="connsiteX67" fmla="*/ 957454 w 1051765"/>
              <a:gd name="connsiteY67" fmla="*/ 666323 h 994358"/>
              <a:gd name="connsiteX68" fmla="*/ 1018961 w 1051765"/>
              <a:gd name="connsiteY68" fmla="*/ 660172 h 994358"/>
              <a:gd name="connsiteX69" fmla="*/ 1051765 w 1051765"/>
              <a:gd name="connsiteY69" fmla="*/ 660172 h 994358"/>
              <a:gd name="connsiteX70" fmla="*/ 980007 w 1051765"/>
              <a:gd name="connsiteY70" fmla="*/ 578163 h 994358"/>
              <a:gd name="connsiteX71" fmla="*/ 908249 w 1051765"/>
              <a:gd name="connsiteY71" fmla="*/ 526907 h 994358"/>
              <a:gd name="connsiteX72" fmla="*/ 873395 w 1051765"/>
              <a:gd name="connsiteY72" fmla="*/ 475652 h 994358"/>
              <a:gd name="connsiteX73" fmla="*/ 932852 w 1051765"/>
              <a:gd name="connsiteY73" fmla="*/ 459250 h 994358"/>
              <a:gd name="connsiteX74" fmla="*/ 945153 w 1051765"/>
              <a:gd name="connsiteY74" fmla="*/ 428497 h 994358"/>
              <a:gd name="connsiteX75" fmla="*/ 939002 w 1051765"/>
              <a:gd name="connsiteY75" fmla="*/ 369040 h 994358"/>
              <a:gd name="connsiteX76" fmla="*/ 988208 w 1051765"/>
              <a:gd name="connsiteY76" fmla="*/ 330086 h 994358"/>
              <a:gd name="connsiteX77" fmla="*/ 990258 w 1051765"/>
              <a:gd name="connsiteY77" fmla="*/ 309584 h 994358"/>
              <a:gd name="connsiteX78" fmla="*/ 861094 w 1051765"/>
              <a:gd name="connsiteY78" fmla="*/ 276780 h 994358"/>
              <a:gd name="connsiteX79" fmla="*/ 795487 w 1051765"/>
              <a:gd name="connsiteY79" fmla="*/ 248077 h 994358"/>
              <a:gd name="connsiteX80" fmla="*/ 740130 w 1051765"/>
              <a:gd name="connsiteY80" fmla="*/ 219374 h 994358"/>
              <a:gd name="connsiteX81" fmla="*/ 738080 w 1051765"/>
              <a:gd name="connsiteY81" fmla="*/ 155817 h 994358"/>
              <a:gd name="connsiteX82" fmla="*/ 740130 w 1051765"/>
              <a:gd name="connsiteY82" fmla="*/ 133264 h 994358"/>
              <a:gd name="connsiteX83" fmla="*/ 695026 w 1051765"/>
              <a:gd name="connsiteY83" fmla="*/ 84059 h 994358"/>
              <a:gd name="connsiteX84" fmla="*/ 672473 w 1051765"/>
              <a:gd name="connsiteY84" fmla="*/ 47155 h 994358"/>
              <a:gd name="connsiteX85" fmla="*/ 668373 w 1051765"/>
              <a:gd name="connsiteY85" fmla="*/ 2050 h 994358"/>
              <a:gd name="connsiteX86" fmla="*/ 623268 w 1051765"/>
              <a:gd name="connsiteY86" fmla="*/ 32803 h 994358"/>
              <a:gd name="connsiteX87" fmla="*/ 569962 w 1051765"/>
              <a:gd name="connsiteY87" fmla="*/ 65607 h 994358"/>
              <a:gd name="connsiteX88" fmla="*/ 553560 w 1051765"/>
              <a:gd name="connsiteY88" fmla="*/ 125063 h 99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051765" h="994358">
                <a:moveTo>
                  <a:pt x="553560" y="125063"/>
                </a:moveTo>
                <a:lnTo>
                  <a:pt x="494104" y="84059"/>
                </a:lnTo>
                <a:lnTo>
                  <a:pt x="422346" y="38954"/>
                </a:lnTo>
                <a:lnTo>
                  <a:pt x="348538" y="6150"/>
                </a:lnTo>
                <a:lnTo>
                  <a:pt x="319834" y="0"/>
                </a:lnTo>
                <a:lnTo>
                  <a:pt x="340337" y="45105"/>
                </a:lnTo>
                <a:lnTo>
                  <a:pt x="311634" y="86109"/>
                </a:lnTo>
                <a:lnTo>
                  <a:pt x="287031" y="106611"/>
                </a:lnTo>
                <a:lnTo>
                  <a:pt x="282930" y="123013"/>
                </a:lnTo>
                <a:lnTo>
                  <a:pt x="317784" y="123013"/>
                </a:lnTo>
                <a:lnTo>
                  <a:pt x="317784" y="164018"/>
                </a:lnTo>
                <a:lnTo>
                  <a:pt x="313684" y="184520"/>
                </a:lnTo>
                <a:lnTo>
                  <a:pt x="280880" y="161967"/>
                </a:lnTo>
                <a:lnTo>
                  <a:pt x="252177" y="155817"/>
                </a:lnTo>
                <a:lnTo>
                  <a:pt x="250127" y="198871"/>
                </a:lnTo>
                <a:lnTo>
                  <a:pt x="209122" y="190671"/>
                </a:lnTo>
                <a:lnTo>
                  <a:pt x="186570" y="176319"/>
                </a:lnTo>
                <a:lnTo>
                  <a:pt x="147616" y="213223"/>
                </a:lnTo>
                <a:lnTo>
                  <a:pt x="92260" y="221424"/>
                </a:lnTo>
                <a:lnTo>
                  <a:pt x="43054" y="243976"/>
                </a:lnTo>
                <a:lnTo>
                  <a:pt x="96360" y="276780"/>
                </a:lnTo>
                <a:lnTo>
                  <a:pt x="131214" y="317784"/>
                </a:lnTo>
                <a:lnTo>
                  <a:pt x="102511" y="321885"/>
                </a:lnTo>
                <a:lnTo>
                  <a:pt x="59456" y="321885"/>
                </a:lnTo>
                <a:lnTo>
                  <a:pt x="102511" y="369040"/>
                </a:lnTo>
                <a:lnTo>
                  <a:pt x="125063" y="379291"/>
                </a:lnTo>
                <a:lnTo>
                  <a:pt x="73808" y="397743"/>
                </a:lnTo>
                <a:lnTo>
                  <a:pt x="49205" y="412095"/>
                </a:lnTo>
                <a:lnTo>
                  <a:pt x="6150" y="397743"/>
                </a:lnTo>
                <a:lnTo>
                  <a:pt x="0" y="442848"/>
                </a:lnTo>
                <a:lnTo>
                  <a:pt x="77908" y="522807"/>
                </a:lnTo>
                <a:lnTo>
                  <a:pt x="102511" y="567912"/>
                </a:lnTo>
                <a:lnTo>
                  <a:pt x="102511" y="674523"/>
                </a:lnTo>
                <a:lnTo>
                  <a:pt x="161967" y="692975"/>
                </a:lnTo>
                <a:lnTo>
                  <a:pt x="176319" y="748332"/>
                </a:lnTo>
                <a:lnTo>
                  <a:pt x="211173" y="748332"/>
                </a:lnTo>
                <a:cubicBezTo>
                  <a:pt x="211856" y="764734"/>
                  <a:pt x="212540" y="781135"/>
                  <a:pt x="213223" y="797537"/>
                </a:cubicBezTo>
                <a:lnTo>
                  <a:pt x="225524" y="818039"/>
                </a:lnTo>
                <a:lnTo>
                  <a:pt x="200921" y="873395"/>
                </a:lnTo>
                <a:lnTo>
                  <a:pt x="192721" y="914400"/>
                </a:lnTo>
                <a:lnTo>
                  <a:pt x="293182" y="963605"/>
                </a:lnTo>
                <a:lnTo>
                  <a:pt x="387492" y="994358"/>
                </a:lnTo>
                <a:lnTo>
                  <a:pt x="432597" y="969756"/>
                </a:lnTo>
                <a:lnTo>
                  <a:pt x="455149" y="930801"/>
                </a:lnTo>
                <a:lnTo>
                  <a:pt x="504355" y="926701"/>
                </a:lnTo>
                <a:lnTo>
                  <a:pt x="524857" y="943103"/>
                </a:lnTo>
                <a:cubicBezTo>
                  <a:pt x="525540" y="936952"/>
                  <a:pt x="525693" y="930719"/>
                  <a:pt x="526907" y="924651"/>
                </a:cubicBezTo>
                <a:cubicBezTo>
                  <a:pt x="531224" y="903066"/>
                  <a:pt x="531008" y="918037"/>
                  <a:pt x="531008" y="910299"/>
                </a:cubicBezTo>
                <a:lnTo>
                  <a:pt x="531008" y="910299"/>
                </a:lnTo>
                <a:cubicBezTo>
                  <a:pt x="527591" y="905515"/>
                  <a:pt x="523571" y="901109"/>
                  <a:pt x="520756" y="895948"/>
                </a:cubicBezTo>
                <a:cubicBezTo>
                  <a:pt x="519407" y="893474"/>
                  <a:pt x="520199" y="890136"/>
                  <a:pt x="518706" y="887747"/>
                </a:cubicBezTo>
                <a:cubicBezTo>
                  <a:pt x="516657" y="884469"/>
                  <a:pt x="512649" y="882763"/>
                  <a:pt x="510505" y="879546"/>
                </a:cubicBezTo>
                <a:lnTo>
                  <a:pt x="506405" y="873395"/>
                </a:lnTo>
                <a:lnTo>
                  <a:pt x="506405" y="873395"/>
                </a:lnTo>
                <a:lnTo>
                  <a:pt x="547409" y="869295"/>
                </a:lnTo>
                <a:lnTo>
                  <a:pt x="621217" y="930801"/>
                </a:lnTo>
                <a:lnTo>
                  <a:pt x="654021" y="992308"/>
                </a:lnTo>
                <a:lnTo>
                  <a:pt x="670423" y="951304"/>
                </a:lnTo>
                <a:lnTo>
                  <a:pt x="649921" y="908249"/>
                </a:lnTo>
                <a:lnTo>
                  <a:pt x="664272" y="830340"/>
                </a:lnTo>
                <a:lnTo>
                  <a:pt x="699126" y="863144"/>
                </a:lnTo>
                <a:lnTo>
                  <a:pt x="752432" y="861094"/>
                </a:lnTo>
                <a:lnTo>
                  <a:pt x="820089" y="865194"/>
                </a:lnTo>
                <a:lnTo>
                  <a:pt x="889797" y="906199"/>
                </a:lnTo>
                <a:lnTo>
                  <a:pt x="908249" y="797537"/>
                </a:lnTo>
                <a:lnTo>
                  <a:pt x="922600" y="707327"/>
                </a:lnTo>
                <a:lnTo>
                  <a:pt x="904148" y="629419"/>
                </a:lnTo>
                <a:lnTo>
                  <a:pt x="957454" y="666323"/>
                </a:lnTo>
                <a:lnTo>
                  <a:pt x="1018961" y="660172"/>
                </a:lnTo>
                <a:lnTo>
                  <a:pt x="1051765" y="660172"/>
                </a:lnTo>
                <a:lnTo>
                  <a:pt x="980007" y="578163"/>
                </a:lnTo>
                <a:lnTo>
                  <a:pt x="908249" y="526907"/>
                </a:lnTo>
                <a:lnTo>
                  <a:pt x="873395" y="475652"/>
                </a:lnTo>
                <a:lnTo>
                  <a:pt x="932852" y="459250"/>
                </a:lnTo>
                <a:lnTo>
                  <a:pt x="945153" y="428497"/>
                </a:lnTo>
                <a:lnTo>
                  <a:pt x="939002" y="369040"/>
                </a:lnTo>
                <a:lnTo>
                  <a:pt x="988208" y="330086"/>
                </a:lnTo>
                <a:lnTo>
                  <a:pt x="990258" y="309584"/>
                </a:lnTo>
                <a:lnTo>
                  <a:pt x="861094" y="276780"/>
                </a:lnTo>
                <a:lnTo>
                  <a:pt x="795487" y="248077"/>
                </a:lnTo>
                <a:lnTo>
                  <a:pt x="740130" y="219374"/>
                </a:lnTo>
                <a:cubicBezTo>
                  <a:pt x="739447" y="198188"/>
                  <a:pt x="738763" y="177003"/>
                  <a:pt x="738080" y="155817"/>
                </a:cubicBezTo>
                <a:lnTo>
                  <a:pt x="740130" y="133264"/>
                </a:lnTo>
                <a:lnTo>
                  <a:pt x="695026" y="84059"/>
                </a:lnTo>
                <a:lnTo>
                  <a:pt x="672473" y="47155"/>
                </a:lnTo>
                <a:lnTo>
                  <a:pt x="668373" y="2050"/>
                </a:lnTo>
                <a:lnTo>
                  <a:pt x="623268" y="32803"/>
                </a:lnTo>
                <a:lnTo>
                  <a:pt x="569962" y="65607"/>
                </a:lnTo>
                <a:lnTo>
                  <a:pt x="553560" y="125063"/>
                </a:lnTo>
                <a:close/>
              </a:path>
            </a:pathLst>
          </a:custGeom>
          <a:solidFill>
            <a:srgbClr val="7030A0"/>
          </a:solidFill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8E3B4A-157E-3062-1E89-467B8AD5000E}"/>
              </a:ext>
            </a:extLst>
          </p:cNvPr>
          <p:cNvCxnSpPr>
            <a:cxnSpLocks/>
            <a:stCxn id="13315" idx="0"/>
          </p:cNvCxnSpPr>
          <p:nvPr/>
        </p:nvCxnSpPr>
        <p:spPr>
          <a:xfrm>
            <a:off x="4991100" y="609600"/>
            <a:ext cx="1409700" cy="0"/>
          </a:xfrm>
          <a:prstGeom prst="line">
            <a:avLst/>
          </a:prstGeom>
          <a:ln w="381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08D49E-DDA9-ABCB-755F-D4390625D6ED}"/>
              </a:ext>
            </a:extLst>
          </p:cNvPr>
          <p:cNvCxnSpPr>
            <a:cxnSpLocks/>
          </p:cNvCxnSpPr>
          <p:nvPr/>
        </p:nvCxnSpPr>
        <p:spPr>
          <a:xfrm flipV="1">
            <a:off x="6400800" y="609600"/>
            <a:ext cx="0" cy="588264"/>
          </a:xfrm>
          <a:prstGeom prst="line">
            <a:avLst/>
          </a:prstGeom>
          <a:ln w="381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B15FAB-6EC4-E592-C090-84240FE40BDC}"/>
              </a:ext>
            </a:extLst>
          </p:cNvPr>
          <p:cNvSpPr txBox="1"/>
          <p:nvPr/>
        </p:nvSpPr>
        <p:spPr>
          <a:xfrm>
            <a:off x="5233323" y="272534"/>
            <a:ext cx="112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12700">
                  <a:solidFill>
                    <a:schemeClr val="bg1"/>
                  </a:solidFill>
                </a:ln>
              </a:rPr>
              <a:t>Length (L)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3B5996-FB79-3C5B-EC2F-0907B2A94C91}"/>
              </a:ext>
            </a:extLst>
          </p:cNvPr>
          <p:cNvSpPr txBox="1"/>
          <p:nvPr/>
        </p:nvSpPr>
        <p:spPr>
          <a:xfrm>
            <a:off x="6432559" y="734199"/>
            <a:ext cx="1155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</a:rPr>
              <a:t>Height (H)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9EF59D-C4BA-0565-C793-36DB508BFD19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9AEB128-F63A-3910-207A-D8F4EECE4CAF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C7F284-B42E-2B17-4914-D4BD8B1F4685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6" name="Picture 5" descr="USGS.png">
                <a:extLst>
                  <a:ext uri="{FF2B5EF4-FFF2-40B4-BE49-F238E27FC236}">
                    <a16:creationId xmlns:a16="http://schemas.microsoft.com/office/drawing/2014/main" id="{5E763AD2-95B9-7484-626D-3FF8BC2A0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7" name="Picture 6" descr="Horizontal_CMYK_600.tif">
                <a:extLst>
                  <a:ext uri="{FF2B5EF4-FFF2-40B4-BE49-F238E27FC236}">
                    <a16:creationId xmlns:a16="http://schemas.microsoft.com/office/drawing/2014/main" id="{523C7A80-6473-4488-88AD-C1C77929DC0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2C5B919-F7F8-813C-2A0C-80CCCDD5F7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6303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186543" y="-3407229"/>
            <a:ext cx="10112829" cy="8360229"/>
            <a:chOff x="990600" y="0"/>
            <a:chExt cx="7391400" cy="6236208"/>
          </a:xfrm>
        </p:grpSpPr>
        <p:grpSp>
          <p:nvGrpSpPr>
            <p:cNvPr id="9" name="Group 8"/>
            <p:cNvGrpSpPr/>
            <p:nvPr/>
          </p:nvGrpSpPr>
          <p:grpSpPr>
            <a:xfrm>
              <a:off x="1353321" y="217714"/>
              <a:ext cx="6446511" cy="6018494"/>
              <a:chOff x="1353321" y="217714"/>
              <a:chExt cx="6446511" cy="6018494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 rotWithShape="1">
              <a:blip r:embed="rId2"/>
              <a:srcRect l="24092" t="18720" r="24078" b="10265"/>
              <a:stretch/>
            </p:blipFill>
            <p:spPr>
              <a:xfrm>
                <a:off x="1353321" y="217714"/>
                <a:ext cx="6437358" cy="6008915"/>
              </a:xfrm>
              <a:prstGeom prst="rect">
                <a:avLst/>
              </a:prstGeom>
            </p:spPr>
          </p:pic>
          <p:sp>
            <p:nvSpPr>
              <p:cNvPr id="4" name="Freeform 3"/>
              <p:cNvSpPr/>
              <p:nvPr/>
            </p:nvSpPr>
            <p:spPr>
              <a:xfrm>
                <a:off x="2578608" y="420624"/>
                <a:ext cx="5221224" cy="5815584"/>
              </a:xfrm>
              <a:custGeom>
                <a:avLst/>
                <a:gdLst>
                  <a:gd name="connsiteX0" fmla="*/ 5202936 w 5221224"/>
                  <a:gd name="connsiteY0" fmla="*/ 603504 h 5815584"/>
                  <a:gd name="connsiteX1" fmla="*/ 4773168 w 5221224"/>
                  <a:gd name="connsiteY1" fmla="*/ 420624 h 5815584"/>
                  <a:gd name="connsiteX2" fmla="*/ 4535424 w 5221224"/>
                  <a:gd name="connsiteY2" fmla="*/ 137160 h 5815584"/>
                  <a:gd name="connsiteX3" fmla="*/ 4288536 w 5221224"/>
                  <a:gd name="connsiteY3" fmla="*/ 0 h 5815584"/>
                  <a:gd name="connsiteX4" fmla="*/ 3950208 w 5221224"/>
                  <a:gd name="connsiteY4" fmla="*/ 36576 h 5815584"/>
                  <a:gd name="connsiteX5" fmla="*/ 3895344 w 5221224"/>
                  <a:gd name="connsiteY5" fmla="*/ 374904 h 5815584"/>
                  <a:gd name="connsiteX6" fmla="*/ 4169664 w 5221224"/>
                  <a:gd name="connsiteY6" fmla="*/ 512064 h 5815584"/>
                  <a:gd name="connsiteX7" fmla="*/ 4270248 w 5221224"/>
                  <a:gd name="connsiteY7" fmla="*/ 722376 h 5815584"/>
                  <a:gd name="connsiteX8" fmla="*/ 4334256 w 5221224"/>
                  <a:gd name="connsiteY8" fmla="*/ 1014984 h 5815584"/>
                  <a:gd name="connsiteX9" fmla="*/ 4224528 w 5221224"/>
                  <a:gd name="connsiteY9" fmla="*/ 1216152 h 5815584"/>
                  <a:gd name="connsiteX10" fmla="*/ 3931920 w 5221224"/>
                  <a:gd name="connsiteY10" fmla="*/ 1380744 h 5815584"/>
                  <a:gd name="connsiteX11" fmla="*/ 3730752 w 5221224"/>
                  <a:gd name="connsiteY11" fmla="*/ 1627632 h 5815584"/>
                  <a:gd name="connsiteX12" fmla="*/ 3566160 w 5221224"/>
                  <a:gd name="connsiteY12" fmla="*/ 1746504 h 5815584"/>
                  <a:gd name="connsiteX13" fmla="*/ 3511296 w 5221224"/>
                  <a:gd name="connsiteY13" fmla="*/ 1911096 h 5815584"/>
                  <a:gd name="connsiteX14" fmla="*/ 3602736 w 5221224"/>
                  <a:gd name="connsiteY14" fmla="*/ 2084832 h 5815584"/>
                  <a:gd name="connsiteX15" fmla="*/ 3721608 w 5221224"/>
                  <a:gd name="connsiteY15" fmla="*/ 2221992 h 5815584"/>
                  <a:gd name="connsiteX16" fmla="*/ 3931920 w 5221224"/>
                  <a:gd name="connsiteY16" fmla="*/ 2148840 h 5815584"/>
                  <a:gd name="connsiteX17" fmla="*/ 4078224 w 5221224"/>
                  <a:gd name="connsiteY17" fmla="*/ 2048256 h 5815584"/>
                  <a:gd name="connsiteX18" fmla="*/ 4123944 w 5221224"/>
                  <a:gd name="connsiteY18" fmla="*/ 2075688 h 5815584"/>
                  <a:gd name="connsiteX19" fmla="*/ 4014216 w 5221224"/>
                  <a:gd name="connsiteY19" fmla="*/ 2231136 h 5815584"/>
                  <a:gd name="connsiteX20" fmla="*/ 3986784 w 5221224"/>
                  <a:gd name="connsiteY20" fmla="*/ 2331720 h 5815584"/>
                  <a:gd name="connsiteX21" fmla="*/ 4096512 w 5221224"/>
                  <a:gd name="connsiteY21" fmla="*/ 2505456 h 5815584"/>
                  <a:gd name="connsiteX22" fmla="*/ 4014216 w 5221224"/>
                  <a:gd name="connsiteY22" fmla="*/ 2505456 h 5815584"/>
                  <a:gd name="connsiteX23" fmla="*/ 3867912 w 5221224"/>
                  <a:gd name="connsiteY23" fmla="*/ 2322576 h 5815584"/>
                  <a:gd name="connsiteX24" fmla="*/ 3694176 w 5221224"/>
                  <a:gd name="connsiteY24" fmla="*/ 2286000 h 5815584"/>
                  <a:gd name="connsiteX25" fmla="*/ 3566160 w 5221224"/>
                  <a:gd name="connsiteY25" fmla="*/ 2258568 h 5815584"/>
                  <a:gd name="connsiteX26" fmla="*/ 3474720 w 5221224"/>
                  <a:gd name="connsiteY26" fmla="*/ 2139696 h 5815584"/>
                  <a:gd name="connsiteX27" fmla="*/ 3355848 w 5221224"/>
                  <a:gd name="connsiteY27" fmla="*/ 2039112 h 5815584"/>
                  <a:gd name="connsiteX28" fmla="*/ 3191256 w 5221224"/>
                  <a:gd name="connsiteY28" fmla="*/ 2039112 h 5815584"/>
                  <a:gd name="connsiteX29" fmla="*/ 2980944 w 5221224"/>
                  <a:gd name="connsiteY29" fmla="*/ 2103120 h 5815584"/>
                  <a:gd name="connsiteX30" fmla="*/ 2715768 w 5221224"/>
                  <a:gd name="connsiteY30" fmla="*/ 2276856 h 5815584"/>
                  <a:gd name="connsiteX31" fmla="*/ 2487168 w 5221224"/>
                  <a:gd name="connsiteY31" fmla="*/ 2386584 h 5815584"/>
                  <a:gd name="connsiteX32" fmla="*/ 2386584 w 5221224"/>
                  <a:gd name="connsiteY32" fmla="*/ 2450592 h 5815584"/>
                  <a:gd name="connsiteX33" fmla="*/ 2258568 w 5221224"/>
                  <a:gd name="connsiteY33" fmla="*/ 2606040 h 5815584"/>
                  <a:gd name="connsiteX34" fmla="*/ 2130552 w 5221224"/>
                  <a:gd name="connsiteY34" fmla="*/ 2752344 h 5815584"/>
                  <a:gd name="connsiteX35" fmla="*/ 2048256 w 5221224"/>
                  <a:gd name="connsiteY35" fmla="*/ 2907792 h 5815584"/>
                  <a:gd name="connsiteX36" fmla="*/ 1965960 w 5221224"/>
                  <a:gd name="connsiteY36" fmla="*/ 3035808 h 5815584"/>
                  <a:gd name="connsiteX37" fmla="*/ 1664208 w 5221224"/>
                  <a:gd name="connsiteY37" fmla="*/ 2990088 h 5815584"/>
                  <a:gd name="connsiteX38" fmla="*/ 1380744 w 5221224"/>
                  <a:gd name="connsiteY38" fmla="*/ 2990088 h 5815584"/>
                  <a:gd name="connsiteX39" fmla="*/ 1161288 w 5221224"/>
                  <a:gd name="connsiteY39" fmla="*/ 3081528 h 5815584"/>
                  <a:gd name="connsiteX40" fmla="*/ 1069848 w 5221224"/>
                  <a:gd name="connsiteY40" fmla="*/ 3172968 h 5815584"/>
                  <a:gd name="connsiteX41" fmla="*/ 841248 w 5221224"/>
                  <a:gd name="connsiteY41" fmla="*/ 3200400 h 5815584"/>
                  <a:gd name="connsiteX42" fmla="*/ 658368 w 5221224"/>
                  <a:gd name="connsiteY42" fmla="*/ 3273552 h 5815584"/>
                  <a:gd name="connsiteX43" fmla="*/ 566928 w 5221224"/>
                  <a:gd name="connsiteY43" fmla="*/ 3319272 h 5815584"/>
                  <a:gd name="connsiteX44" fmla="*/ 512064 w 5221224"/>
                  <a:gd name="connsiteY44" fmla="*/ 3474720 h 5815584"/>
                  <a:gd name="connsiteX45" fmla="*/ 512064 w 5221224"/>
                  <a:gd name="connsiteY45" fmla="*/ 3557016 h 5815584"/>
                  <a:gd name="connsiteX46" fmla="*/ 667512 w 5221224"/>
                  <a:gd name="connsiteY46" fmla="*/ 3648456 h 5815584"/>
                  <a:gd name="connsiteX47" fmla="*/ 868680 w 5221224"/>
                  <a:gd name="connsiteY47" fmla="*/ 3739896 h 5815584"/>
                  <a:gd name="connsiteX48" fmla="*/ 1024128 w 5221224"/>
                  <a:gd name="connsiteY48" fmla="*/ 3813048 h 5815584"/>
                  <a:gd name="connsiteX49" fmla="*/ 1252728 w 5221224"/>
                  <a:gd name="connsiteY49" fmla="*/ 4023360 h 5815584"/>
                  <a:gd name="connsiteX50" fmla="*/ 1408176 w 5221224"/>
                  <a:gd name="connsiteY50" fmla="*/ 4123944 h 5815584"/>
                  <a:gd name="connsiteX51" fmla="*/ 1490472 w 5221224"/>
                  <a:gd name="connsiteY51" fmla="*/ 4178808 h 5815584"/>
                  <a:gd name="connsiteX52" fmla="*/ 1490472 w 5221224"/>
                  <a:gd name="connsiteY52" fmla="*/ 4270248 h 5815584"/>
                  <a:gd name="connsiteX53" fmla="*/ 1572768 w 5221224"/>
                  <a:gd name="connsiteY53" fmla="*/ 4389120 h 5815584"/>
                  <a:gd name="connsiteX54" fmla="*/ 1481328 w 5221224"/>
                  <a:gd name="connsiteY54" fmla="*/ 4443984 h 5815584"/>
                  <a:gd name="connsiteX55" fmla="*/ 1179576 w 5221224"/>
                  <a:gd name="connsiteY55" fmla="*/ 4379976 h 5815584"/>
                  <a:gd name="connsiteX56" fmla="*/ 896112 w 5221224"/>
                  <a:gd name="connsiteY56" fmla="*/ 4379976 h 5815584"/>
                  <a:gd name="connsiteX57" fmla="*/ 667512 w 5221224"/>
                  <a:gd name="connsiteY57" fmla="*/ 4425696 h 5815584"/>
                  <a:gd name="connsiteX58" fmla="*/ 548640 w 5221224"/>
                  <a:gd name="connsiteY58" fmla="*/ 4517136 h 5815584"/>
                  <a:gd name="connsiteX59" fmla="*/ 777240 w 5221224"/>
                  <a:gd name="connsiteY59" fmla="*/ 4626864 h 5815584"/>
                  <a:gd name="connsiteX60" fmla="*/ 932688 w 5221224"/>
                  <a:gd name="connsiteY60" fmla="*/ 4745736 h 5815584"/>
                  <a:gd name="connsiteX61" fmla="*/ 1014984 w 5221224"/>
                  <a:gd name="connsiteY61" fmla="*/ 4782312 h 5815584"/>
                  <a:gd name="connsiteX62" fmla="*/ 886968 w 5221224"/>
                  <a:gd name="connsiteY62" fmla="*/ 4919472 h 5815584"/>
                  <a:gd name="connsiteX63" fmla="*/ 1152144 w 5221224"/>
                  <a:gd name="connsiteY63" fmla="*/ 5029200 h 5815584"/>
                  <a:gd name="connsiteX64" fmla="*/ 1353312 w 5221224"/>
                  <a:gd name="connsiteY64" fmla="*/ 5157216 h 5815584"/>
                  <a:gd name="connsiteX65" fmla="*/ 1289304 w 5221224"/>
                  <a:gd name="connsiteY65" fmla="*/ 5266944 h 5815584"/>
                  <a:gd name="connsiteX66" fmla="*/ 1088136 w 5221224"/>
                  <a:gd name="connsiteY66" fmla="*/ 5266944 h 5815584"/>
                  <a:gd name="connsiteX67" fmla="*/ 896112 w 5221224"/>
                  <a:gd name="connsiteY67" fmla="*/ 5358384 h 5815584"/>
                  <a:gd name="connsiteX68" fmla="*/ 786384 w 5221224"/>
                  <a:gd name="connsiteY68" fmla="*/ 5431536 h 5815584"/>
                  <a:gd name="connsiteX69" fmla="*/ 548640 w 5221224"/>
                  <a:gd name="connsiteY69" fmla="*/ 5358384 h 5815584"/>
                  <a:gd name="connsiteX70" fmla="*/ 155448 w 5221224"/>
                  <a:gd name="connsiteY70" fmla="*/ 5358384 h 5815584"/>
                  <a:gd name="connsiteX71" fmla="*/ 36576 w 5221224"/>
                  <a:gd name="connsiteY71" fmla="*/ 5367528 h 5815584"/>
                  <a:gd name="connsiteX72" fmla="*/ 18288 w 5221224"/>
                  <a:gd name="connsiteY72" fmla="*/ 5586984 h 5815584"/>
                  <a:gd name="connsiteX73" fmla="*/ 0 w 5221224"/>
                  <a:gd name="connsiteY73" fmla="*/ 5815584 h 5815584"/>
                  <a:gd name="connsiteX74" fmla="*/ 5221224 w 5221224"/>
                  <a:gd name="connsiteY74" fmla="*/ 5788152 h 5815584"/>
                  <a:gd name="connsiteX75" fmla="*/ 5202936 w 5221224"/>
                  <a:gd name="connsiteY75" fmla="*/ 603504 h 5815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5221224" h="5815584">
                    <a:moveTo>
                      <a:pt x="5202936" y="603504"/>
                    </a:moveTo>
                    <a:lnTo>
                      <a:pt x="4773168" y="420624"/>
                    </a:lnTo>
                    <a:lnTo>
                      <a:pt x="4535424" y="137160"/>
                    </a:lnTo>
                    <a:lnTo>
                      <a:pt x="4288536" y="0"/>
                    </a:lnTo>
                    <a:lnTo>
                      <a:pt x="3950208" y="36576"/>
                    </a:lnTo>
                    <a:lnTo>
                      <a:pt x="3895344" y="374904"/>
                    </a:lnTo>
                    <a:lnTo>
                      <a:pt x="4169664" y="512064"/>
                    </a:lnTo>
                    <a:lnTo>
                      <a:pt x="4270248" y="722376"/>
                    </a:lnTo>
                    <a:lnTo>
                      <a:pt x="4334256" y="1014984"/>
                    </a:lnTo>
                    <a:lnTo>
                      <a:pt x="4224528" y="1216152"/>
                    </a:lnTo>
                    <a:lnTo>
                      <a:pt x="3931920" y="1380744"/>
                    </a:lnTo>
                    <a:lnTo>
                      <a:pt x="3730752" y="1627632"/>
                    </a:lnTo>
                    <a:lnTo>
                      <a:pt x="3566160" y="1746504"/>
                    </a:lnTo>
                    <a:lnTo>
                      <a:pt x="3511296" y="1911096"/>
                    </a:lnTo>
                    <a:lnTo>
                      <a:pt x="3602736" y="2084832"/>
                    </a:lnTo>
                    <a:lnTo>
                      <a:pt x="3721608" y="2221992"/>
                    </a:lnTo>
                    <a:lnTo>
                      <a:pt x="3931920" y="2148840"/>
                    </a:lnTo>
                    <a:lnTo>
                      <a:pt x="4078224" y="2048256"/>
                    </a:lnTo>
                    <a:lnTo>
                      <a:pt x="4123944" y="2075688"/>
                    </a:lnTo>
                    <a:lnTo>
                      <a:pt x="4014216" y="2231136"/>
                    </a:lnTo>
                    <a:lnTo>
                      <a:pt x="3986784" y="2331720"/>
                    </a:lnTo>
                    <a:lnTo>
                      <a:pt x="4096512" y="2505456"/>
                    </a:lnTo>
                    <a:lnTo>
                      <a:pt x="4014216" y="2505456"/>
                    </a:lnTo>
                    <a:lnTo>
                      <a:pt x="3867912" y="2322576"/>
                    </a:lnTo>
                    <a:lnTo>
                      <a:pt x="3694176" y="2286000"/>
                    </a:lnTo>
                    <a:lnTo>
                      <a:pt x="3566160" y="2258568"/>
                    </a:lnTo>
                    <a:lnTo>
                      <a:pt x="3474720" y="2139696"/>
                    </a:lnTo>
                    <a:lnTo>
                      <a:pt x="3355848" y="2039112"/>
                    </a:lnTo>
                    <a:lnTo>
                      <a:pt x="3191256" y="2039112"/>
                    </a:lnTo>
                    <a:lnTo>
                      <a:pt x="2980944" y="2103120"/>
                    </a:lnTo>
                    <a:lnTo>
                      <a:pt x="2715768" y="2276856"/>
                    </a:lnTo>
                    <a:lnTo>
                      <a:pt x="2487168" y="2386584"/>
                    </a:lnTo>
                    <a:lnTo>
                      <a:pt x="2386584" y="2450592"/>
                    </a:lnTo>
                    <a:lnTo>
                      <a:pt x="2258568" y="2606040"/>
                    </a:lnTo>
                    <a:lnTo>
                      <a:pt x="2130552" y="2752344"/>
                    </a:lnTo>
                    <a:lnTo>
                      <a:pt x="2048256" y="2907792"/>
                    </a:lnTo>
                    <a:lnTo>
                      <a:pt x="1965960" y="3035808"/>
                    </a:lnTo>
                    <a:lnTo>
                      <a:pt x="1664208" y="2990088"/>
                    </a:lnTo>
                    <a:lnTo>
                      <a:pt x="1380744" y="2990088"/>
                    </a:lnTo>
                    <a:lnTo>
                      <a:pt x="1161288" y="3081528"/>
                    </a:lnTo>
                    <a:lnTo>
                      <a:pt x="1069848" y="3172968"/>
                    </a:lnTo>
                    <a:lnTo>
                      <a:pt x="841248" y="3200400"/>
                    </a:lnTo>
                    <a:lnTo>
                      <a:pt x="658368" y="3273552"/>
                    </a:lnTo>
                    <a:lnTo>
                      <a:pt x="566928" y="3319272"/>
                    </a:lnTo>
                    <a:lnTo>
                      <a:pt x="512064" y="3474720"/>
                    </a:lnTo>
                    <a:lnTo>
                      <a:pt x="512064" y="3557016"/>
                    </a:lnTo>
                    <a:lnTo>
                      <a:pt x="667512" y="3648456"/>
                    </a:lnTo>
                    <a:lnTo>
                      <a:pt x="868680" y="3739896"/>
                    </a:lnTo>
                    <a:lnTo>
                      <a:pt x="1024128" y="3813048"/>
                    </a:lnTo>
                    <a:lnTo>
                      <a:pt x="1252728" y="4023360"/>
                    </a:lnTo>
                    <a:lnTo>
                      <a:pt x="1408176" y="4123944"/>
                    </a:lnTo>
                    <a:lnTo>
                      <a:pt x="1490472" y="4178808"/>
                    </a:lnTo>
                    <a:lnTo>
                      <a:pt x="1490472" y="4270248"/>
                    </a:lnTo>
                    <a:lnTo>
                      <a:pt x="1572768" y="4389120"/>
                    </a:lnTo>
                    <a:lnTo>
                      <a:pt x="1481328" y="4443984"/>
                    </a:lnTo>
                    <a:lnTo>
                      <a:pt x="1179576" y="4379976"/>
                    </a:lnTo>
                    <a:lnTo>
                      <a:pt x="896112" y="4379976"/>
                    </a:lnTo>
                    <a:lnTo>
                      <a:pt x="667512" y="4425696"/>
                    </a:lnTo>
                    <a:lnTo>
                      <a:pt x="548640" y="4517136"/>
                    </a:lnTo>
                    <a:lnTo>
                      <a:pt x="777240" y="4626864"/>
                    </a:lnTo>
                    <a:lnTo>
                      <a:pt x="932688" y="4745736"/>
                    </a:lnTo>
                    <a:lnTo>
                      <a:pt x="1014984" y="4782312"/>
                    </a:lnTo>
                    <a:lnTo>
                      <a:pt x="886968" y="4919472"/>
                    </a:lnTo>
                    <a:lnTo>
                      <a:pt x="1152144" y="5029200"/>
                    </a:lnTo>
                    <a:lnTo>
                      <a:pt x="1353312" y="5157216"/>
                    </a:lnTo>
                    <a:lnTo>
                      <a:pt x="1289304" y="5266944"/>
                    </a:lnTo>
                    <a:lnTo>
                      <a:pt x="1088136" y="5266944"/>
                    </a:lnTo>
                    <a:lnTo>
                      <a:pt x="896112" y="5358384"/>
                    </a:lnTo>
                    <a:lnTo>
                      <a:pt x="786384" y="5431536"/>
                    </a:lnTo>
                    <a:lnTo>
                      <a:pt x="548640" y="5358384"/>
                    </a:lnTo>
                    <a:lnTo>
                      <a:pt x="155448" y="5358384"/>
                    </a:lnTo>
                    <a:lnTo>
                      <a:pt x="36576" y="5367528"/>
                    </a:lnTo>
                    <a:lnTo>
                      <a:pt x="18288" y="5586984"/>
                    </a:lnTo>
                    <a:lnTo>
                      <a:pt x="0" y="5815584"/>
                    </a:lnTo>
                    <a:lnTo>
                      <a:pt x="5221224" y="5788152"/>
                    </a:lnTo>
                    <a:lnTo>
                      <a:pt x="5202936" y="603504"/>
                    </a:lnTo>
                    <a:close/>
                  </a:path>
                </a:pathLst>
              </a:custGeom>
              <a:solidFill>
                <a:srgbClr val="7030A0">
                  <a:alpha val="37000"/>
                </a:srgbClr>
              </a:solidFill>
              <a:ln w="5715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5" name="Oval 4"/>
              <p:cNvSpPr/>
              <p:nvPr/>
            </p:nvSpPr>
            <p:spPr>
              <a:xfrm>
                <a:off x="3054096" y="3776472"/>
                <a:ext cx="91440" cy="9144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3087624" y="4898136"/>
                <a:ext cx="91440" cy="9144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2490216" y="6065520"/>
                <a:ext cx="91440" cy="9144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6437376" y="731520"/>
                <a:ext cx="91440" cy="9144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990600" y="0"/>
              <a:ext cx="7391400" cy="32874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5450037-5716-8C58-2FBD-27FD516E1D77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252F7E-3060-3FD9-156D-30A2ED67E3FF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83C75D0-4247-58CC-37B3-1C8D7B41FAC9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14" name="Picture 13" descr="USGS.png">
                <a:extLst>
                  <a:ext uri="{FF2B5EF4-FFF2-40B4-BE49-F238E27FC236}">
                    <a16:creationId xmlns:a16="http://schemas.microsoft.com/office/drawing/2014/main" id="{2EA27DAC-B742-483E-0CC1-2F8089FC22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5" name="Picture 14" descr="Horizontal_CMYK_600.tif">
                <a:extLst>
                  <a:ext uri="{FF2B5EF4-FFF2-40B4-BE49-F238E27FC236}">
                    <a16:creationId xmlns:a16="http://schemas.microsoft.com/office/drawing/2014/main" id="{288D4455-41C0-2262-A26E-CA02D5A3FA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8C7927F-617C-CE8A-5832-42FDCE1180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87283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1676400" y="152401"/>
            <a:ext cx="92202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</a:rPr>
              <a:t>Lahar hazard zones computed for Mt. Rainier with proximal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</a:rPr>
              <a:t>hazard zone defined by </a:t>
            </a:r>
            <a:r>
              <a:rPr lang="en-US" altLang="en-US" sz="2400" i="1" dirty="0">
                <a:solidFill>
                  <a:prstClr val="black"/>
                </a:solidFill>
              </a:rPr>
              <a:t>H/L</a:t>
            </a:r>
            <a:r>
              <a:rPr lang="en-US" altLang="en-US" sz="2400" dirty="0">
                <a:solidFill>
                  <a:prstClr val="black"/>
                </a:solidFill>
              </a:rPr>
              <a:t> = 0.23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76601" y="982663"/>
            <a:ext cx="5617025" cy="5230352"/>
            <a:chOff x="43538" y="195415"/>
            <a:chExt cx="4060372" cy="3938429"/>
          </a:xfrm>
        </p:grpSpPr>
        <p:pic>
          <p:nvPicPr>
            <p:cNvPr id="6" name="Picture 5" descr="DE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38" y="195415"/>
              <a:ext cx="4060372" cy="3938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6"/>
            <p:cNvSpPr/>
            <p:nvPr/>
          </p:nvSpPr>
          <p:spPr>
            <a:xfrm>
              <a:off x="2702196" y="1734490"/>
              <a:ext cx="1051765" cy="994358"/>
            </a:xfrm>
            <a:custGeom>
              <a:avLst/>
              <a:gdLst>
                <a:gd name="connsiteX0" fmla="*/ 553560 w 1051765"/>
                <a:gd name="connsiteY0" fmla="*/ 125063 h 994358"/>
                <a:gd name="connsiteX1" fmla="*/ 494104 w 1051765"/>
                <a:gd name="connsiteY1" fmla="*/ 84059 h 994358"/>
                <a:gd name="connsiteX2" fmla="*/ 422346 w 1051765"/>
                <a:gd name="connsiteY2" fmla="*/ 38954 h 994358"/>
                <a:gd name="connsiteX3" fmla="*/ 348538 w 1051765"/>
                <a:gd name="connsiteY3" fmla="*/ 6150 h 994358"/>
                <a:gd name="connsiteX4" fmla="*/ 319834 w 1051765"/>
                <a:gd name="connsiteY4" fmla="*/ 0 h 994358"/>
                <a:gd name="connsiteX5" fmla="*/ 340337 w 1051765"/>
                <a:gd name="connsiteY5" fmla="*/ 45105 h 994358"/>
                <a:gd name="connsiteX6" fmla="*/ 311634 w 1051765"/>
                <a:gd name="connsiteY6" fmla="*/ 86109 h 994358"/>
                <a:gd name="connsiteX7" fmla="*/ 287031 w 1051765"/>
                <a:gd name="connsiteY7" fmla="*/ 106611 h 994358"/>
                <a:gd name="connsiteX8" fmla="*/ 282930 w 1051765"/>
                <a:gd name="connsiteY8" fmla="*/ 123013 h 994358"/>
                <a:gd name="connsiteX9" fmla="*/ 317784 w 1051765"/>
                <a:gd name="connsiteY9" fmla="*/ 123013 h 994358"/>
                <a:gd name="connsiteX10" fmla="*/ 317784 w 1051765"/>
                <a:gd name="connsiteY10" fmla="*/ 164018 h 994358"/>
                <a:gd name="connsiteX11" fmla="*/ 313684 w 1051765"/>
                <a:gd name="connsiteY11" fmla="*/ 184520 h 994358"/>
                <a:gd name="connsiteX12" fmla="*/ 280880 w 1051765"/>
                <a:gd name="connsiteY12" fmla="*/ 161967 h 994358"/>
                <a:gd name="connsiteX13" fmla="*/ 252177 w 1051765"/>
                <a:gd name="connsiteY13" fmla="*/ 155817 h 994358"/>
                <a:gd name="connsiteX14" fmla="*/ 250127 w 1051765"/>
                <a:gd name="connsiteY14" fmla="*/ 198871 h 994358"/>
                <a:gd name="connsiteX15" fmla="*/ 209122 w 1051765"/>
                <a:gd name="connsiteY15" fmla="*/ 190671 h 994358"/>
                <a:gd name="connsiteX16" fmla="*/ 186570 w 1051765"/>
                <a:gd name="connsiteY16" fmla="*/ 176319 h 994358"/>
                <a:gd name="connsiteX17" fmla="*/ 147616 w 1051765"/>
                <a:gd name="connsiteY17" fmla="*/ 213223 h 994358"/>
                <a:gd name="connsiteX18" fmla="*/ 92260 w 1051765"/>
                <a:gd name="connsiteY18" fmla="*/ 221424 h 994358"/>
                <a:gd name="connsiteX19" fmla="*/ 43054 w 1051765"/>
                <a:gd name="connsiteY19" fmla="*/ 243976 h 994358"/>
                <a:gd name="connsiteX20" fmla="*/ 96360 w 1051765"/>
                <a:gd name="connsiteY20" fmla="*/ 276780 h 994358"/>
                <a:gd name="connsiteX21" fmla="*/ 131214 w 1051765"/>
                <a:gd name="connsiteY21" fmla="*/ 317784 h 994358"/>
                <a:gd name="connsiteX22" fmla="*/ 102511 w 1051765"/>
                <a:gd name="connsiteY22" fmla="*/ 321885 h 994358"/>
                <a:gd name="connsiteX23" fmla="*/ 59456 w 1051765"/>
                <a:gd name="connsiteY23" fmla="*/ 321885 h 994358"/>
                <a:gd name="connsiteX24" fmla="*/ 102511 w 1051765"/>
                <a:gd name="connsiteY24" fmla="*/ 369040 h 994358"/>
                <a:gd name="connsiteX25" fmla="*/ 125063 w 1051765"/>
                <a:gd name="connsiteY25" fmla="*/ 379291 h 994358"/>
                <a:gd name="connsiteX26" fmla="*/ 73808 w 1051765"/>
                <a:gd name="connsiteY26" fmla="*/ 397743 h 994358"/>
                <a:gd name="connsiteX27" fmla="*/ 49205 w 1051765"/>
                <a:gd name="connsiteY27" fmla="*/ 412095 h 994358"/>
                <a:gd name="connsiteX28" fmla="*/ 6150 w 1051765"/>
                <a:gd name="connsiteY28" fmla="*/ 397743 h 994358"/>
                <a:gd name="connsiteX29" fmla="*/ 0 w 1051765"/>
                <a:gd name="connsiteY29" fmla="*/ 442848 h 994358"/>
                <a:gd name="connsiteX30" fmla="*/ 77908 w 1051765"/>
                <a:gd name="connsiteY30" fmla="*/ 522807 h 994358"/>
                <a:gd name="connsiteX31" fmla="*/ 102511 w 1051765"/>
                <a:gd name="connsiteY31" fmla="*/ 567912 h 994358"/>
                <a:gd name="connsiteX32" fmla="*/ 102511 w 1051765"/>
                <a:gd name="connsiteY32" fmla="*/ 674523 h 994358"/>
                <a:gd name="connsiteX33" fmla="*/ 161967 w 1051765"/>
                <a:gd name="connsiteY33" fmla="*/ 692975 h 994358"/>
                <a:gd name="connsiteX34" fmla="*/ 176319 w 1051765"/>
                <a:gd name="connsiteY34" fmla="*/ 748332 h 994358"/>
                <a:gd name="connsiteX35" fmla="*/ 211173 w 1051765"/>
                <a:gd name="connsiteY35" fmla="*/ 748332 h 994358"/>
                <a:gd name="connsiteX36" fmla="*/ 213223 w 1051765"/>
                <a:gd name="connsiteY36" fmla="*/ 797537 h 994358"/>
                <a:gd name="connsiteX37" fmla="*/ 225524 w 1051765"/>
                <a:gd name="connsiteY37" fmla="*/ 818039 h 994358"/>
                <a:gd name="connsiteX38" fmla="*/ 200921 w 1051765"/>
                <a:gd name="connsiteY38" fmla="*/ 873395 h 994358"/>
                <a:gd name="connsiteX39" fmla="*/ 192721 w 1051765"/>
                <a:gd name="connsiteY39" fmla="*/ 914400 h 994358"/>
                <a:gd name="connsiteX40" fmla="*/ 293182 w 1051765"/>
                <a:gd name="connsiteY40" fmla="*/ 963605 h 994358"/>
                <a:gd name="connsiteX41" fmla="*/ 387492 w 1051765"/>
                <a:gd name="connsiteY41" fmla="*/ 994358 h 994358"/>
                <a:gd name="connsiteX42" fmla="*/ 432597 w 1051765"/>
                <a:gd name="connsiteY42" fmla="*/ 969756 h 994358"/>
                <a:gd name="connsiteX43" fmla="*/ 455149 w 1051765"/>
                <a:gd name="connsiteY43" fmla="*/ 930801 h 994358"/>
                <a:gd name="connsiteX44" fmla="*/ 504355 w 1051765"/>
                <a:gd name="connsiteY44" fmla="*/ 926701 h 994358"/>
                <a:gd name="connsiteX45" fmla="*/ 524857 w 1051765"/>
                <a:gd name="connsiteY45" fmla="*/ 943103 h 994358"/>
                <a:gd name="connsiteX46" fmla="*/ 526907 w 1051765"/>
                <a:gd name="connsiteY46" fmla="*/ 924651 h 994358"/>
                <a:gd name="connsiteX47" fmla="*/ 531008 w 1051765"/>
                <a:gd name="connsiteY47" fmla="*/ 910299 h 994358"/>
                <a:gd name="connsiteX48" fmla="*/ 531008 w 1051765"/>
                <a:gd name="connsiteY48" fmla="*/ 910299 h 994358"/>
                <a:gd name="connsiteX49" fmla="*/ 520756 w 1051765"/>
                <a:gd name="connsiteY49" fmla="*/ 895948 h 994358"/>
                <a:gd name="connsiteX50" fmla="*/ 518706 w 1051765"/>
                <a:gd name="connsiteY50" fmla="*/ 887747 h 994358"/>
                <a:gd name="connsiteX51" fmla="*/ 510505 w 1051765"/>
                <a:gd name="connsiteY51" fmla="*/ 879546 h 994358"/>
                <a:gd name="connsiteX52" fmla="*/ 506405 w 1051765"/>
                <a:gd name="connsiteY52" fmla="*/ 873395 h 994358"/>
                <a:gd name="connsiteX53" fmla="*/ 506405 w 1051765"/>
                <a:gd name="connsiteY53" fmla="*/ 873395 h 994358"/>
                <a:gd name="connsiteX54" fmla="*/ 547409 w 1051765"/>
                <a:gd name="connsiteY54" fmla="*/ 869295 h 994358"/>
                <a:gd name="connsiteX55" fmla="*/ 621217 w 1051765"/>
                <a:gd name="connsiteY55" fmla="*/ 930801 h 994358"/>
                <a:gd name="connsiteX56" fmla="*/ 654021 w 1051765"/>
                <a:gd name="connsiteY56" fmla="*/ 992308 h 994358"/>
                <a:gd name="connsiteX57" fmla="*/ 670423 w 1051765"/>
                <a:gd name="connsiteY57" fmla="*/ 951304 h 994358"/>
                <a:gd name="connsiteX58" fmla="*/ 649921 w 1051765"/>
                <a:gd name="connsiteY58" fmla="*/ 908249 h 994358"/>
                <a:gd name="connsiteX59" fmla="*/ 664272 w 1051765"/>
                <a:gd name="connsiteY59" fmla="*/ 830340 h 994358"/>
                <a:gd name="connsiteX60" fmla="*/ 699126 w 1051765"/>
                <a:gd name="connsiteY60" fmla="*/ 863144 h 994358"/>
                <a:gd name="connsiteX61" fmla="*/ 752432 w 1051765"/>
                <a:gd name="connsiteY61" fmla="*/ 861094 h 994358"/>
                <a:gd name="connsiteX62" fmla="*/ 820089 w 1051765"/>
                <a:gd name="connsiteY62" fmla="*/ 865194 h 994358"/>
                <a:gd name="connsiteX63" fmla="*/ 889797 w 1051765"/>
                <a:gd name="connsiteY63" fmla="*/ 906199 h 994358"/>
                <a:gd name="connsiteX64" fmla="*/ 908249 w 1051765"/>
                <a:gd name="connsiteY64" fmla="*/ 797537 h 994358"/>
                <a:gd name="connsiteX65" fmla="*/ 922600 w 1051765"/>
                <a:gd name="connsiteY65" fmla="*/ 707327 h 994358"/>
                <a:gd name="connsiteX66" fmla="*/ 904148 w 1051765"/>
                <a:gd name="connsiteY66" fmla="*/ 629419 h 994358"/>
                <a:gd name="connsiteX67" fmla="*/ 957454 w 1051765"/>
                <a:gd name="connsiteY67" fmla="*/ 666323 h 994358"/>
                <a:gd name="connsiteX68" fmla="*/ 1018961 w 1051765"/>
                <a:gd name="connsiteY68" fmla="*/ 660172 h 994358"/>
                <a:gd name="connsiteX69" fmla="*/ 1051765 w 1051765"/>
                <a:gd name="connsiteY69" fmla="*/ 660172 h 994358"/>
                <a:gd name="connsiteX70" fmla="*/ 980007 w 1051765"/>
                <a:gd name="connsiteY70" fmla="*/ 578163 h 994358"/>
                <a:gd name="connsiteX71" fmla="*/ 908249 w 1051765"/>
                <a:gd name="connsiteY71" fmla="*/ 526907 h 994358"/>
                <a:gd name="connsiteX72" fmla="*/ 873395 w 1051765"/>
                <a:gd name="connsiteY72" fmla="*/ 475652 h 994358"/>
                <a:gd name="connsiteX73" fmla="*/ 932852 w 1051765"/>
                <a:gd name="connsiteY73" fmla="*/ 459250 h 994358"/>
                <a:gd name="connsiteX74" fmla="*/ 945153 w 1051765"/>
                <a:gd name="connsiteY74" fmla="*/ 428497 h 994358"/>
                <a:gd name="connsiteX75" fmla="*/ 939002 w 1051765"/>
                <a:gd name="connsiteY75" fmla="*/ 369040 h 994358"/>
                <a:gd name="connsiteX76" fmla="*/ 988208 w 1051765"/>
                <a:gd name="connsiteY76" fmla="*/ 330086 h 994358"/>
                <a:gd name="connsiteX77" fmla="*/ 990258 w 1051765"/>
                <a:gd name="connsiteY77" fmla="*/ 309584 h 994358"/>
                <a:gd name="connsiteX78" fmla="*/ 861094 w 1051765"/>
                <a:gd name="connsiteY78" fmla="*/ 276780 h 994358"/>
                <a:gd name="connsiteX79" fmla="*/ 795487 w 1051765"/>
                <a:gd name="connsiteY79" fmla="*/ 248077 h 994358"/>
                <a:gd name="connsiteX80" fmla="*/ 740130 w 1051765"/>
                <a:gd name="connsiteY80" fmla="*/ 219374 h 994358"/>
                <a:gd name="connsiteX81" fmla="*/ 738080 w 1051765"/>
                <a:gd name="connsiteY81" fmla="*/ 155817 h 994358"/>
                <a:gd name="connsiteX82" fmla="*/ 740130 w 1051765"/>
                <a:gd name="connsiteY82" fmla="*/ 133264 h 994358"/>
                <a:gd name="connsiteX83" fmla="*/ 695026 w 1051765"/>
                <a:gd name="connsiteY83" fmla="*/ 84059 h 994358"/>
                <a:gd name="connsiteX84" fmla="*/ 672473 w 1051765"/>
                <a:gd name="connsiteY84" fmla="*/ 47155 h 994358"/>
                <a:gd name="connsiteX85" fmla="*/ 668373 w 1051765"/>
                <a:gd name="connsiteY85" fmla="*/ 2050 h 994358"/>
                <a:gd name="connsiteX86" fmla="*/ 623268 w 1051765"/>
                <a:gd name="connsiteY86" fmla="*/ 32803 h 994358"/>
                <a:gd name="connsiteX87" fmla="*/ 569962 w 1051765"/>
                <a:gd name="connsiteY87" fmla="*/ 65607 h 994358"/>
                <a:gd name="connsiteX88" fmla="*/ 553560 w 1051765"/>
                <a:gd name="connsiteY88" fmla="*/ 125063 h 99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051765" h="994358">
                  <a:moveTo>
                    <a:pt x="553560" y="125063"/>
                  </a:moveTo>
                  <a:lnTo>
                    <a:pt x="494104" y="84059"/>
                  </a:lnTo>
                  <a:lnTo>
                    <a:pt x="422346" y="38954"/>
                  </a:lnTo>
                  <a:lnTo>
                    <a:pt x="348538" y="6150"/>
                  </a:lnTo>
                  <a:lnTo>
                    <a:pt x="319834" y="0"/>
                  </a:lnTo>
                  <a:lnTo>
                    <a:pt x="340337" y="45105"/>
                  </a:lnTo>
                  <a:lnTo>
                    <a:pt x="311634" y="86109"/>
                  </a:lnTo>
                  <a:lnTo>
                    <a:pt x="287031" y="106611"/>
                  </a:lnTo>
                  <a:lnTo>
                    <a:pt x="282930" y="123013"/>
                  </a:lnTo>
                  <a:lnTo>
                    <a:pt x="317784" y="123013"/>
                  </a:lnTo>
                  <a:lnTo>
                    <a:pt x="317784" y="164018"/>
                  </a:lnTo>
                  <a:lnTo>
                    <a:pt x="313684" y="184520"/>
                  </a:lnTo>
                  <a:lnTo>
                    <a:pt x="280880" y="161967"/>
                  </a:lnTo>
                  <a:lnTo>
                    <a:pt x="252177" y="155817"/>
                  </a:lnTo>
                  <a:lnTo>
                    <a:pt x="250127" y="198871"/>
                  </a:lnTo>
                  <a:lnTo>
                    <a:pt x="209122" y="190671"/>
                  </a:lnTo>
                  <a:lnTo>
                    <a:pt x="186570" y="176319"/>
                  </a:lnTo>
                  <a:lnTo>
                    <a:pt x="147616" y="213223"/>
                  </a:lnTo>
                  <a:lnTo>
                    <a:pt x="92260" y="221424"/>
                  </a:lnTo>
                  <a:lnTo>
                    <a:pt x="43054" y="243976"/>
                  </a:lnTo>
                  <a:lnTo>
                    <a:pt x="96360" y="276780"/>
                  </a:lnTo>
                  <a:lnTo>
                    <a:pt x="131214" y="317784"/>
                  </a:lnTo>
                  <a:lnTo>
                    <a:pt x="102511" y="321885"/>
                  </a:lnTo>
                  <a:lnTo>
                    <a:pt x="59456" y="321885"/>
                  </a:lnTo>
                  <a:lnTo>
                    <a:pt x="102511" y="369040"/>
                  </a:lnTo>
                  <a:lnTo>
                    <a:pt x="125063" y="379291"/>
                  </a:lnTo>
                  <a:lnTo>
                    <a:pt x="73808" y="397743"/>
                  </a:lnTo>
                  <a:lnTo>
                    <a:pt x="49205" y="412095"/>
                  </a:lnTo>
                  <a:lnTo>
                    <a:pt x="6150" y="397743"/>
                  </a:lnTo>
                  <a:lnTo>
                    <a:pt x="0" y="442848"/>
                  </a:lnTo>
                  <a:lnTo>
                    <a:pt x="77908" y="522807"/>
                  </a:lnTo>
                  <a:lnTo>
                    <a:pt x="102511" y="567912"/>
                  </a:lnTo>
                  <a:lnTo>
                    <a:pt x="102511" y="674523"/>
                  </a:lnTo>
                  <a:lnTo>
                    <a:pt x="161967" y="692975"/>
                  </a:lnTo>
                  <a:lnTo>
                    <a:pt x="176319" y="748332"/>
                  </a:lnTo>
                  <a:lnTo>
                    <a:pt x="211173" y="748332"/>
                  </a:lnTo>
                  <a:cubicBezTo>
                    <a:pt x="211856" y="764734"/>
                    <a:pt x="212540" y="781135"/>
                    <a:pt x="213223" y="797537"/>
                  </a:cubicBezTo>
                  <a:lnTo>
                    <a:pt x="225524" y="818039"/>
                  </a:lnTo>
                  <a:lnTo>
                    <a:pt x="200921" y="873395"/>
                  </a:lnTo>
                  <a:lnTo>
                    <a:pt x="192721" y="914400"/>
                  </a:lnTo>
                  <a:lnTo>
                    <a:pt x="293182" y="963605"/>
                  </a:lnTo>
                  <a:lnTo>
                    <a:pt x="387492" y="994358"/>
                  </a:lnTo>
                  <a:lnTo>
                    <a:pt x="432597" y="969756"/>
                  </a:lnTo>
                  <a:lnTo>
                    <a:pt x="455149" y="930801"/>
                  </a:lnTo>
                  <a:lnTo>
                    <a:pt x="504355" y="926701"/>
                  </a:lnTo>
                  <a:lnTo>
                    <a:pt x="524857" y="943103"/>
                  </a:lnTo>
                  <a:cubicBezTo>
                    <a:pt x="525540" y="936952"/>
                    <a:pt x="525693" y="930719"/>
                    <a:pt x="526907" y="924651"/>
                  </a:cubicBezTo>
                  <a:cubicBezTo>
                    <a:pt x="531224" y="903066"/>
                    <a:pt x="531008" y="918037"/>
                    <a:pt x="531008" y="910299"/>
                  </a:cubicBezTo>
                  <a:lnTo>
                    <a:pt x="531008" y="910299"/>
                  </a:lnTo>
                  <a:cubicBezTo>
                    <a:pt x="527591" y="905515"/>
                    <a:pt x="523571" y="901109"/>
                    <a:pt x="520756" y="895948"/>
                  </a:cubicBezTo>
                  <a:cubicBezTo>
                    <a:pt x="519407" y="893474"/>
                    <a:pt x="520199" y="890136"/>
                    <a:pt x="518706" y="887747"/>
                  </a:cubicBezTo>
                  <a:cubicBezTo>
                    <a:pt x="516657" y="884469"/>
                    <a:pt x="512649" y="882763"/>
                    <a:pt x="510505" y="879546"/>
                  </a:cubicBezTo>
                  <a:lnTo>
                    <a:pt x="506405" y="873395"/>
                  </a:lnTo>
                  <a:lnTo>
                    <a:pt x="506405" y="873395"/>
                  </a:lnTo>
                  <a:lnTo>
                    <a:pt x="547409" y="869295"/>
                  </a:lnTo>
                  <a:lnTo>
                    <a:pt x="621217" y="930801"/>
                  </a:lnTo>
                  <a:lnTo>
                    <a:pt x="654021" y="992308"/>
                  </a:lnTo>
                  <a:lnTo>
                    <a:pt x="670423" y="951304"/>
                  </a:lnTo>
                  <a:lnTo>
                    <a:pt x="649921" y="908249"/>
                  </a:lnTo>
                  <a:lnTo>
                    <a:pt x="664272" y="830340"/>
                  </a:lnTo>
                  <a:lnTo>
                    <a:pt x="699126" y="863144"/>
                  </a:lnTo>
                  <a:lnTo>
                    <a:pt x="752432" y="861094"/>
                  </a:lnTo>
                  <a:lnTo>
                    <a:pt x="820089" y="865194"/>
                  </a:lnTo>
                  <a:lnTo>
                    <a:pt x="889797" y="906199"/>
                  </a:lnTo>
                  <a:lnTo>
                    <a:pt x="908249" y="797537"/>
                  </a:lnTo>
                  <a:lnTo>
                    <a:pt x="922600" y="707327"/>
                  </a:lnTo>
                  <a:lnTo>
                    <a:pt x="904148" y="629419"/>
                  </a:lnTo>
                  <a:lnTo>
                    <a:pt x="957454" y="666323"/>
                  </a:lnTo>
                  <a:lnTo>
                    <a:pt x="1018961" y="660172"/>
                  </a:lnTo>
                  <a:lnTo>
                    <a:pt x="1051765" y="660172"/>
                  </a:lnTo>
                  <a:lnTo>
                    <a:pt x="980007" y="578163"/>
                  </a:lnTo>
                  <a:lnTo>
                    <a:pt x="908249" y="526907"/>
                  </a:lnTo>
                  <a:lnTo>
                    <a:pt x="873395" y="475652"/>
                  </a:lnTo>
                  <a:lnTo>
                    <a:pt x="932852" y="459250"/>
                  </a:lnTo>
                  <a:lnTo>
                    <a:pt x="945153" y="428497"/>
                  </a:lnTo>
                  <a:lnTo>
                    <a:pt x="939002" y="369040"/>
                  </a:lnTo>
                  <a:lnTo>
                    <a:pt x="988208" y="330086"/>
                  </a:lnTo>
                  <a:lnTo>
                    <a:pt x="990258" y="309584"/>
                  </a:lnTo>
                  <a:lnTo>
                    <a:pt x="861094" y="276780"/>
                  </a:lnTo>
                  <a:lnTo>
                    <a:pt x="795487" y="248077"/>
                  </a:lnTo>
                  <a:lnTo>
                    <a:pt x="740130" y="219374"/>
                  </a:lnTo>
                  <a:cubicBezTo>
                    <a:pt x="739447" y="198188"/>
                    <a:pt x="738763" y="177003"/>
                    <a:pt x="738080" y="155817"/>
                  </a:cubicBezTo>
                  <a:lnTo>
                    <a:pt x="740130" y="133264"/>
                  </a:lnTo>
                  <a:lnTo>
                    <a:pt x="695026" y="84059"/>
                  </a:lnTo>
                  <a:lnTo>
                    <a:pt x="672473" y="47155"/>
                  </a:lnTo>
                  <a:lnTo>
                    <a:pt x="668373" y="2050"/>
                  </a:lnTo>
                  <a:lnTo>
                    <a:pt x="623268" y="32803"/>
                  </a:lnTo>
                  <a:lnTo>
                    <a:pt x="569962" y="65607"/>
                  </a:lnTo>
                  <a:lnTo>
                    <a:pt x="553560" y="125063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2DDBD44-24FC-8FA4-F6F3-67E220EA26B9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2EC0D44-0388-0C2E-1BD1-A5D1EB53EC2E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11AA05-CB47-4845-BAE1-3E681820CDD1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D9C795C1-96B1-A019-B249-7BA62BE66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9" name="Picture 8" descr="Horizontal_CMYK_600.tif">
                <a:extLst>
                  <a:ext uri="{FF2B5EF4-FFF2-40B4-BE49-F238E27FC236}">
                    <a16:creationId xmlns:a16="http://schemas.microsoft.com/office/drawing/2014/main" id="{5D8D9129-53AD-7401-87DE-A4D0841B16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498B69F-4193-19E0-5207-B4ECC15EEF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25821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524001" y="3280686"/>
            <a:ext cx="2873829" cy="3664906"/>
            <a:chOff x="-1865" y="-21771"/>
            <a:chExt cx="1957288" cy="2436327"/>
          </a:xfrm>
        </p:grpSpPr>
        <p:pic>
          <p:nvPicPr>
            <p:cNvPr id="20" name="Picture 2" descr="http://kbs.5t5.ch/wp-content/uploads/2010/02/gesch2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21771"/>
              <a:ext cx="1955423" cy="2375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-1865" y="2209954"/>
              <a:ext cx="695671" cy="20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rPr>
                <a:t>Heim, 1932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058094" y="3083206"/>
                <a:ext cx="4467185" cy="8070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Block begins to slide when </a:t>
                </a:r>
                <a:r>
                  <a:rPr lang="en-US" dirty="0" err="1">
                    <a:solidFill>
                      <a:prstClr val="black"/>
                    </a:solidFill>
                  </a:rPr>
                  <a:t>mgsin</a:t>
                </a:r>
                <a:r>
                  <a:rPr lang="el-GR" dirty="0">
                    <a:solidFill>
                      <a:prstClr val="black"/>
                    </a:solidFill>
                  </a:rPr>
                  <a:t>θ</a:t>
                </a:r>
                <a:r>
                  <a:rPr lang="en-US" dirty="0">
                    <a:solidFill>
                      <a:prstClr val="black"/>
                    </a:solidFill>
                  </a:rPr>
                  <a:t> = </a:t>
                </a:r>
                <a:r>
                  <a:rPr lang="el-GR" dirty="0">
                    <a:solidFill>
                      <a:prstClr val="black"/>
                    </a:solidFill>
                  </a:rPr>
                  <a:t>μ</a:t>
                </a:r>
                <a:r>
                  <a:rPr lang="en-US" dirty="0" err="1">
                    <a:solidFill>
                      <a:prstClr val="black"/>
                    </a:solidFill>
                  </a:rPr>
                  <a:t>mgcos</a:t>
                </a:r>
                <a:r>
                  <a:rPr lang="el-GR" dirty="0">
                    <a:solidFill>
                      <a:prstClr val="black"/>
                    </a:solidFill>
                  </a:rPr>
                  <a:t>θ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r>
                  <a:rPr lang="en-US" dirty="0" err="1">
                    <a:solidFill>
                      <a:prstClr val="black"/>
                    </a:solidFill>
                  </a:rPr>
                  <a:t>Coeff</a:t>
                </a:r>
                <a:r>
                  <a:rPr lang="en-US" dirty="0">
                    <a:solidFill>
                      <a:prstClr val="black"/>
                    </a:solidFill>
                  </a:rPr>
                  <a:t>. of friction, </a:t>
                </a:r>
                <a:r>
                  <a:rPr lang="el-GR" dirty="0">
                    <a:solidFill>
                      <a:prstClr val="black"/>
                    </a:solidFill>
                  </a:rPr>
                  <a:t>μ</a:t>
                </a:r>
                <a:r>
                  <a:rPr lang="en-US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𝑚𝑔𝑠𝑖𝑛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𝑚𝑔𝑐𝑜𝑠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= tan</a:t>
                </a:r>
                <a:r>
                  <a:rPr lang="el-GR" dirty="0">
                    <a:solidFill>
                      <a:prstClr val="black"/>
                    </a:solidFill>
                  </a:rPr>
                  <a:t>θ</a:t>
                </a:r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094" y="3083206"/>
                <a:ext cx="4467185" cy="807080"/>
              </a:xfrm>
              <a:prstGeom prst="rect">
                <a:avLst/>
              </a:prstGeom>
              <a:blipFill>
                <a:blip r:embed="rId3"/>
                <a:stretch>
                  <a:fillRect l="-1228" t="-4545" r="-409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116" y="168729"/>
            <a:ext cx="6215003" cy="254181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15544" y="4262949"/>
            <a:ext cx="57795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Heim (1932) considered the </a:t>
            </a: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Fahrböschung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or the angle of reach of a debris avalanche, to be an energy line which describes the rate of kinetic energy loss by friction. Shreve (1968) and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Scheidegger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(1973) interpreted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H/L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as an equivalent coefficient of friction following a Mohr-Coulomb friction model, in which shear stress at the initiation of failure is proportional to the normal stress, can be approximated by a block sliding down a plane.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931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853" y="846221"/>
            <a:ext cx="4025747" cy="990600"/>
          </a:xfrm>
        </p:spPr>
        <p:txBody>
          <a:bodyPr/>
          <a:lstStyle/>
          <a:p>
            <a:r>
              <a:rPr lang="en-US" dirty="0"/>
              <a:t>H/L or </a:t>
            </a:r>
            <a:br>
              <a:rPr lang="en-US" dirty="0"/>
            </a:br>
            <a:r>
              <a:rPr lang="en-US" dirty="0"/>
              <a:t>Heim coefficient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>
          <a:xfrm>
            <a:off x="393853" y="2027237"/>
            <a:ext cx="3296798" cy="4830763"/>
          </a:xfrm>
        </p:spPr>
        <p:txBody>
          <a:bodyPr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Height dropped/runout length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Block begins to slide when gravitational force down a plane equals the frictional force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Tan</a:t>
            </a:r>
            <a:r>
              <a:rPr lang="el-GR" sz="2000" dirty="0">
                <a:solidFill>
                  <a:schemeClr val="tx1"/>
                </a:solidFill>
              </a:rPr>
              <a:t>θ</a:t>
            </a:r>
            <a:r>
              <a:rPr lang="en-US" sz="2000" dirty="0">
                <a:solidFill>
                  <a:schemeClr val="tx1"/>
                </a:solidFill>
              </a:rPr>
              <a:t> =</a:t>
            </a:r>
            <a:r>
              <a:rPr lang="en-US" sz="2000" dirty="0" err="1">
                <a:solidFill>
                  <a:schemeClr val="tx1"/>
                </a:solidFill>
              </a:rPr>
              <a:t>coeff</a:t>
            </a:r>
            <a:r>
              <a:rPr lang="en-US" sz="2000" dirty="0">
                <a:solidFill>
                  <a:schemeClr val="tx1"/>
                </a:solidFill>
              </a:rPr>
              <a:t>. of friction, </a:t>
            </a:r>
            <a:r>
              <a:rPr lang="el-GR" sz="2000" dirty="0">
                <a:solidFill>
                  <a:schemeClr val="tx1"/>
                </a:solidFill>
              </a:rPr>
              <a:t>μ</a:t>
            </a:r>
            <a:r>
              <a:rPr lang="en-US" sz="2000" dirty="0">
                <a:solidFill>
                  <a:schemeClr val="tx1"/>
                </a:solidFill>
              </a:rPr>
              <a:t> = H/L = Heim coefficient</a:t>
            </a:r>
          </a:p>
        </p:txBody>
      </p:sp>
      <p:sp>
        <p:nvSpPr>
          <p:cNvPr id="12" name="Oval 11">
            <a:hlinkClick r:id="" action="ppaction://noaction"/>
          </p:cNvPr>
          <p:cNvSpPr/>
          <p:nvPr/>
        </p:nvSpPr>
        <p:spPr>
          <a:xfrm>
            <a:off x="3048000" y="381000"/>
            <a:ext cx="152400" cy="228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Oval 15">
            <a:hlinkClick r:id="" action="ppaction://noaction"/>
          </p:cNvPr>
          <p:cNvSpPr/>
          <p:nvPr/>
        </p:nvSpPr>
        <p:spPr>
          <a:xfrm>
            <a:off x="2781300" y="190500"/>
            <a:ext cx="609600" cy="6096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35154" y="2974349"/>
                <a:ext cx="4467185" cy="8070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Block begins to slide when </a:t>
                </a:r>
                <a:r>
                  <a:rPr lang="en-US" dirty="0" err="1">
                    <a:solidFill>
                      <a:prstClr val="black"/>
                    </a:solidFill>
                  </a:rPr>
                  <a:t>mgsin</a:t>
                </a:r>
                <a:r>
                  <a:rPr lang="el-GR" dirty="0">
                    <a:solidFill>
                      <a:prstClr val="black"/>
                    </a:solidFill>
                  </a:rPr>
                  <a:t>θ</a:t>
                </a:r>
                <a:r>
                  <a:rPr lang="en-US" dirty="0">
                    <a:solidFill>
                      <a:prstClr val="black"/>
                    </a:solidFill>
                  </a:rPr>
                  <a:t> = </a:t>
                </a:r>
                <a:r>
                  <a:rPr lang="el-GR" dirty="0">
                    <a:solidFill>
                      <a:prstClr val="black"/>
                    </a:solidFill>
                  </a:rPr>
                  <a:t>μ</a:t>
                </a:r>
                <a:r>
                  <a:rPr lang="en-US" dirty="0" err="1">
                    <a:solidFill>
                      <a:prstClr val="black"/>
                    </a:solidFill>
                  </a:rPr>
                  <a:t>mgcos</a:t>
                </a:r>
                <a:r>
                  <a:rPr lang="el-GR" dirty="0">
                    <a:solidFill>
                      <a:prstClr val="black"/>
                    </a:solidFill>
                  </a:rPr>
                  <a:t>θ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r>
                  <a:rPr lang="en-US" dirty="0" err="1">
                    <a:solidFill>
                      <a:prstClr val="black"/>
                    </a:solidFill>
                  </a:rPr>
                  <a:t>Coeff</a:t>
                </a:r>
                <a:r>
                  <a:rPr lang="en-US" dirty="0">
                    <a:solidFill>
                      <a:prstClr val="black"/>
                    </a:solidFill>
                  </a:rPr>
                  <a:t>. of friction, </a:t>
                </a:r>
                <a:r>
                  <a:rPr lang="el-GR" dirty="0">
                    <a:solidFill>
                      <a:prstClr val="black"/>
                    </a:solidFill>
                  </a:rPr>
                  <a:t>μ</a:t>
                </a:r>
                <a:r>
                  <a:rPr lang="en-US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𝑚𝑔𝑠𝑖𝑛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𝑚𝑔𝑐𝑜𝑠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 = tan</a:t>
                </a:r>
                <a:r>
                  <a:rPr lang="el-GR" dirty="0">
                    <a:solidFill>
                      <a:prstClr val="black"/>
                    </a:solidFill>
                  </a:rPr>
                  <a:t>θ</a:t>
                </a:r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154" y="2974349"/>
                <a:ext cx="4467185" cy="807080"/>
              </a:xfrm>
              <a:prstGeom prst="rect">
                <a:avLst/>
              </a:prstGeom>
              <a:blipFill>
                <a:blip r:embed="rId3"/>
                <a:stretch>
                  <a:fillRect l="-1091" t="-4545" r="-546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hlinkClick r:id="" action="ppaction://noaction"/>
          </p:cNvPr>
          <p:cNvSpPr/>
          <p:nvPr/>
        </p:nvSpPr>
        <p:spPr>
          <a:xfrm>
            <a:off x="2819400" y="236621"/>
            <a:ext cx="609600" cy="6096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033" y="723900"/>
            <a:ext cx="5400675" cy="2208770"/>
          </a:xfrm>
          <a:prstGeom prst="rect">
            <a:avLst/>
          </a:prstGeom>
        </p:spPr>
      </p:pic>
      <p:pic>
        <p:nvPicPr>
          <p:cNvPr id="10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969" y="3990687"/>
            <a:ext cx="5638800" cy="1891563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06FF94A-15CA-3D0E-2CEE-F4482CFA5051}"/>
              </a:ext>
            </a:extLst>
          </p:cNvPr>
          <p:cNvGrpSpPr/>
          <p:nvPr/>
        </p:nvGrpSpPr>
        <p:grpSpPr>
          <a:xfrm>
            <a:off x="0" y="6091508"/>
            <a:ext cx="12301844" cy="910938"/>
            <a:chOff x="0" y="6090643"/>
            <a:chExt cx="12301844" cy="91093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C752DF-D98F-8B89-9302-AC9E63BCDDBB}"/>
                </a:ext>
              </a:extLst>
            </p:cNvPr>
            <p:cNvSpPr/>
            <p:nvPr/>
          </p:nvSpPr>
          <p:spPr>
            <a:xfrm>
              <a:off x="0" y="6090643"/>
              <a:ext cx="12191998" cy="7673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F20F7B-FA88-040D-E30F-1909BDA52FDA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8" name="Picture 7" descr="USGS.png">
                <a:extLst>
                  <a:ext uri="{FF2B5EF4-FFF2-40B4-BE49-F238E27FC236}">
                    <a16:creationId xmlns:a16="http://schemas.microsoft.com/office/drawing/2014/main" id="{D84014B7-4C7F-DDE3-FE09-1AE887A4AB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1" name="Picture 10" descr="Horizontal_CMYK_600.tif">
                <a:extLst>
                  <a:ext uri="{FF2B5EF4-FFF2-40B4-BE49-F238E27FC236}">
                    <a16:creationId xmlns:a16="http://schemas.microsoft.com/office/drawing/2014/main" id="{8D4BC9A4-C9B3-961C-1ACE-0A8D5E9911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F4EA759-F408-2604-5B2F-CC2BBC99FE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53329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69940" y="886720"/>
            <a:ext cx="206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 ∆H/L energy cones </a:t>
            </a:r>
          </a:p>
          <a:p>
            <a:pPr algn="ctr"/>
            <a:r>
              <a:rPr lang="en-US" sz="1600" dirty="0"/>
              <a:t>(for 0.0001 to 0.1 km</a:t>
            </a:r>
            <a:r>
              <a:rPr lang="en-US" sz="1600" baseline="30000" dirty="0"/>
              <a:t>3</a:t>
            </a:r>
            <a:r>
              <a:rPr lang="en-US" sz="1600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2" t="11092" r="13047" b="10679"/>
          <a:stretch/>
        </p:blipFill>
        <p:spPr>
          <a:xfrm>
            <a:off x="6271880" y="266343"/>
            <a:ext cx="4396120" cy="6046947"/>
          </a:xfrm>
          <a:prstGeom prst="rect">
            <a:avLst/>
          </a:prstGeo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082" y="4469658"/>
            <a:ext cx="4441798" cy="14900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29498" y="150664"/>
            <a:ext cx="55186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Relationship between PDC volume and H/L is frequently used in energy cone modeling of PDCs</a:t>
            </a:r>
          </a:p>
          <a:p>
            <a:r>
              <a:rPr lang="en-US" dirty="0"/>
              <a:t>(we’ll talk about this more later!)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B9E775A-B41D-88A5-C6C3-90549289C1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0097471"/>
              </p:ext>
            </p:extLst>
          </p:nvPr>
        </p:nvGraphicFramePr>
        <p:xfrm>
          <a:off x="1524000" y="1189672"/>
          <a:ext cx="4826976" cy="2979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AE59E388-5E55-A919-04F6-5AEC5F7BD3D3}"/>
              </a:ext>
            </a:extLst>
          </p:cNvPr>
          <p:cNvGrpSpPr/>
          <p:nvPr/>
        </p:nvGrpSpPr>
        <p:grpSpPr>
          <a:xfrm>
            <a:off x="0" y="6091508"/>
            <a:ext cx="12301844" cy="910938"/>
            <a:chOff x="0" y="6090643"/>
            <a:chExt cx="12301844" cy="91093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606F80-94E9-AED9-23BC-F0B95E20F530}"/>
                </a:ext>
              </a:extLst>
            </p:cNvPr>
            <p:cNvSpPr/>
            <p:nvPr/>
          </p:nvSpPr>
          <p:spPr>
            <a:xfrm>
              <a:off x="0" y="6090643"/>
              <a:ext cx="12191998" cy="7673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051824-16E6-0A27-83DD-397C1685E963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10" name="Picture 9" descr="USGS.png">
                <a:extLst>
                  <a:ext uri="{FF2B5EF4-FFF2-40B4-BE49-F238E27FC236}">
                    <a16:creationId xmlns:a16="http://schemas.microsoft.com/office/drawing/2014/main" id="{C29DBB6A-192E-CC55-0E39-3EB860C4F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1" name="Picture 10" descr="Horizontal_CMYK_600.tif">
                <a:extLst>
                  <a:ext uri="{FF2B5EF4-FFF2-40B4-BE49-F238E27FC236}">
                    <a16:creationId xmlns:a16="http://schemas.microsoft.com/office/drawing/2014/main" id="{E3C72B6B-4E65-4E8C-24FC-3D30D5F855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48F65CAB-E179-3348-D355-9CE7602E4E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13251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6"/>
          <p:cNvSpPr txBox="1">
            <a:spLocks noChangeArrowheads="1"/>
          </p:cNvSpPr>
          <p:nvPr/>
        </p:nvSpPr>
        <p:spPr bwMode="auto">
          <a:xfrm>
            <a:off x="1726030" y="949755"/>
            <a:ext cx="4977702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04040"/>
              </a:buClr>
              <a:buSzPct val="7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use H/L Cone for lahars?</a:t>
            </a: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Lahars may initiate anywhere on the volcano edifice. We can’t know an exact start location in advance.</a:t>
            </a: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Loose pyroclastic flow deposits and ashfall are often the source material for lahars and are most abundant within the H/L cone.</a:t>
            </a: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Lahars gain volume (entrain material) on steep slopes.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059" name="Picture 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0" t="50779" r="2001"/>
          <a:stretch/>
        </p:blipFill>
        <p:spPr bwMode="auto">
          <a:xfrm>
            <a:off x="6845549" y="1721548"/>
            <a:ext cx="35941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19"/>
          <p:cNvSpPr txBox="1">
            <a:spLocks noChangeArrowheads="1"/>
          </p:cNvSpPr>
          <p:nvPr/>
        </p:nvSpPr>
        <p:spPr bwMode="auto">
          <a:xfrm rot="16200000">
            <a:off x="6222287" y="2256077"/>
            <a:ext cx="100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04040"/>
              </a:buClr>
              <a:buSzPct val="7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Volume</a:t>
            </a:r>
          </a:p>
        </p:txBody>
      </p:sp>
      <p:sp>
        <p:nvSpPr>
          <p:cNvPr id="45061" name="Text Box 21"/>
          <p:cNvSpPr txBox="1">
            <a:spLocks noChangeArrowheads="1"/>
          </p:cNvSpPr>
          <p:nvPr/>
        </p:nvSpPr>
        <p:spPr bwMode="auto">
          <a:xfrm>
            <a:off x="7055099" y="1298878"/>
            <a:ext cx="338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04040"/>
              </a:buClr>
              <a:buSzPct val="7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Lahar Mass Balance Analysis</a:t>
            </a:r>
          </a:p>
        </p:txBody>
      </p:sp>
      <p:sp>
        <p:nvSpPr>
          <p:cNvPr id="45064" name="Text Box 24"/>
          <p:cNvSpPr txBox="1">
            <a:spLocks noChangeArrowheads="1"/>
          </p:cNvSpPr>
          <p:nvPr/>
        </p:nvSpPr>
        <p:spPr bwMode="auto">
          <a:xfrm>
            <a:off x="7567862" y="1541169"/>
            <a:ext cx="2497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04040"/>
              </a:buClr>
              <a:buSzPct val="7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CC0000"/>
                </a:solidFill>
                <a:latin typeface="Arial" panose="020B0604020202020204" pitchFamily="34" charset="0"/>
              </a:rPr>
              <a:t>Volume peaks and declines</a:t>
            </a:r>
          </a:p>
        </p:txBody>
      </p:sp>
      <p:sp>
        <p:nvSpPr>
          <p:cNvPr id="45065" name="Text Box 25"/>
          <p:cNvSpPr txBox="1">
            <a:spLocks noChangeArrowheads="1"/>
          </p:cNvSpPr>
          <p:nvPr/>
        </p:nvSpPr>
        <p:spPr bwMode="auto">
          <a:xfrm rot="-2324191">
            <a:off x="7231313" y="2316860"/>
            <a:ext cx="1138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04040"/>
              </a:buClr>
              <a:buSzPct val="7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1">
                <a:solidFill>
                  <a:srgbClr val="CC0000"/>
                </a:solidFill>
                <a:latin typeface="Arial" panose="020B0604020202020204" pitchFamily="34" charset="0"/>
              </a:rPr>
              <a:t>net erosion</a:t>
            </a:r>
          </a:p>
        </p:txBody>
      </p:sp>
      <p:sp>
        <p:nvSpPr>
          <p:cNvPr id="45066" name="Text Box 26"/>
          <p:cNvSpPr txBox="1">
            <a:spLocks noChangeArrowheads="1"/>
          </p:cNvSpPr>
          <p:nvPr/>
        </p:nvSpPr>
        <p:spPr bwMode="auto">
          <a:xfrm rot="2342754">
            <a:off x="8958513" y="2393060"/>
            <a:ext cx="1392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04040"/>
              </a:buClr>
              <a:buSzPct val="7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1">
                <a:solidFill>
                  <a:srgbClr val="CC0000"/>
                </a:solidFill>
                <a:latin typeface="Arial" panose="020B0604020202020204" pitchFamily="34" charset="0"/>
              </a:rPr>
              <a:t>net deposition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74350" y="1707260"/>
            <a:ext cx="284163" cy="1600200"/>
          </a:xfrm>
          <a:prstGeom prst="rect">
            <a:avLst/>
          </a:prstGeom>
          <a:solidFill>
            <a:srgbClr val="FFC000">
              <a:alpha val="27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5071" name="TextBox 1"/>
          <p:cNvSpPr txBox="1">
            <a:spLocks noChangeArrowheads="1"/>
          </p:cNvSpPr>
          <p:nvPr/>
        </p:nvSpPr>
        <p:spPr bwMode="auto">
          <a:xfrm>
            <a:off x="1547695" y="285137"/>
            <a:ext cx="89077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04040"/>
              </a:buClr>
              <a:buSzPct val="85000"/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04040"/>
              </a:buClr>
              <a:buSzPct val="7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04040"/>
              </a:buClr>
              <a:buSzPct val="70000"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Proximal Hazard Zone for LAHARZ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BC307-1D44-D726-D2C0-5A2F2E69D844}"/>
              </a:ext>
            </a:extLst>
          </p:cNvPr>
          <p:cNvSpPr txBox="1"/>
          <p:nvPr/>
        </p:nvSpPr>
        <p:spPr>
          <a:xfrm>
            <a:off x="1722531" y="3944970"/>
            <a:ext cx="87171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So, we start modeling lahars by estimating where on the flanks the flow volume is greatest.</a:t>
            </a:r>
          </a:p>
          <a:p>
            <a:pPr marL="285750" indent="-28575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do this by defining an H/L cone that marks the transition between erosion and deposition. That is, inside the H/L cone, the volume is still increasing. Outside the H/L cone, the volume is maintained or decreasing (depositing).  </a:t>
            </a: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 do we identify an H/L cone that represents this transition?</a:t>
            </a:r>
          </a:p>
          <a:p>
            <a:pPr marL="1314450" lvl="1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net erosion to net deposition</a:t>
            </a:r>
          </a:p>
          <a:p>
            <a:pPr marL="1314450" lvl="1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steep slopes to moderate slopes (20°-30°), that is, find the break in slope</a:t>
            </a:r>
          </a:p>
          <a:p>
            <a:pPr marL="1314450" lvl="1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pyroclastic debris fans to more channelized flows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DC5AB5-E29B-52B7-0C6B-AABC9A2B932E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66F966-F9BB-F9C3-6958-7D4671D96AE2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7CFDC7-C853-7DE3-6F29-8B8C9C8E9250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6" name="Picture 5" descr="USGS.png">
                <a:extLst>
                  <a:ext uri="{FF2B5EF4-FFF2-40B4-BE49-F238E27FC236}">
                    <a16:creationId xmlns:a16="http://schemas.microsoft.com/office/drawing/2014/main" id="{CC33E4C4-DEDF-C32B-6DB2-639E53C5D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7" name="Picture 6" descr="Horizontal_CMYK_600.tif">
                <a:extLst>
                  <a:ext uri="{FF2B5EF4-FFF2-40B4-BE49-F238E27FC236}">
                    <a16:creationId xmlns:a16="http://schemas.microsoft.com/office/drawing/2014/main" id="{FA75267D-26F2-0CA0-63ED-0EEC5DF348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F82B149-9B45-EAD2-F924-22B88C0901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6798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4" descr="Rainier04_mount_rainier_from_st_helens_12-28-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"/>
            <a:ext cx="9144000" cy="6248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Line 5"/>
          <p:cNvSpPr>
            <a:spLocks noChangeShapeType="1"/>
          </p:cNvSpPr>
          <p:nvPr/>
        </p:nvSpPr>
        <p:spPr bwMode="auto">
          <a:xfrm>
            <a:off x="2869271" y="1236948"/>
            <a:ext cx="2619736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4" name="Line 6"/>
          <p:cNvSpPr>
            <a:spLocks noChangeShapeType="1"/>
          </p:cNvSpPr>
          <p:nvPr/>
        </p:nvSpPr>
        <p:spPr bwMode="auto">
          <a:xfrm>
            <a:off x="2869271" y="1236948"/>
            <a:ext cx="0" cy="94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5" name="Text Box 7"/>
          <p:cNvSpPr txBox="1">
            <a:spLocks noChangeArrowheads="1"/>
          </p:cNvSpPr>
          <p:nvPr/>
        </p:nvSpPr>
        <p:spPr bwMode="auto">
          <a:xfrm>
            <a:off x="4002130" y="727618"/>
            <a:ext cx="4347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i="1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46086" name="Text Box 8"/>
          <p:cNvSpPr txBox="1">
            <a:spLocks noChangeArrowheads="1"/>
          </p:cNvSpPr>
          <p:nvPr/>
        </p:nvSpPr>
        <p:spPr bwMode="auto">
          <a:xfrm>
            <a:off x="2302841" y="1673518"/>
            <a:ext cx="4812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i="1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46087" name="Line 9"/>
          <p:cNvSpPr>
            <a:spLocks noChangeShapeType="1"/>
          </p:cNvSpPr>
          <p:nvPr/>
        </p:nvSpPr>
        <p:spPr bwMode="auto">
          <a:xfrm flipH="1" flipV="1">
            <a:off x="2869272" y="2328372"/>
            <a:ext cx="708037" cy="218285"/>
          </a:xfrm>
          <a:prstGeom prst="line">
            <a:avLst/>
          </a:prstGeom>
          <a:noFill/>
          <a:ln w="1143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8" name="Text Box 10"/>
          <p:cNvSpPr txBox="1">
            <a:spLocks noChangeArrowheads="1"/>
          </p:cNvSpPr>
          <p:nvPr/>
        </p:nvSpPr>
        <p:spPr bwMode="auto">
          <a:xfrm>
            <a:off x="3577308" y="2110086"/>
            <a:ext cx="546816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Begin flow hazard-zone computation where</a:t>
            </a:r>
          </a:p>
          <a:p>
            <a:pPr eaLnBrk="1" hangingPunct="1"/>
            <a:r>
              <a:rPr lang="en-US" altLang="en-US" sz="2000" b="1"/>
              <a:t>deposition first exceeds erosion</a:t>
            </a:r>
          </a:p>
        </p:txBody>
      </p:sp>
      <p:sp>
        <p:nvSpPr>
          <p:cNvPr id="46089" name="Text Box 11"/>
          <p:cNvSpPr txBox="1">
            <a:spLocks noChangeArrowheads="1"/>
          </p:cNvSpPr>
          <p:nvPr/>
        </p:nvSpPr>
        <p:spPr bwMode="auto">
          <a:xfrm>
            <a:off x="7400706" y="218287"/>
            <a:ext cx="3110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Mt. Rainier, west side</a:t>
            </a:r>
          </a:p>
        </p:txBody>
      </p:sp>
      <p:sp>
        <p:nvSpPr>
          <p:cNvPr id="46090" name="Freeform 12"/>
          <p:cNvSpPr>
            <a:spLocks/>
          </p:cNvSpPr>
          <p:nvPr/>
        </p:nvSpPr>
        <p:spPr bwMode="auto">
          <a:xfrm>
            <a:off x="4993382" y="1236949"/>
            <a:ext cx="672635" cy="400189"/>
          </a:xfrm>
          <a:custGeom>
            <a:avLst/>
            <a:gdLst>
              <a:gd name="T0" fmla="*/ 887095000 w 456"/>
              <a:gd name="T1" fmla="*/ 20161250 h 264"/>
              <a:gd name="T2" fmla="*/ 524192500 w 456"/>
              <a:gd name="T3" fmla="*/ 20161250 h 264"/>
              <a:gd name="T4" fmla="*/ 282257500 w 456"/>
              <a:gd name="T5" fmla="*/ 141128750 h 264"/>
              <a:gd name="T6" fmla="*/ 40322500 w 456"/>
              <a:gd name="T7" fmla="*/ 262096250 h 264"/>
              <a:gd name="T8" fmla="*/ 40322500 w 456"/>
              <a:gd name="T9" fmla="*/ 383063750 h 264"/>
              <a:gd name="T10" fmla="*/ 40322500 w 456"/>
              <a:gd name="T11" fmla="*/ 624998750 h 264"/>
              <a:gd name="T12" fmla="*/ 161290000 w 456"/>
              <a:gd name="T13" fmla="*/ 624998750 h 264"/>
              <a:gd name="T14" fmla="*/ 403225000 w 456"/>
              <a:gd name="T15" fmla="*/ 624998750 h 264"/>
              <a:gd name="T16" fmla="*/ 645160000 w 456"/>
              <a:gd name="T17" fmla="*/ 624998750 h 264"/>
              <a:gd name="T18" fmla="*/ 766127500 w 456"/>
              <a:gd name="T19" fmla="*/ 624998750 h 264"/>
              <a:gd name="T20" fmla="*/ 1008062500 w 456"/>
              <a:gd name="T21" fmla="*/ 504031250 h 264"/>
              <a:gd name="T22" fmla="*/ 1129030000 w 456"/>
              <a:gd name="T23" fmla="*/ 383063750 h 264"/>
              <a:gd name="T24" fmla="*/ 1129030000 w 456"/>
              <a:gd name="T25" fmla="*/ 262096250 h 264"/>
              <a:gd name="T26" fmla="*/ 1129030000 w 456"/>
              <a:gd name="T27" fmla="*/ 141128750 h 264"/>
              <a:gd name="T28" fmla="*/ 1008062500 w 456"/>
              <a:gd name="T29" fmla="*/ 20161250 h 264"/>
              <a:gd name="T30" fmla="*/ 887095000 w 456"/>
              <a:gd name="T31" fmla="*/ 20161250 h 26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456" h="264">
                <a:moveTo>
                  <a:pt x="352" y="8"/>
                </a:moveTo>
                <a:cubicBezTo>
                  <a:pt x="320" y="8"/>
                  <a:pt x="248" y="0"/>
                  <a:pt x="208" y="8"/>
                </a:cubicBezTo>
                <a:cubicBezTo>
                  <a:pt x="168" y="16"/>
                  <a:pt x="144" y="40"/>
                  <a:pt x="112" y="56"/>
                </a:cubicBezTo>
                <a:cubicBezTo>
                  <a:pt x="80" y="72"/>
                  <a:pt x="32" y="88"/>
                  <a:pt x="16" y="104"/>
                </a:cubicBezTo>
                <a:cubicBezTo>
                  <a:pt x="0" y="120"/>
                  <a:pt x="16" y="128"/>
                  <a:pt x="16" y="152"/>
                </a:cubicBezTo>
                <a:cubicBezTo>
                  <a:pt x="16" y="176"/>
                  <a:pt x="8" y="232"/>
                  <a:pt x="16" y="248"/>
                </a:cubicBezTo>
                <a:cubicBezTo>
                  <a:pt x="24" y="264"/>
                  <a:pt x="40" y="248"/>
                  <a:pt x="64" y="248"/>
                </a:cubicBezTo>
                <a:cubicBezTo>
                  <a:pt x="88" y="248"/>
                  <a:pt x="128" y="248"/>
                  <a:pt x="160" y="248"/>
                </a:cubicBezTo>
                <a:cubicBezTo>
                  <a:pt x="192" y="248"/>
                  <a:pt x="232" y="248"/>
                  <a:pt x="256" y="248"/>
                </a:cubicBezTo>
                <a:cubicBezTo>
                  <a:pt x="280" y="248"/>
                  <a:pt x="280" y="256"/>
                  <a:pt x="304" y="248"/>
                </a:cubicBezTo>
                <a:cubicBezTo>
                  <a:pt x="328" y="240"/>
                  <a:pt x="376" y="216"/>
                  <a:pt x="400" y="200"/>
                </a:cubicBezTo>
                <a:cubicBezTo>
                  <a:pt x="424" y="184"/>
                  <a:pt x="440" y="168"/>
                  <a:pt x="448" y="152"/>
                </a:cubicBezTo>
                <a:cubicBezTo>
                  <a:pt x="456" y="136"/>
                  <a:pt x="448" y="120"/>
                  <a:pt x="448" y="104"/>
                </a:cubicBezTo>
                <a:cubicBezTo>
                  <a:pt x="448" y="88"/>
                  <a:pt x="456" y="72"/>
                  <a:pt x="448" y="56"/>
                </a:cubicBezTo>
                <a:cubicBezTo>
                  <a:pt x="440" y="40"/>
                  <a:pt x="416" y="16"/>
                  <a:pt x="400" y="8"/>
                </a:cubicBezTo>
                <a:cubicBezTo>
                  <a:pt x="384" y="0"/>
                  <a:pt x="384" y="8"/>
                  <a:pt x="352" y="8"/>
                </a:cubicBezTo>
                <a:close/>
              </a:path>
            </a:pathLst>
          </a:custGeom>
          <a:gradFill rotWithShape="1">
            <a:gsLst>
              <a:gs pos="0">
                <a:srgbClr val="FF0000">
                  <a:alpha val="37999"/>
                </a:srgbClr>
              </a:gs>
              <a:gs pos="100000">
                <a:srgbClr val="FFA1A1">
                  <a:alpha val="37999"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1" name="Text Box 13"/>
          <p:cNvSpPr txBox="1">
            <a:spLocks noChangeArrowheads="1"/>
          </p:cNvSpPr>
          <p:nvPr/>
        </p:nvSpPr>
        <p:spPr bwMode="auto">
          <a:xfrm>
            <a:off x="5134988" y="1164186"/>
            <a:ext cx="4235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V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016" y="2971800"/>
            <a:ext cx="5001984" cy="38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157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">
            <a:extLst>
              <a:ext uri="{FF2B5EF4-FFF2-40B4-BE49-F238E27FC236}">
                <a16:creationId xmlns:a16="http://schemas.microsoft.com/office/drawing/2014/main" id="{CC341BB2-6595-5C0F-74DE-2A9EB5027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473" y="1767567"/>
            <a:ext cx="8439912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+mn-lt"/>
              </a:rPr>
              <a:t>PDC deposit fans are useful for choosing an H/L cone/proximal hazard zone</a:t>
            </a:r>
          </a:p>
          <a:p>
            <a:pPr eaLnBrk="1" hangingPunct="1">
              <a:spcBef>
                <a:spcPct val="0"/>
              </a:spcBef>
              <a:buNone/>
            </a:pPr>
            <a:endParaRPr lang="en-US" altLang="en-US" sz="2400" b="1" dirty="0">
              <a:solidFill>
                <a:srgbClr val="FF0000"/>
              </a:solidFill>
              <a:latin typeface="+mn-lt"/>
            </a:endParaRP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Visualize volcano in 3-D: 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Find photos (Google image search, GVP)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Use Google Earth to get oblique views, fly around, and make a topographic profile.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Examine volcano records of past events: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 geologic maps; observatory logs; GVP info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Look at the geomorphology: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landforms, farming, land use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Look for PDC units in the field</a:t>
            </a:r>
            <a:endParaRPr lang="en-US" altLang="en-US" sz="2000" b="1" u="sng" dirty="0">
              <a:latin typeface="+mn-lt"/>
            </a:endParaRP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Examine satellite imagery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Use global record of analog volcanoes (PDC H/L values)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Start with H/L of 0.3 and refine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D6BEE-A3B6-AEA7-5427-7D636898F84E}"/>
              </a:ext>
            </a:extLst>
          </p:cNvPr>
          <p:cNvSpPr txBox="1"/>
          <p:nvPr/>
        </p:nvSpPr>
        <p:spPr>
          <a:xfrm>
            <a:off x="2468386" y="247650"/>
            <a:ext cx="7246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Okay, so how do we choose the H/L value?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07EC575-41F0-FCCF-F395-BB6709D322CB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E92922-8034-E7DC-CDBD-91A11CB73E6A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381A41-FE77-2481-3089-0EE4F55F6626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C37E0E5C-34F8-D270-78CA-EC67321ADB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8" name="Picture 7" descr="Horizontal_CMYK_600.tif">
                <a:extLst>
                  <a:ext uri="{FF2B5EF4-FFF2-40B4-BE49-F238E27FC236}">
                    <a16:creationId xmlns:a16="http://schemas.microsoft.com/office/drawing/2014/main" id="{A14CD1B3-52F7-BF18-169B-D6B6E0B6D1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2A03F68-5E64-BE0B-D14C-09F4240EFE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087636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">
            <a:extLst>
              <a:ext uri="{FF2B5EF4-FFF2-40B4-BE49-F238E27FC236}">
                <a16:creationId xmlns:a16="http://schemas.microsoft.com/office/drawing/2014/main" id="{CC341BB2-6595-5C0F-74DE-2A9EB5027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473" y="1767567"/>
            <a:ext cx="8439912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+mn-lt"/>
              </a:rPr>
              <a:t>PDC deposit fans are useful for choosing an ∆H/L cone/proximal hazard zone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00A9FF"/>
                </a:solidFill>
                <a:latin typeface="+mn-lt"/>
              </a:rPr>
              <a:t>Visualize volcano in 3-D: 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Find photos (Google image search, GVP)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Use Google Earth to get oblique views, fly around, and make a topographic profile.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Examine volcano records of past events: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 geologic maps; observatory logs; GVP info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00A9FF"/>
                </a:solidFill>
                <a:latin typeface="+mn-lt"/>
              </a:rPr>
              <a:t>Look at the geomorphology:</a:t>
            </a:r>
          </a:p>
          <a:p>
            <a:pPr marL="1085850" lvl="1" indent="-342900" eaLnBrk="1" hangingPunct="1">
              <a:spcBef>
                <a:spcPct val="0"/>
              </a:spcBef>
            </a:pPr>
            <a:r>
              <a:rPr lang="en-US" altLang="en-US" sz="1600" dirty="0">
                <a:latin typeface="+mn-lt"/>
              </a:rPr>
              <a:t>landforms, farming, land use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latin typeface="+mn-lt"/>
              </a:rPr>
              <a:t>Look for PDC units in the field</a:t>
            </a:r>
            <a:endParaRPr lang="en-US" altLang="en-US" sz="2000" b="1" u="sng" dirty="0">
              <a:latin typeface="+mn-lt"/>
            </a:endParaRP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00A9FF"/>
                </a:solidFill>
                <a:latin typeface="+mn-lt"/>
              </a:rPr>
              <a:t>Examine satellite imagery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00A9FF"/>
                </a:solidFill>
                <a:latin typeface="+mn-lt"/>
              </a:rPr>
              <a:t>Use global record of analog volcanoes (PDC H/L values)</a:t>
            </a:r>
          </a:p>
          <a:p>
            <a:pPr marL="342900" indent="-342900"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00A9FF"/>
                </a:solidFill>
                <a:latin typeface="+mn-lt"/>
              </a:rPr>
              <a:t>Start with H/L of 0.3 and refine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B0F040-154A-54CE-F989-CA7AADD490EC}"/>
              </a:ext>
            </a:extLst>
          </p:cNvPr>
          <p:cNvSpPr txBox="1"/>
          <p:nvPr/>
        </p:nvSpPr>
        <p:spPr>
          <a:xfrm>
            <a:off x="2468386" y="247650"/>
            <a:ext cx="7246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Okay, so how do we choose the H/L value?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610176-C162-B0C1-3D01-3A5EA98C6DA9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37B5AC-A8B5-13CD-60E3-CE371696E31B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7DAE84B-E786-A098-9CFD-E5AC78E2C43C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13" name="Picture 12" descr="USGS.png">
                <a:extLst>
                  <a:ext uri="{FF2B5EF4-FFF2-40B4-BE49-F238E27FC236}">
                    <a16:creationId xmlns:a16="http://schemas.microsoft.com/office/drawing/2014/main" id="{D51B52DA-4B71-87CD-5B52-55B8F61F9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4" name="Picture 13" descr="Horizontal_CMYK_600.tif">
                <a:extLst>
                  <a:ext uri="{FF2B5EF4-FFF2-40B4-BE49-F238E27FC236}">
                    <a16:creationId xmlns:a16="http://schemas.microsoft.com/office/drawing/2014/main" id="{B96FBD1D-45D6-BA91-DFC1-41F6A5F54F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C866DA9-9EF0-86E0-3974-9DD906F5BD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56774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B52B6-A2A0-6622-17AD-F38C4E5E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38912"/>
            <a:ext cx="9144000" cy="418791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298469C-5473-A71E-943B-FC0EB4CF319C}"/>
              </a:ext>
            </a:extLst>
          </p:cNvPr>
          <p:cNvSpPr/>
          <p:nvPr/>
        </p:nvSpPr>
        <p:spPr>
          <a:xfrm>
            <a:off x="4294632" y="658351"/>
            <a:ext cx="256032" cy="246888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6474C2-5D05-AA7C-1D47-2201BA10006F}"/>
              </a:ext>
            </a:extLst>
          </p:cNvPr>
          <p:cNvSpPr/>
          <p:nvPr/>
        </p:nvSpPr>
        <p:spPr>
          <a:xfrm>
            <a:off x="1524000" y="3389359"/>
            <a:ext cx="1261872" cy="246888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D460E-6459-DA21-7B7C-FF527A137A69}"/>
              </a:ext>
            </a:extLst>
          </p:cNvPr>
          <p:cNvSpPr txBox="1"/>
          <p:nvPr/>
        </p:nvSpPr>
        <p:spPr>
          <a:xfrm>
            <a:off x="1743034" y="4704353"/>
            <a:ext cx="62362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the “Add path” button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the map to make a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 and save the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Right click on the path name under “Places”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“show elevation profile”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 careful: the slope values given in Google Earth are local, not H/L from the summit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3A5F80-ED1F-34B7-80A7-F7B34B44D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952" y="4228422"/>
            <a:ext cx="1811356" cy="219918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69658E1-17ED-E6F1-6A7B-0F78BC048D83}"/>
              </a:ext>
            </a:extLst>
          </p:cNvPr>
          <p:cNvSpPr/>
          <p:nvPr/>
        </p:nvSpPr>
        <p:spPr>
          <a:xfrm>
            <a:off x="8345846" y="6051221"/>
            <a:ext cx="1261872" cy="246888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6ED32-F4C3-6364-A757-64BDCDDAA6FC}"/>
              </a:ext>
            </a:extLst>
          </p:cNvPr>
          <p:cNvSpPr txBox="1"/>
          <p:nvPr/>
        </p:nvSpPr>
        <p:spPr>
          <a:xfrm>
            <a:off x="4294632" y="29540"/>
            <a:ext cx="4585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solidFill>
                  <a:srgbClr val="FF0000"/>
                </a:solidFill>
              </a:rPr>
              <a:t>Visualize volcano in 3-D </a:t>
            </a:r>
          </a:p>
        </p:txBody>
      </p:sp>
    </p:spTree>
    <p:extLst>
      <p:ext uri="{BB962C8B-B14F-4D97-AF65-F5344CB8AC3E}">
        <p14:creationId xmlns:p14="http://schemas.microsoft.com/office/powerpoint/2010/main" val="3832246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9367D04-2573-8054-ED62-777CACE41F49}"/>
              </a:ext>
            </a:extLst>
          </p:cNvPr>
          <p:cNvGrpSpPr/>
          <p:nvPr/>
        </p:nvGrpSpPr>
        <p:grpSpPr>
          <a:xfrm>
            <a:off x="1620006" y="390878"/>
            <a:ext cx="9023378" cy="6460293"/>
            <a:chOff x="4298978" y="3366452"/>
            <a:chExt cx="4876800" cy="34915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F663B2D-31DF-CC20-213C-9E5F22A6F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8978" y="3366452"/>
              <a:ext cx="4876800" cy="349154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65947B-1B9F-AC4A-084E-FCD719481433}"/>
                </a:ext>
              </a:extLst>
            </p:cNvPr>
            <p:cNvSpPr txBox="1"/>
            <p:nvPr/>
          </p:nvSpPr>
          <p:spPr>
            <a:xfrm>
              <a:off x="8692911" y="6121953"/>
              <a:ext cx="414682" cy="199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0.2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F11CEA6-3C84-8E2E-8BDD-A7224A51C38E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>
              <a:off x="8692911" y="6221758"/>
              <a:ext cx="0" cy="41047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4233F4-00C3-44E3-2882-31B3474F49E1}"/>
                </a:ext>
              </a:extLst>
            </p:cNvPr>
            <p:cNvSpPr txBox="1"/>
            <p:nvPr/>
          </p:nvSpPr>
          <p:spPr>
            <a:xfrm>
              <a:off x="4845071" y="6426997"/>
              <a:ext cx="454292" cy="199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0.6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4A4B1DF-4594-2792-3680-CB128604BD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9200" y="6119960"/>
              <a:ext cx="0" cy="2881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8DFCF4-1C87-9270-E4D6-75B12014C9A7}"/>
                </a:ext>
              </a:extLst>
            </p:cNvPr>
            <p:cNvSpPr txBox="1"/>
            <p:nvPr/>
          </p:nvSpPr>
          <p:spPr>
            <a:xfrm>
              <a:off x="6359539" y="5975866"/>
              <a:ext cx="503512" cy="2071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0.4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A0A16E2-A538-F905-A8F5-17F49E70DC31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>
              <a:off x="6359539" y="6079428"/>
              <a:ext cx="0" cy="40672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7B19413-B71D-36F4-3367-398157294287}"/>
                </a:ext>
              </a:extLst>
            </p:cNvPr>
            <p:cNvCxnSpPr>
              <a:cxnSpLocks/>
            </p:cNvCxnSpPr>
            <p:nvPr/>
          </p:nvCxnSpPr>
          <p:spPr>
            <a:xfrm>
              <a:off x="7543800" y="6264054"/>
              <a:ext cx="0" cy="3256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E9ECFD-C777-C7C3-B6EA-5FEDA912235C}"/>
              </a:ext>
            </a:extLst>
          </p:cNvPr>
          <p:cNvCxnSpPr>
            <a:cxnSpLocks/>
          </p:cNvCxnSpPr>
          <p:nvPr/>
        </p:nvCxnSpPr>
        <p:spPr>
          <a:xfrm>
            <a:off x="1944624" y="4916424"/>
            <a:ext cx="5679166" cy="1447800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49FE58-59D3-F177-B739-E30424FD8662}"/>
              </a:ext>
            </a:extLst>
          </p:cNvPr>
          <p:cNvCxnSpPr>
            <a:cxnSpLocks/>
          </p:cNvCxnSpPr>
          <p:nvPr/>
        </p:nvCxnSpPr>
        <p:spPr>
          <a:xfrm>
            <a:off x="1952824" y="4916425"/>
            <a:ext cx="3479768" cy="1246729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6753EF-21BE-5E05-EE0A-3BC27E6FDDCF}"/>
              </a:ext>
            </a:extLst>
          </p:cNvPr>
          <p:cNvCxnSpPr>
            <a:cxnSpLocks/>
          </p:cNvCxnSpPr>
          <p:nvPr/>
        </p:nvCxnSpPr>
        <p:spPr>
          <a:xfrm>
            <a:off x="1961024" y="4917300"/>
            <a:ext cx="7756000" cy="1540608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8C9E429-5102-361D-7671-3E4E17C021E5}"/>
              </a:ext>
            </a:extLst>
          </p:cNvPr>
          <p:cNvSpPr txBox="1"/>
          <p:nvPr/>
        </p:nvSpPr>
        <p:spPr>
          <a:xfrm>
            <a:off x="7363702" y="537335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EC6EB4-22F6-DD94-380A-320CAE33B11E}"/>
              </a:ext>
            </a:extLst>
          </p:cNvPr>
          <p:cNvSpPr txBox="1"/>
          <p:nvPr/>
        </p:nvSpPr>
        <p:spPr>
          <a:xfrm>
            <a:off x="7202424" y="6422804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8 degrees locally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829F8A-C522-5964-DDD3-F94EAA9F46B1}"/>
              </a:ext>
            </a:extLst>
          </p:cNvPr>
          <p:cNvSpPr txBox="1"/>
          <p:nvPr/>
        </p:nvSpPr>
        <p:spPr>
          <a:xfrm>
            <a:off x="9179122" y="6495003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6 degrees locally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8151DC9-5FDA-8045-F58C-7431E1B19ECA}"/>
              </a:ext>
            </a:extLst>
          </p:cNvPr>
          <p:cNvSpPr/>
          <p:nvPr/>
        </p:nvSpPr>
        <p:spPr>
          <a:xfrm>
            <a:off x="8497824" y="746040"/>
            <a:ext cx="76200" cy="762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BD7B8C-BE05-3B23-06C1-3982392B3EDF}"/>
              </a:ext>
            </a:extLst>
          </p:cNvPr>
          <p:cNvSpPr/>
          <p:nvPr/>
        </p:nvSpPr>
        <p:spPr>
          <a:xfrm>
            <a:off x="7202424" y="2020824"/>
            <a:ext cx="76200" cy="762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25525F-10ED-38FD-B339-803E8B886385}"/>
              </a:ext>
            </a:extLst>
          </p:cNvPr>
          <p:cNvSpPr/>
          <p:nvPr/>
        </p:nvSpPr>
        <p:spPr>
          <a:xfrm>
            <a:off x="5432592" y="2706624"/>
            <a:ext cx="76200" cy="762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D08085-0129-FA77-4DA4-A0AAA38A5093}"/>
              </a:ext>
            </a:extLst>
          </p:cNvPr>
          <p:cNvSpPr/>
          <p:nvPr/>
        </p:nvSpPr>
        <p:spPr>
          <a:xfrm>
            <a:off x="3048653" y="3468624"/>
            <a:ext cx="76200" cy="762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1AA0D-F86F-5A3B-FA0B-AD412F559283}"/>
              </a:ext>
            </a:extLst>
          </p:cNvPr>
          <p:cNvSpPr txBox="1"/>
          <p:nvPr/>
        </p:nvSpPr>
        <p:spPr>
          <a:xfrm>
            <a:off x="8535925" y="623935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upper flank=0.6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907C0-FDE0-CBD8-A99B-FA26CFA7D43F}"/>
              </a:ext>
            </a:extLst>
          </p:cNvPr>
          <p:cNvSpPr txBox="1"/>
          <p:nvPr/>
        </p:nvSpPr>
        <p:spPr>
          <a:xfrm>
            <a:off x="7295163" y="1912358"/>
            <a:ext cx="216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of lava flows=0.4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E01E84-2718-E80B-0FC4-F9C882727440}"/>
              </a:ext>
            </a:extLst>
          </p:cNvPr>
          <p:cNvSpPr txBox="1"/>
          <p:nvPr/>
        </p:nvSpPr>
        <p:spPr>
          <a:xfrm>
            <a:off x="5526557" y="2740360"/>
            <a:ext cx="2910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of most deposit fans=0.3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2DE9B-DD18-78DE-6511-0F4D3489E4C6}"/>
              </a:ext>
            </a:extLst>
          </p:cNvPr>
          <p:cNvSpPr txBox="1"/>
          <p:nvPr/>
        </p:nvSpPr>
        <p:spPr>
          <a:xfrm>
            <a:off x="2987675" y="3543645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of PDCs=0.2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787E29-48DE-93FE-E962-E78AB4C53A7C}"/>
              </a:ext>
            </a:extLst>
          </p:cNvPr>
          <p:cNvSpPr txBox="1"/>
          <p:nvPr/>
        </p:nvSpPr>
        <p:spPr>
          <a:xfrm>
            <a:off x="4504944" y="-53233"/>
            <a:ext cx="4585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solidFill>
                  <a:srgbClr val="FF0000"/>
                </a:solidFill>
              </a:rPr>
              <a:t>Visualize volcano in 3-D </a:t>
            </a:r>
          </a:p>
        </p:txBody>
      </p:sp>
    </p:spTree>
    <p:extLst>
      <p:ext uri="{BB962C8B-B14F-4D97-AF65-F5344CB8AC3E}">
        <p14:creationId xmlns:p14="http://schemas.microsoft.com/office/powerpoint/2010/main" val="18581226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field&#10;&#10;Description automatically generated with low confidence">
            <a:extLst>
              <a:ext uri="{FF2B5EF4-FFF2-40B4-BE49-F238E27FC236}">
                <a16:creationId xmlns:a16="http://schemas.microsoft.com/office/drawing/2014/main" id="{95B15422-260B-C1D1-2D62-5318E603A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84" y="3352800"/>
            <a:ext cx="4891358" cy="3200400"/>
          </a:xfrm>
          <a:prstGeom prst="rect">
            <a:avLst/>
          </a:prstGeom>
        </p:spPr>
      </p:pic>
      <p:pic>
        <p:nvPicPr>
          <p:cNvPr id="10" name="Picture 9" descr="A picture containing text, nature, businesscard, night sky&#10;&#10;Description automatically generated">
            <a:extLst>
              <a:ext uri="{FF2B5EF4-FFF2-40B4-BE49-F238E27FC236}">
                <a16:creationId xmlns:a16="http://schemas.microsoft.com/office/drawing/2014/main" id="{2BDE6B2A-2440-DA92-B0F0-354B696AE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1"/>
            <a:ext cx="6429850" cy="33528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458A50-6999-B0BB-A7C0-85D2CD0E9667}"/>
              </a:ext>
            </a:extLst>
          </p:cNvPr>
          <p:cNvSpPr txBox="1"/>
          <p:nvPr/>
        </p:nvSpPr>
        <p:spPr>
          <a:xfrm>
            <a:off x="1524001" y="3123704"/>
            <a:ext cx="39164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Landsat/Copernicus satellite base image courtesy of Google Earth © Maxar Technologies.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3EDBD1-2BFE-34A8-FBFC-31EA525469F3}"/>
              </a:ext>
            </a:extLst>
          </p:cNvPr>
          <p:cNvSpPr txBox="1"/>
          <p:nvPr/>
        </p:nvSpPr>
        <p:spPr>
          <a:xfrm>
            <a:off x="1491212" y="6319141"/>
            <a:ext cx="13516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chemeClr val="bg1"/>
                </a:solidFill>
              </a:rPr>
              <a:t>Mayon</a:t>
            </a:r>
            <a:r>
              <a:rPr lang="en-US" sz="800" dirty="0">
                <a:solidFill>
                  <a:schemeClr val="bg1"/>
                </a:solidFill>
              </a:rPr>
              <a:t> in 1984, USGS photo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12F0EB-A04F-0072-6B34-33F824022861}"/>
              </a:ext>
            </a:extLst>
          </p:cNvPr>
          <p:cNvSpPr txBox="1"/>
          <p:nvPr/>
        </p:nvSpPr>
        <p:spPr>
          <a:xfrm>
            <a:off x="2214926" y="3375638"/>
            <a:ext cx="2924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/>
              <a:t>Google Search “GVP </a:t>
            </a:r>
            <a:r>
              <a:rPr lang="en-US" altLang="en-US" b="1" dirty="0" err="1"/>
              <a:t>Mayon</a:t>
            </a:r>
            <a:r>
              <a:rPr lang="en-US" altLang="en-US" b="1" dirty="0"/>
              <a:t>”</a:t>
            </a:r>
          </a:p>
        </p:txBody>
      </p:sp>
      <p:sp>
        <p:nvSpPr>
          <p:cNvPr id="21" name="Text Box 32">
            <a:extLst>
              <a:ext uri="{FF2B5EF4-FFF2-40B4-BE49-F238E27FC236}">
                <a16:creationId xmlns:a16="http://schemas.microsoft.com/office/drawing/2014/main" id="{404AF041-4E2D-C920-BF84-049FED8FD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875"/>
            <a:ext cx="8001000" cy="369332"/>
          </a:xfrm>
          <a:prstGeom prst="rect">
            <a:avLst/>
          </a:prstGeom>
          <a:solidFill>
            <a:schemeClr val="tx1">
              <a:alpha val="78822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</a:rPr>
              <a:t>Look for evidence of pyroclastic density currents to help define an H/L ratio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8A4F0-72C9-67D4-1125-C16175FF744F}"/>
              </a:ext>
            </a:extLst>
          </p:cNvPr>
          <p:cNvSpPr txBox="1"/>
          <p:nvPr/>
        </p:nvSpPr>
        <p:spPr>
          <a:xfrm>
            <a:off x="7953850" y="509216"/>
            <a:ext cx="271415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FF0000"/>
                </a:solidFill>
              </a:rPr>
              <a:t>Look at the geomorphology</a:t>
            </a: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FF0000"/>
                </a:solidFill>
              </a:rPr>
              <a:t>Examine satellite imagery</a:t>
            </a: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600" b="1" dirty="0">
              <a:solidFill>
                <a:srgbClr val="FF0000"/>
              </a:solidFill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E03DF-7B42-8827-6A91-7A3823060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765" y="3311864"/>
            <a:ext cx="4160170" cy="3488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EEDB30-D0F4-5D33-DC36-9C884B5C34D7}"/>
              </a:ext>
            </a:extLst>
          </p:cNvPr>
          <p:cNvSpPr txBox="1"/>
          <p:nvPr/>
        </p:nvSpPr>
        <p:spPr>
          <a:xfrm>
            <a:off x="7055930" y="3339148"/>
            <a:ext cx="2191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solidFill>
                  <a:schemeClr val="bg1"/>
                </a:solidFill>
              </a:rPr>
              <a:t>Google Earth Mayon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275422" y="2057401"/>
            <a:ext cx="3379130" cy="40687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∆H/L values range from ~0.04 for very large ignimbrites to 0.8 for very small dome-collapses or rockfalls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Mean: 0.30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Median: 0.30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Most (80%) of ∆H/L values fall between 0.15 and 0.44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75422" y="917530"/>
            <a:ext cx="3379130" cy="990600"/>
          </a:xfrm>
        </p:spPr>
        <p:txBody>
          <a:bodyPr/>
          <a:lstStyle/>
          <a:p>
            <a:pPr marL="342900" indent="-342900"/>
            <a:r>
              <a:rPr lang="en-US" altLang="en-US" sz="2400" dirty="0">
                <a:solidFill>
                  <a:srgbClr val="FF0000"/>
                </a:solidFill>
                <a:latin typeface="+mn-lt"/>
              </a:rPr>
              <a:t>Use global record of analog volcanoes (PDC H/L values)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84EE9CC6-6C87-ED92-A33B-9E2E02D32F6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2857290"/>
                  </p:ext>
                </p:extLst>
              </p:nvPr>
            </p:nvGraphicFramePr>
            <p:xfrm>
              <a:off x="4721817" y="707218"/>
              <a:ext cx="5343525" cy="492722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84EE9CC6-6C87-ED92-A33B-9E2E02D32F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1817" y="707218"/>
                <a:ext cx="5343525" cy="4927228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6820AE4-C613-C142-E31F-28FD87A4BBDE}"/>
              </a:ext>
            </a:extLst>
          </p:cNvPr>
          <p:cNvSpPr txBox="1"/>
          <p:nvPr/>
        </p:nvSpPr>
        <p:spPr>
          <a:xfrm>
            <a:off x="5839968" y="575683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</a:pPr>
            <a:r>
              <a:rPr lang="en-US" altLang="en-US" b="1" dirty="0">
                <a:solidFill>
                  <a:srgbClr val="FF0000"/>
                </a:solidFill>
              </a:rPr>
              <a:t>Start with H/L of 0.3 and refine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DA6662-695B-6F3C-79C1-246C9C40CAB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547431" y="5277080"/>
            <a:ext cx="2292537" cy="6644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C9D8718-931C-6957-813B-F421A9F13679}"/>
              </a:ext>
            </a:extLst>
          </p:cNvPr>
          <p:cNvGrpSpPr/>
          <p:nvPr/>
        </p:nvGrpSpPr>
        <p:grpSpPr>
          <a:xfrm>
            <a:off x="0" y="6150782"/>
            <a:ext cx="12301844" cy="851664"/>
            <a:chOff x="0" y="6149917"/>
            <a:chExt cx="12301844" cy="851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466BD5-AAF5-3412-7350-433FB1E00A7B}"/>
                </a:ext>
              </a:extLst>
            </p:cNvPr>
            <p:cNvSpPr/>
            <p:nvPr/>
          </p:nvSpPr>
          <p:spPr>
            <a:xfrm>
              <a:off x="0" y="6149917"/>
              <a:ext cx="12191998" cy="708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539F075-35E0-FBE0-04D3-C6C7AA060265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10" name="Picture 9" descr="USGS.png">
                <a:extLst>
                  <a:ext uri="{FF2B5EF4-FFF2-40B4-BE49-F238E27FC236}">
                    <a16:creationId xmlns:a16="http://schemas.microsoft.com/office/drawing/2014/main" id="{991BDDC8-E9E3-D2FE-7F79-413D62911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1" name="Picture 10" descr="Horizontal_CMYK_600.tif">
                <a:extLst>
                  <a:ext uri="{FF2B5EF4-FFF2-40B4-BE49-F238E27FC236}">
                    <a16:creationId xmlns:a16="http://schemas.microsoft.com/office/drawing/2014/main" id="{6D17D586-61F1-3795-F528-584D4634A1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AAB3B39-4F90-86E4-0726-C2241CB2C2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12645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b="27784"/>
          <a:stretch/>
        </p:blipFill>
        <p:spPr>
          <a:xfrm>
            <a:off x="1981200" y="914401"/>
            <a:ext cx="8077200" cy="5182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7D0E4E-D3F6-0BBD-3110-86DD48F29387}"/>
              </a:ext>
            </a:extLst>
          </p:cNvPr>
          <p:cNvSpPr txBox="1"/>
          <p:nvPr/>
        </p:nvSpPr>
        <p:spPr>
          <a:xfrm>
            <a:off x="3328416" y="320550"/>
            <a:ext cx="538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Special Cases: not a nice pointy volcano?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E4CC26-F4CE-53E8-4E81-DBF4E0B67B2A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20B2FC8-0A70-C6F5-557D-24CECC73BCD1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685A14E-CB38-FEFF-2CCB-D5563B23436D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7" name="Picture 6" descr="USGS.png">
                <a:extLst>
                  <a:ext uri="{FF2B5EF4-FFF2-40B4-BE49-F238E27FC236}">
                    <a16:creationId xmlns:a16="http://schemas.microsoft.com/office/drawing/2014/main" id="{9C205F00-F11B-53B4-2E49-CD9709897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8" name="Picture 7" descr="Horizontal_CMYK_600.tif">
                <a:extLst>
                  <a:ext uri="{FF2B5EF4-FFF2-40B4-BE49-F238E27FC236}">
                    <a16:creationId xmlns:a16="http://schemas.microsoft.com/office/drawing/2014/main" id="{CD6AA46B-A06E-7157-8AC0-3FB754DFD5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C41A272-C4B2-9825-78C2-55283CC88B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585764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981200" y="914401"/>
            <a:ext cx="8077200" cy="5182161"/>
            <a:chOff x="457200" y="914400"/>
            <a:chExt cx="8077200" cy="518216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66" b="27784"/>
            <a:stretch/>
          </p:blipFill>
          <p:spPr>
            <a:xfrm>
              <a:off x="457200" y="914400"/>
              <a:ext cx="8077200" cy="5182161"/>
            </a:xfrm>
            <a:prstGeom prst="rect">
              <a:avLst/>
            </a:prstGeom>
          </p:spPr>
        </p:pic>
        <p:sp>
          <p:nvSpPr>
            <p:cNvPr id="3" name="Isosceles Triangle 2"/>
            <p:cNvSpPr/>
            <p:nvPr/>
          </p:nvSpPr>
          <p:spPr>
            <a:xfrm>
              <a:off x="2743200" y="2819400"/>
              <a:ext cx="2667000" cy="762000"/>
            </a:xfrm>
            <a:prstGeom prst="triangle">
              <a:avLst/>
            </a:prstGeom>
            <a:solidFill>
              <a:srgbClr val="FF0000">
                <a:alpha val="32157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4069773" y="2819400"/>
              <a:ext cx="0" cy="381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343400" y="2743200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prstClr val="black"/>
                  </a:solidFill>
                  <a:latin typeface="Arial" panose="020B0604020202020204" pitchFamily="34" charset="0"/>
                </a:rPr>
                <a:t>250 m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76743A4-E240-321C-6D4A-70D2036E1193}"/>
              </a:ext>
            </a:extLst>
          </p:cNvPr>
          <p:cNvSpPr txBox="1"/>
          <p:nvPr/>
        </p:nvSpPr>
        <p:spPr>
          <a:xfrm>
            <a:off x="3404616" y="83404"/>
            <a:ext cx="53827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Special Cases: not a nice pointy volcano?</a:t>
            </a:r>
          </a:p>
          <a:p>
            <a:r>
              <a:rPr lang="en-US" sz="2400" b="1" dirty="0"/>
              <a:t>Add elevation in LAHARZ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693F06-826F-4BAF-FB1C-E1B50B89A69B}"/>
              </a:ext>
            </a:extLst>
          </p:cNvPr>
          <p:cNvGrpSpPr/>
          <p:nvPr/>
        </p:nvGrpSpPr>
        <p:grpSpPr>
          <a:xfrm>
            <a:off x="0" y="6362366"/>
            <a:ext cx="12301844" cy="640080"/>
            <a:chOff x="0" y="6361501"/>
            <a:chExt cx="12301844" cy="64008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8A584B-4C8D-BCF5-1A56-540CE8A4038A}"/>
                </a:ext>
              </a:extLst>
            </p:cNvPr>
            <p:cNvSpPr/>
            <p:nvPr/>
          </p:nvSpPr>
          <p:spPr>
            <a:xfrm>
              <a:off x="0" y="6448376"/>
              <a:ext cx="12191998" cy="409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5ACE27-6BA9-042C-AD99-5B522459AA0E}"/>
                </a:ext>
              </a:extLst>
            </p:cNvPr>
            <p:cNvGrpSpPr/>
            <p:nvPr/>
          </p:nvGrpSpPr>
          <p:grpSpPr>
            <a:xfrm>
              <a:off x="2" y="6361501"/>
              <a:ext cx="12301842" cy="640080"/>
              <a:chOff x="2" y="6361501"/>
              <a:chExt cx="12301842" cy="640080"/>
            </a:xfrm>
          </p:grpSpPr>
          <p:pic>
            <p:nvPicPr>
              <p:cNvPr id="11" name="Picture 10" descr="USGS.png">
                <a:extLst>
                  <a:ext uri="{FF2B5EF4-FFF2-40B4-BE49-F238E27FC236}">
                    <a16:creationId xmlns:a16="http://schemas.microsoft.com/office/drawing/2014/main" id="{576CD93B-0DFC-DC82-7E48-4765A37BA6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" y="6448376"/>
                <a:ext cx="1239715" cy="457200"/>
              </a:xfrm>
              <a:prstGeom prst="rect">
                <a:avLst/>
              </a:prstGeom>
            </p:spPr>
          </p:pic>
          <p:pic>
            <p:nvPicPr>
              <p:cNvPr id="12" name="Picture 11" descr="Horizontal_CMYK_600.tif">
                <a:extLst>
                  <a:ext uri="{FF2B5EF4-FFF2-40B4-BE49-F238E27FC236}">
                    <a16:creationId xmlns:a16="http://schemas.microsoft.com/office/drawing/2014/main" id="{F229039D-DBB2-4B41-9735-3FC7C3B0C9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29"/>
              <a:stretch/>
            </p:blipFill>
            <p:spPr>
              <a:xfrm>
                <a:off x="11239499" y="6361501"/>
                <a:ext cx="1062345" cy="64008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BA5CF7F-3465-DD06-D0DB-ACE27EDCC4C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438" b="25496"/>
              <a:stretch/>
            </p:blipFill>
            <p:spPr>
              <a:xfrm>
                <a:off x="5625720" y="6537198"/>
                <a:ext cx="921511" cy="3017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38580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1B0457-396D-68B6-EDB3-21758D7F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81" y="0"/>
            <a:ext cx="9764638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C74A7-E762-F9FF-14EA-12B1DA3DD521}"/>
              </a:ext>
            </a:extLst>
          </p:cNvPr>
          <p:cNvSpPr/>
          <p:nvPr/>
        </p:nvSpPr>
        <p:spPr>
          <a:xfrm>
            <a:off x="3349487" y="1509223"/>
            <a:ext cx="5734878" cy="1194221"/>
          </a:xfrm>
          <a:custGeom>
            <a:avLst/>
            <a:gdLst>
              <a:gd name="connsiteX0" fmla="*/ 0 w 5734878"/>
              <a:gd name="connsiteY0" fmla="*/ 1476599 h 1541203"/>
              <a:gd name="connsiteX1" fmla="*/ 1311965 w 5734878"/>
              <a:gd name="connsiteY1" fmla="*/ 805708 h 1541203"/>
              <a:gd name="connsiteX2" fmla="*/ 2589143 w 5734878"/>
              <a:gd name="connsiteY2" fmla="*/ 638 h 1541203"/>
              <a:gd name="connsiteX3" fmla="*/ 3776870 w 5734878"/>
              <a:gd name="connsiteY3" fmla="*/ 686438 h 1541203"/>
              <a:gd name="connsiteX4" fmla="*/ 5734878 w 5734878"/>
              <a:gd name="connsiteY4" fmla="*/ 1541203 h 1541203"/>
              <a:gd name="connsiteX0" fmla="*/ 0 w 5734878"/>
              <a:gd name="connsiteY0" fmla="*/ 1150077 h 1214681"/>
              <a:gd name="connsiteX1" fmla="*/ 1311965 w 5734878"/>
              <a:gd name="connsiteY1" fmla="*/ 479186 h 1214681"/>
              <a:gd name="connsiteX2" fmla="*/ 2554356 w 5734878"/>
              <a:gd name="connsiteY2" fmla="*/ 2107 h 1214681"/>
              <a:gd name="connsiteX3" fmla="*/ 3776870 w 5734878"/>
              <a:gd name="connsiteY3" fmla="*/ 359916 h 1214681"/>
              <a:gd name="connsiteX4" fmla="*/ 5734878 w 5734878"/>
              <a:gd name="connsiteY4" fmla="*/ 1214681 h 1214681"/>
              <a:gd name="connsiteX0" fmla="*/ 0 w 5734878"/>
              <a:gd name="connsiteY0" fmla="*/ 1130524 h 1195128"/>
              <a:gd name="connsiteX1" fmla="*/ 1311965 w 5734878"/>
              <a:gd name="connsiteY1" fmla="*/ 459633 h 1195128"/>
              <a:gd name="connsiteX2" fmla="*/ 2295939 w 5734878"/>
              <a:gd name="connsiteY2" fmla="*/ 2432 h 1195128"/>
              <a:gd name="connsiteX3" fmla="*/ 3776870 w 5734878"/>
              <a:gd name="connsiteY3" fmla="*/ 340363 h 1195128"/>
              <a:gd name="connsiteX4" fmla="*/ 5734878 w 5734878"/>
              <a:gd name="connsiteY4" fmla="*/ 1195128 h 1195128"/>
              <a:gd name="connsiteX0" fmla="*/ 0 w 5734878"/>
              <a:gd name="connsiteY0" fmla="*/ 1140760 h 1205364"/>
              <a:gd name="connsiteX1" fmla="*/ 1311965 w 5734878"/>
              <a:gd name="connsiteY1" fmla="*/ 469869 h 1205364"/>
              <a:gd name="connsiteX2" fmla="*/ 2295939 w 5734878"/>
              <a:gd name="connsiteY2" fmla="*/ 12668 h 1205364"/>
              <a:gd name="connsiteX3" fmla="*/ 3220278 w 5734878"/>
              <a:gd name="connsiteY3" fmla="*/ 146846 h 1205364"/>
              <a:gd name="connsiteX4" fmla="*/ 3776870 w 5734878"/>
              <a:gd name="connsiteY4" fmla="*/ 350599 h 1205364"/>
              <a:gd name="connsiteX5" fmla="*/ 5734878 w 5734878"/>
              <a:gd name="connsiteY5" fmla="*/ 1205364 h 1205364"/>
              <a:gd name="connsiteX0" fmla="*/ 0 w 5734878"/>
              <a:gd name="connsiteY0" fmla="*/ 1175579 h 1240183"/>
              <a:gd name="connsiteX1" fmla="*/ 1311965 w 5734878"/>
              <a:gd name="connsiteY1" fmla="*/ 504688 h 1240183"/>
              <a:gd name="connsiteX2" fmla="*/ 2295939 w 5734878"/>
              <a:gd name="connsiteY2" fmla="*/ 47487 h 1240183"/>
              <a:gd name="connsiteX3" fmla="*/ 2852530 w 5734878"/>
              <a:gd name="connsiteY3" fmla="*/ 52457 h 1240183"/>
              <a:gd name="connsiteX4" fmla="*/ 3776870 w 5734878"/>
              <a:gd name="connsiteY4" fmla="*/ 385418 h 1240183"/>
              <a:gd name="connsiteX5" fmla="*/ 5734878 w 5734878"/>
              <a:gd name="connsiteY5" fmla="*/ 1240183 h 1240183"/>
              <a:gd name="connsiteX0" fmla="*/ 0 w 5734878"/>
              <a:gd name="connsiteY0" fmla="*/ 1156042 h 1220646"/>
              <a:gd name="connsiteX1" fmla="*/ 1311965 w 5734878"/>
              <a:gd name="connsiteY1" fmla="*/ 485151 h 1220646"/>
              <a:gd name="connsiteX2" fmla="*/ 2295939 w 5734878"/>
              <a:gd name="connsiteY2" fmla="*/ 27950 h 1220646"/>
              <a:gd name="connsiteX3" fmla="*/ 2852530 w 5734878"/>
              <a:gd name="connsiteY3" fmla="*/ 32920 h 1220646"/>
              <a:gd name="connsiteX4" fmla="*/ 3776870 w 5734878"/>
              <a:gd name="connsiteY4" fmla="*/ 365881 h 1220646"/>
              <a:gd name="connsiteX5" fmla="*/ 5734878 w 5734878"/>
              <a:gd name="connsiteY5" fmla="*/ 1220646 h 1220646"/>
              <a:gd name="connsiteX0" fmla="*/ 0 w 5734878"/>
              <a:gd name="connsiteY0" fmla="*/ 1147673 h 1212277"/>
              <a:gd name="connsiteX1" fmla="*/ 1311965 w 5734878"/>
              <a:gd name="connsiteY1" fmla="*/ 476782 h 1212277"/>
              <a:gd name="connsiteX2" fmla="*/ 2295939 w 5734878"/>
              <a:gd name="connsiteY2" fmla="*/ 19581 h 1212277"/>
              <a:gd name="connsiteX3" fmla="*/ 2852530 w 5734878"/>
              <a:gd name="connsiteY3" fmla="*/ 24551 h 1212277"/>
              <a:gd name="connsiteX4" fmla="*/ 3776870 w 5734878"/>
              <a:gd name="connsiteY4" fmla="*/ 357512 h 1212277"/>
              <a:gd name="connsiteX5" fmla="*/ 5734878 w 5734878"/>
              <a:gd name="connsiteY5" fmla="*/ 1212277 h 1212277"/>
              <a:gd name="connsiteX0" fmla="*/ 0 w 5734878"/>
              <a:gd name="connsiteY0" fmla="*/ 1129617 h 1194221"/>
              <a:gd name="connsiteX1" fmla="*/ 1311965 w 5734878"/>
              <a:gd name="connsiteY1" fmla="*/ 458726 h 1194221"/>
              <a:gd name="connsiteX2" fmla="*/ 2295939 w 5734878"/>
              <a:gd name="connsiteY2" fmla="*/ 1525 h 1194221"/>
              <a:gd name="connsiteX3" fmla="*/ 2852530 w 5734878"/>
              <a:gd name="connsiteY3" fmla="*/ 6495 h 1194221"/>
              <a:gd name="connsiteX4" fmla="*/ 3776870 w 5734878"/>
              <a:gd name="connsiteY4" fmla="*/ 339456 h 1194221"/>
              <a:gd name="connsiteX5" fmla="*/ 5734878 w 5734878"/>
              <a:gd name="connsiteY5" fmla="*/ 1194221 h 1194221"/>
              <a:gd name="connsiteX0" fmla="*/ 0 w 5734878"/>
              <a:gd name="connsiteY0" fmla="*/ 1129617 h 1194221"/>
              <a:gd name="connsiteX1" fmla="*/ 1311965 w 5734878"/>
              <a:gd name="connsiteY1" fmla="*/ 458726 h 1194221"/>
              <a:gd name="connsiteX2" fmla="*/ 2295939 w 5734878"/>
              <a:gd name="connsiteY2" fmla="*/ 1525 h 1194221"/>
              <a:gd name="connsiteX3" fmla="*/ 2852530 w 5734878"/>
              <a:gd name="connsiteY3" fmla="*/ 6495 h 1194221"/>
              <a:gd name="connsiteX4" fmla="*/ 3776870 w 5734878"/>
              <a:gd name="connsiteY4" fmla="*/ 339456 h 1194221"/>
              <a:gd name="connsiteX5" fmla="*/ 5734878 w 5734878"/>
              <a:gd name="connsiteY5" fmla="*/ 1194221 h 1194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4878" h="1194221">
                <a:moveTo>
                  <a:pt x="0" y="1129617"/>
                </a:moveTo>
                <a:cubicBezTo>
                  <a:pt x="440220" y="917168"/>
                  <a:pt x="929309" y="646741"/>
                  <a:pt x="1311965" y="458726"/>
                </a:cubicBezTo>
                <a:cubicBezTo>
                  <a:pt x="1694622" y="270711"/>
                  <a:pt x="2029239" y="17262"/>
                  <a:pt x="2295939" y="1525"/>
                </a:cubicBezTo>
                <a:cubicBezTo>
                  <a:pt x="2562639" y="-14212"/>
                  <a:pt x="2605708" y="99260"/>
                  <a:pt x="2852530" y="6495"/>
                </a:cubicBezTo>
                <a:cubicBezTo>
                  <a:pt x="3462130" y="147300"/>
                  <a:pt x="3357770" y="163036"/>
                  <a:pt x="3776870" y="339456"/>
                </a:cubicBezTo>
                <a:cubicBezTo>
                  <a:pt x="4301159" y="596217"/>
                  <a:pt x="5018018" y="895219"/>
                  <a:pt x="5734878" y="1194221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hotos of Mt. Saint Helens before and after the 1980 eruption.  The early photo shows a mountain much higher.  The later photo shows a mountain with the top and north side blown away">
            <a:extLst>
              <a:ext uri="{FF2B5EF4-FFF2-40B4-BE49-F238E27FC236}">
                <a16:creationId xmlns:a16="http://schemas.microsoft.com/office/drawing/2014/main" id="{16B7E9A8-3F4A-62BD-B384-97A094DF6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5360"/>
            <a:ext cx="2971800" cy="259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0DC61-553A-A2B8-5896-813ED2AC72E8}"/>
              </a:ext>
            </a:extLst>
          </p:cNvPr>
          <p:cNvSpPr txBox="1"/>
          <p:nvPr/>
        </p:nvSpPr>
        <p:spPr>
          <a:xfrm>
            <a:off x="1485900" y="6523454"/>
            <a:ext cx="9927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USGS photos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5EB9CC-5105-F4F4-D41F-26D2401475B5}"/>
              </a:ext>
            </a:extLst>
          </p:cNvPr>
          <p:cNvCxnSpPr/>
          <p:nvPr/>
        </p:nvCxnSpPr>
        <p:spPr>
          <a:xfrm flipH="1">
            <a:off x="6281530" y="1463639"/>
            <a:ext cx="96078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2612CE-9FF6-681C-BA55-61F33FCBFAC7}"/>
              </a:ext>
            </a:extLst>
          </p:cNvPr>
          <p:cNvSpPr txBox="1"/>
          <p:nvPr/>
        </p:nvSpPr>
        <p:spPr>
          <a:xfrm>
            <a:off x="7384774" y="1264065"/>
            <a:ext cx="13599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2950 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321DF-16BD-425F-BC4F-DA364E755D96}"/>
              </a:ext>
            </a:extLst>
          </p:cNvPr>
          <p:cNvSpPr txBox="1"/>
          <p:nvPr/>
        </p:nvSpPr>
        <p:spPr>
          <a:xfrm>
            <a:off x="9580657" y="1307176"/>
            <a:ext cx="1412887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2539 meters </a:t>
            </a:r>
          </a:p>
          <a:p>
            <a:r>
              <a:rPr lang="en-US" dirty="0"/>
              <a:t>along rim </a:t>
            </a:r>
          </a:p>
          <a:p>
            <a:r>
              <a:rPr lang="en-US" dirty="0"/>
              <a:t>(2004 DEM)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85E3B0-6BFD-3B1B-C710-75A7003B6F29}"/>
              </a:ext>
            </a:extLst>
          </p:cNvPr>
          <p:cNvCxnSpPr/>
          <p:nvPr/>
        </p:nvCxnSpPr>
        <p:spPr>
          <a:xfrm flipH="1">
            <a:off x="6024722" y="2415172"/>
            <a:ext cx="96078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34A2A82-7F16-AF85-047A-278EC0061EE7}"/>
              </a:ext>
            </a:extLst>
          </p:cNvPr>
          <p:cNvSpPr txBox="1"/>
          <p:nvPr/>
        </p:nvSpPr>
        <p:spPr>
          <a:xfrm>
            <a:off x="7078270" y="2230506"/>
            <a:ext cx="25176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1960 meters crater floor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F60DC1-7388-5B02-FE4C-EE925561B75A}"/>
              </a:ext>
            </a:extLst>
          </p:cNvPr>
          <p:cNvCxnSpPr>
            <a:cxnSpLocks/>
          </p:cNvCxnSpPr>
          <p:nvPr/>
        </p:nvCxnSpPr>
        <p:spPr>
          <a:xfrm flipV="1">
            <a:off x="3839400" y="2141883"/>
            <a:ext cx="2185322" cy="3982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B0808A-4626-638D-5892-C15B8561DA12}"/>
              </a:ext>
            </a:extLst>
          </p:cNvPr>
          <p:cNvSpPr txBox="1"/>
          <p:nvPr/>
        </p:nvSpPr>
        <p:spPr>
          <a:xfrm>
            <a:off x="1879426" y="2051381"/>
            <a:ext cx="17841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2175 meters top </a:t>
            </a:r>
          </a:p>
          <a:p>
            <a:r>
              <a:rPr lang="en-US" dirty="0"/>
              <a:t>of dome in 2004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55E37-78F6-E6B3-C2D6-BB1F03BFE646}"/>
              </a:ext>
            </a:extLst>
          </p:cNvPr>
          <p:cNvSpPr txBox="1"/>
          <p:nvPr/>
        </p:nvSpPr>
        <p:spPr>
          <a:xfrm>
            <a:off x="2703443" y="536713"/>
            <a:ext cx="3282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Maximum  Elevation of the DEM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29B266-C089-EC2C-6380-E8ADD837AC0B}"/>
              </a:ext>
            </a:extLst>
          </p:cNvPr>
          <p:cNvCxnSpPr>
            <a:cxnSpLocks/>
          </p:cNvCxnSpPr>
          <p:nvPr/>
        </p:nvCxnSpPr>
        <p:spPr>
          <a:xfrm flipH="1">
            <a:off x="6281530" y="1737906"/>
            <a:ext cx="33159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2E46613-82E7-6530-35D8-BEA77623AB21}"/>
              </a:ext>
            </a:extLst>
          </p:cNvPr>
          <p:cNvSpPr/>
          <p:nvPr/>
        </p:nvSpPr>
        <p:spPr>
          <a:xfrm>
            <a:off x="6049617" y="1708798"/>
            <a:ext cx="231913" cy="2136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9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/>
      <p:bldP spid="15" grpId="0" animBg="1"/>
      <p:bldP spid="18" grpId="0" animBg="1"/>
      <p:bldP spid="3" grpId="0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3D40A7-1F12-9470-FB04-07E3BA198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482235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D59D32E-84B5-A468-031A-6546D4B12586}"/>
              </a:ext>
            </a:extLst>
          </p:cNvPr>
          <p:cNvSpPr/>
          <p:nvPr/>
        </p:nvSpPr>
        <p:spPr>
          <a:xfrm>
            <a:off x="4110057" y="3729335"/>
            <a:ext cx="231913" cy="2136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B268A0-0144-EB78-4C40-946D1560D856}"/>
              </a:ext>
            </a:extLst>
          </p:cNvPr>
          <p:cNvSpPr txBox="1"/>
          <p:nvPr/>
        </p:nvSpPr>
        <p:spPr>
          <a:xfrm>
            <a:off x="7641097" y="3429000"/>
            <a:ext cx="1412887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2539 meters </a:t>
            </a:r>
          </a:p>
          <a:p>
            <a:r>
              <a:rPr lang="en-US" dirty="0"/>
              <a:t>along rim </a:t>
            </a:r>
          </a:p>
          <a:p>
            <a:r>
              <a:rPr lang="en-US" dirty="0"/>
              <a:t>(2004 DEM)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C129CF-9CE4-2EE1-DA59-676BAF0E422D}"/>
              </a:ext>
            </a:extLst>
          </p:cNvPr>
          <p:cNvCxnSpPr>
            <a:cxnSpLocks/>
          </p:cNvCxnSpPr>
          <p:nvPr/>
        </p:nvCxnSpPr>
        <p:spPr>
          <a:xfrm flipH="1">
            <a:off x="4341970" y="3859730"/>
            <a:ext cx="33159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A1C9667-18B8-3A60-6F33-21936C9C4AE3}"/>
              </a:ext>
            </a:extLst>
          </p:cNvPr>
          <p:cNvSpPr txBox="1"/>
          <p:nvPr/>
        </p:nvSpPr>
        <p:spPr>
          <a:xfrm>
            <a:off x="9655277" y="530942"/>
            <a:ext cx="25367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∆H/L cone uses the highest point on the DEM, a point on the crater rim. This ∆H/L cone has holes and looks weird!</a:t>
            </a:r>
          </a:p>
        </p:txBody>
      </p:sp>
    </p:spTree>
    <p:extLst>
      <p:ext uri="{BB962C8B-B14F-4D97-AF65-F5344CB8AC3E}">
        <p14:creationId xmlns:p14="http://schemas.microsoft.com/office/powerpoint/2010/main" val="251184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1B0457-396D-68B6-EDB3-21758D7F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81" y="0"/>
            <a:ext cx="976463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0DC61-553A-A2B8-5896-813ED2AC72E8}"/>
              </a:ext>
            </a:extLst>
          </p:cNvPr>
          <p:cNvSpPr txBox="1"/>
          <p:nvPr/>
        </p:nvSpPr>
        <p:spPr>
          <a:xfrm>
            <a:off x="1485900" y="6523454"/>
            <a:ext cx="9927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USGS photos</a:t>
            </a:r>
          </a:p>
        </p:txBody>
      </p:sp>
      <p:sp>
        <p:nvSpPr>
          <p:cNvPr id="30" name="AutoShape 16">
            <a:extLst>
              <a:ext uri="{FF2B5EF4-FFF2-40B4-BE49-F238E27FC236}">
                <a16:creationId xmlns:a16="http://schemas.microsoft.com/office/drawing/2014/main" id="{A16C4F60-A246-BFEE-AE27-BB680FF2D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90" y="1264065"/>
            <a:ext cx="11637918" cy="433438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0475 h 21600"/>
              <a:gd name="connsiteX0" fmla="*/ 6134 w 11369"/>
              <a:gd name="connsiteY0" fmla="*/ 0 h 17557"/>
              <a:gd name="connsiteX1" fmla="*/ 5685 w 11369"/>
              <a:gd name="connsiteY1" fmla="*/ 129 h 17557"/>
              <a:gd name="connsiteX2" fmla="*/ 5235 w 11369"/>
              <a:gd name="connsiteY2" fmla="*/ 0 h 17557"/>
              <a:gd name="connsiteX3" fmla="*/ 0 w 11369"/>
              <a:gd name="connsiteY3" fmla="*/ 8457 h 17557"/>
              <a:gd name="connsiteX4" fmla="*/ 5546 w 11369"/>
              <a:gd name="connsiteY4" fmla="*/ 17557 h 17557"/>
              <a:gd name="connsiteX5" fmla="*/ 11369 w 11369"/>
              <a:gd name="connsiteY5" fmla="*/ 8457 h 17557"/>
              <a:gd name="connsiteX6" fmla="*/ 6134 w 11369"/>
              <a:gd name="connsiteY6" fmla="*/ 0 h 17557"/>
              <a:gd name="connsiteX0" fmla="*/ 8017 w 13252"/>
              <a:gd name="connsiteY0" fmla="*/ 0 h 17557"/>
              <a:gd name="connsiteX1" fmla="*/ 7568 w 13252"/>
              <a:gd name="connsiteY1" fmla="*/ 129 h 17557"/>
              <a:gd name="connsiteX2" fmla="*/ 7118 w 13252"/>
              <a:gd name="connsiteY2" fmla="*/ 0 h 17557"/>
              <a:gd name="connsiteX3" fmla="*/ 0 w 13252"/>
              <a:gd name="connsiteY3" fmla="*/ 10579 h 17557"/>
              <a:gd name="connsiteX4" fmla="*/ 7429 w 13252"/>
              <a:gd name="connsiteY4" fmla="*/ 17557 h 17557"/>
              <a:gd name="connsiteX5" fmla="*/ 13252 w 13252"/>
              <a:gd name="connsiteY5" fmla="*/ 8457 h 17557"/>
              <a:gd name="connsiteX6" fmla="*/ 8017 w 13252"/>
              <a:gd name="connsiteY6" fmla="*/ 0 h 17557"/>
              <a:gd name="connsiteX0" fmla="*/ 8017 w 15460"/>
              <a:gd name="connsiteY0" fmla="*/ 0 h 17557"/>
              <a:gd name="connsiteX1" fmla="*/ 7568 w 15460"/>
              <a:gd name="connsiteY1" fmla="*/ 129 h 17557"/>
              <a:gd name="connsiteX2" fmla="*/ 7118 w 15460"/>
              <a:gd name="connsiteY2" fmla="*/ 0 h 17557"/>
              <a:gd name="connsiteX3" fmla="*/ 0 w 15460"/>
              <a:gd name="connsiteY3" fmla="*/ 10579 h 17557"/>
              <a:gd name="connsiteX4" fmla="*/ 7429 w 15460"/>
              <a:gd name="connsiteY4" fmla="*/ 17557 h 17557"/>
              <a:gd name="connsiteX5" fmla="*/ 15460 w 15460"/>
              <a:gd name="connsiteY5" fmla="*/ 12153 h 17557"/>
              <a:gd name="connsiteX6" fmla="*/ 8017 w 15460"/>
              <a:gd name="connsiteY6" fmla="*/ 0 h 17557"/>
              <a:gd name="connsiteX0" fmla="*/ 8017 w 15460"/>
              <a:gd name="connsiteY0" fmla="*/ 669 h 18226"/>
              <a:gd name="connsiteX1" fmla="*/ 7568 w 15460"/>
              <a:gd name="connsiteY1" fmla="*/ 0 h 18226"/>
              <a:gd name="connsiteX2" fmla="*/ 7118 w 15460"/>
              <a:gd name="connsiteY2" fmla="*/ 669 h 18226"/>
              <a:gd name="connsiteX3" fmla="*/ 0 w 15460"/>
              <a:gd name="connsiteY3" fmla="*/ 11248 h 18226"/>
              <a:gd name="connsiteX4" fmla="*/ 7429 w 15460"/>
              <a:gd name="connsiteY4" fmla="*/ 18226 h 18226"/>
              <a:gd name="connsiteX5" fmla="*/ 15460 w 15460"/>
              <a:gd name="connsiteY5" fmla="*/ 12822 h 18226"/>
              <a:gd name="connsiteX6" fmla="*/ 8017 w 15460"/>
              <a:gd name="connsiteY6" fmla="*/ 669 h 18226"/>
              <a:gd name="connsiteX0" fmla="*/ 15460 w 15460"/>
              <a:gd name="connsiteY0" fmla="*/ 12822 h 18226"/>
              <a:gd name="connsiteX1" fmla="*/ 7568 w 15460"/>
              <a:gd name="connsiteY1" fmla="*/ 0 h 18226"/>
              <a:gd name="connsiteX2" fmla="*/ 7118 w 15460"/>
              <a:gd name="connsiteY2" fmla="*/ 669 h 18226"/>
              <a:gd name="connsiteX3" fmla="*/ 0 w 15460"/>
              <a:gd name="connsiteY3" fmla="*/ 11248 h 18226"/>
              <a:gd name="connsiteX4" fmla="*/ 7429 w 15460"/>
              <a:gd name="connsiteY4" fmla="*/ 18226 h 18226"/>
              <a:gd name="connsiteX5" fmla="*/ 15460 w 15460"/>
              <a:gd name="connsiteY5" fmla="*/ 12822 h 18226"/>
              <a:gd name="connsiteX0" fmla="*/ 15460 w 15460"/>
              <a:gd name="connsiteY0" fmla="*/ 12827 h 18231"/>
              <a:gd name="connsiteX1" fmla="*/ 7568 w 15460"/>
              <a:gd name="connsiteY1" fmla="*/ 5 h 18231"/>
              <a:gd name="connsiteX2" fmla="*/ 0 w 15460"/>
              <a:gd name="connsiteY2" fmla="*/ 11253 h 18231"/>
              <a:gd name="connsiteX3" fmla="*/ 7429 w 15460"/>
              <a:gd name="connsiteY3" fmla="*/ 18231 h 18231"/>
              <a:gd name="connsiteX4" fmla="*/ 15460 w 15460"/>
              <a:gd name="connsiteY4" fmla="*/ 12827 h 18231"/>
              <a:gd name="connsiteX0" fmla="*/ 15460 w 15460"/>
              <a:gd name="connsiteY0" fmla="*/ 13783 h 19187"/>
              <a:gd name="connsiteX1" fmla="*/ 7568 w 15460"/>
              <a:gd name="connsiteY1" fmla="*/ 961 h 19187"/>
              <a:gd name="connsiteX2" fmla="*/ 0 w 15460"/>
              <a:gd name="connsiteY2" fmla="*/ 12209 h 19187"/>
              <a:gd name="connsiteX3" fmla="*/ 7429 w 15460"/>
              <a:gd name="connsiteY3" fmla="*/ 19187 h 19187"/>
              <a:gd name="connsiteX4" fmla="*/ 15460 w 15460"/>
              <a:gd name="connsiteY4" fmla="*/ 13783 h 19187"/>
              <a:gd name="connsiteX0" fmla="*/ 15460 w 15460"/>
              <a:gd name="connsiteY0" fmla="*/ 12832 h 18236"/>
              <a:gd name="connsiteX1" fmla="*/ 7568 w 15460"/>
              <a:gd name="connsiteY1" fmla="*/ 10 h 18236"/>
              <a:gd name="connsiteX2" fmla="*/ 0 w 15460"/>
              <a:gd name="connsiteY2" fmla="*/ 11258 h 18236"/>
              <a:gd name="connsiteX3" fmla="*/ 7429 w 15460"/>
              <a:gd name="connsiteY3" fmla="*/ 18236 h 18236"/>
              <a:gd name="connsiteX4" fmla="*/ 15460 w 15460"/>
              <a:gd name="connsiteY4" fmla="*/ 12832 h 18236"/>
              <a:gd name="connsiteX0" fmla="*/ 15460 w 15460"/>
              <a:gd name="connsiteY0" fmla="*/ 12832 h 18236"/>
              <a:gd name="connsiteX1" fmla="*/ 7568 w 15460"/>
              <a:gd name="connsiteY1" fmla="*/ 10 h 18236"/>
              <a:gd name="connsiteX2" fmla="*/ 0 w 15460"/>
              <a:gd name="connsiteY2" fmla="*/ 11258 h 18236"/>
              <a:gd name="connsiteX3" fmla="*/ 7429 w 15460"/>
              <a:gd name="connsiteY3" fmla="*/ 18236 h 18236"/>
              <a:gd name="connsiteX4" fmla="*/ 15460 w 15460"/>
              <a:gd name="connsiteY4" fmla="*/ 12832 h 18236"/>
              <a:gd name="connsiteX0" fmla="*/ 15460 w 15460"/>
              <a:gd name="connsiteY0" fmla="*/ 13634 h 19038"/>
              <a:gd name="connsiteX1" fmla="*/ 7568 w 15460"/>
              <a:gd name="connsiteY1" fmla="*/ 812 h 19038"/>
              <a:gd name="connsiteX2" fmla="*/ 0 w 15460"/>
              <a:gd name="connsiteY2" fmla="*/ 12060 h 19038"/>
              <a:gd name="connsiteX3" fmla="*/ 7429 w 15460"/>
              <a:gd name="connsiteY3" fmla="*/ 19038 h 19038"/>
              <a:gd name="connsiteX4" fmla="*/ 15460 w 15460"/>
              <a:gd name="connsiteY4" fmla="*/ 13634 h 19038"/>
              <a:gd name="connsiteX0" fmla="*/ 15460 w 15460"/>
              <a:gd name="connsiteY0" fmla="*/ 13002 h 18406"/>
              <a:gd name="connsiteX1" fmla="*/ 7568 w 15460"/>
              <a:gd name="connsiteY1" fmla="*/ 180 h 18406"/>
              <a:gd name="connsiteX2" fmla="*/ 0 w 15460"/>
              <a:gd name="connsiteY2" fmla="*/ 11428 h 18406"/>
              <a:gd name="connsiteX3" fmla="*/ 7429 w 15460"/>
              <a:gd name="connsiteY3" fmla="*/ 18406 h 18406"/>
              <a:gd name="connsiteX4" fmla="*/ 15460 w 15460"/>
              <a:gd name="connsiteY4" fmla="*/ 13002 h 18406"/>
              <a:gd name="connsiteX0" fmla="*/ 7568 w 15460"/>
              <a:gd name="connsiteY0" fmla="*/ 0 h 18226"/>
              <a:gd name="connsiteX1" fmla="*/ 0 w 15460"/>
              <a:gd name="connsiteY1" fmla="*/ 11248 h 18226"/>
              <a:gd name="connsiteX2" fmla="*/ 7429 w 15460"/>
              <a:gd name="connsiteY2" fmla="*/ 18226 h 18226"/>
              <a:gd name="connsiteX3" fmla="*/ 15460 w 15460"/>
              <a:gd name="connsiteY3" fmla="*/ 12822 h 18226"/>
              <a:gd name="connsiteX4" fmla="*/ 7690 w 15460"/>
              <a:gd name="connsiteY4" fmla="*/ 420 h 18226"/>
              <a:gd name="connsiteX0" fmla="*/ 7568 w 15460"/>
              <a:gd name="connsiteY0" fmla="*/ 1284 h 19510"/>
              <a:gd name="connsiteX1" fmla="*/ 0 w 15460"/>
              <a:gd name="connsiteY1" fmla="*/ 12532 h 19510"/>
              <a:gd name="connsiteX2" fmla="*/ 7429 w 15460"/>
              <a:gd name="connsiteY2" fmla="*/ 19510 h 19510"/>
              <a:gd name="connsiteX3" fmla="*/ 15460 w 15460"/>
              <a:gd name="connsiteY3" fmla="*/ 14106 h 19510"/>
              <a:gd name="connsiteX4" fmla="*/ 8439 w 15460"/>
              <a:gd name="connsiteY4" fmla="*/ 244 h 19510"/>
              <a:gd name="connsiteX0" fmla="*/ 7568 w 15460"/>
              <a:gd name="connsiteY0" fmla="*/ 279 h 18505"/>
              <a:gd name="connsiteX1" fmla="*/ 0 w 15460"/>
              <a:gd name="connsiteY1" fmla="*/ 11527 h 18505"/>
              <a:gd name="connsiteX2" fmla="*/ 7429 w 15460"/>
              <a:gd name="connsiteY2" fmla="*/ 18505 h 18505"/>
              <a:gd name="connsiteX3" fmla="*/ 15460 w 15460"/>
              <a:gd name="connsiteY3" fmla="*/ 13101 h 18505"/>
              <a:gd name="connsiteX4" fmla="*/ 7703 w 15460"/>
              <a:gd name="connsiteY4" fmla="*/ 266 h 18505"/>
              <a:gd name="connsiteX0" fmla="*/ 7568 w 15460"/>
              <a:gd name="connsiteY0" fmla="*/ 13 h 18239"/>
              <a:gd name="connsiteX1" fmla="*/ 0 w 15460"/>
              <a:gd name="connsiteY1" fmla="*/ 11261 h 18239"/>
              <a:gd name="connsiteX2" fmla="*/ 7429 w 15460"/>
              <a:gd name="connsiteY2" fmla="*/ 18239 h 18239"/>
              <a:gd name="connsiteX3" fmla="*/ 15460 w 15460"/>
              <a:gd name="connsiteY3" fmla="*/ 12835 h 18239"/>
              <a:gd name="connsiteX4" fmla="*/ 7703 w 15460"/>
              <a:gd name="connsiteY4" fmla="*/ 0 h 18239"/>
              <a:gd name="connsiteX0" fmla="*/ 7568 w 15526"/>
              <a:gd name="connsiteY0" fmla="*/ 13 h 18239"/>
              <a:gd name="connsiteX1" fmla="*/ 0 w 15526"/>
              <a:gd name="connsiteY1" fmla="*/ 11261 h 18239"/>
              <a:gd name="connsiteX2" fmla="*/ 7429 w 15526"/>
              <a:gd name="connsiteY2" fmla="*/ 18239 h 18239"/>
              <a:gd name="connsiteX3" fmla="*/ 15526 w 15526"/>
              <a:gd name="connsiteY3" fmla="*/ 12424 h 18239"/>
              <a:gd name="connsiteX4" fmla="*/ 7703 w 15526"/>
              <a:gd name="connsiteY4" fmla="*/ 0 h 18239"/>
              <a:gd name="connsiteX0" fmla="*/ 7568 w 15526"/>
              <a:gd name="connsiteY0" fmla="*/ 13 h 19018"/>
              <a:gd name="connsiteX1" fmla="*/ 0 w 15526"/>
              <a:gd name="connsiteY1" fmla="*/ 11261 h 19018"/>
              <a:gd name="connsiteX2" fmla="*/ 7429 w 15526"/>
              <a:gd name="connsiteY2" fmla="*/ 18239 h 19018"/>
              <a:gd name="connsiteX3" fmla="*/ 7389 w 15526"/>
              <a:gd name="connsiteY3" fmla="*/ 18198 h 19018"/>
              <a:gd name="connsiteX4" fmla="*/ 15526 w 15526"/>
              <a:gd name="connsiteY4" fmla="*/ 12424 h 19018"/>
              <a:gd name="connsiteX5" fmla="*/ 7703 w 15526"/>
              <a:gd name="connsiteY5" fmla="*/ 0 h 19018"/>
              <a:gd name="connsiteX0" fmla="*/ 7568 w 15526"/>
              <a:gd name="connsiteY0" fmla="*/ 13 h 19693"/>
              <a:gd name="connsiteX1" fmla="*/ 0 w 15526"/>
              <a:gd name="connsiteY1" fmla="*/ 11261 h 19693"/>
              <a:gd name="connsiteX2" fmla="*/ 7429 w 15526"/>
              <a:gd name="connsiteY2" fmla="*/ 18239 h 19693"/>
              <a:gd name="connsiteX3" fmla="*/ 9941 w 15526"/>
              <a:gd name="connsiteY3" fmla="*/ 19270 h 19693"/>
              <a:gd name="connsiteX4" fmla="*/ 15526 w 15526"/>
              <a:gd name="connsiteY4" fmla="*/ 12424 h 19693"/>
              <a:gd name="connsiteX5" fmla="*/ 7703 w 15526"/>
              <a:gd name="connsiteY5" fmla="*/ 0 h 19693"/>
              <a:gd name="connsiteX0" fmla="*/ 7568 w 15526"/>
              <a:gd name="connsiteY0" fmla="*/ 13 h 19886"/>
              <a:gd name="connsiteX1" fmla="*/ 0 w 15526"/>
              <a:gd name="connsiteY1" fmla="*/ 11261 h 19886"/>
              <a:gd name="connsiteX2" fmla="*/ 4903 w 15526"/>
              <a:gd name="connsiteY2" fmla="*/ 18878 h 19886"/>
              <a:gd name="connsiteX3" fmla="*/ 9941 w 15526"/>
              <a:gd name="connsiteY3" fmla="*/ 19270 h 19886"/>
              <a:gd name="connsiteX4" fmla="*/ 15526 w 15526"/>
              <a:gd name="connsiteY4" fmla="*/ 12424 h 19886"/>
              <a:gd name="connsiteX5" fmla="*/ 7703 w 15526"/>
              <a:gd name="connsiteY5" fmla="*/ 0 h 19886"/>
              <a:gd name="connsiteX0" fmla="*/ 7568 w 15526"/>
              <a:gd name="connsiteY0" fmla="*/ 13 h 19886"/>
              <a:gd name="connsiteX1" fmla="*/ 0 w 15526"/>
              <a:gd name="connsiteY1" fmla="*/ 11261 h 19886"/>
              <a:gd name="connsiteX2" fmla="*/ 4903 w 15526"/>
              <a:gd name="connsiteY2" fmla="*/ 18878 h 19886"/>
              <a:gd name="connsiteX3" fmla="*/ 9941 w 15526"/>
              <a:gd name="connsiteY3" fmla="*/ 19270 h 19886"/>
              <a:gd name="connsiteX4" fmla="*/ 15526 w 15526"/>
              <a:gd name="connsiteY4" fmla="*/ 12424 h 19886"/>
              <a:gd name="connsiteX5" fmla="*/ 7703 w 15526"/>
              <a:gd name="connsiteY5" fmla="*/ 0 h 19886"/>
              <a:gd name="connsiteX0" fmla="*/ 7568 w 15526"/>
              <a:gd name="connsiteY0" fmla="*/ 13 h 20019"/>
              <a:gd name="connsiteX1" fmla="*/ 0 w 15526"/>
              <a:gd name="connsiteY1" fmla="*/ 11261 h 20019"/>
              <a:gd name="connsiteX2" fmla="*/ 4605 w 15526"/>
              <a:gd name="connsiteY2" fmla="*/ 19175 h 20019"/>
              <a:gd name="connsiteX3" fmla="*/ 9941 w 15526"/>
              <a:gd name="connsiteY3" fmla="*/ 19270 h 20019"/>
              <a:gd name="connsiteX4" fmla="*/ 15526 w 15526"/>
              <a:gd name="connsiteY4" fmla="*/ 12424 h 20019"/>
              <a:gd name="connsiteX5" fmla="*/ 7703 w 15526"/>
              <a:gd name="connsiteY5" fmla="*/ 0 h 20019"/>
              <a:gd name="connsiteX0" fmla="*/ 7568 w 15526"/>
              <a:gd name="connsiteY0" fmla="*/ 13 h 19897"/>
              <a:gd name="connsiteX1" fmla="*/ 0 w 15526"/>
              <a:gd name="connsiteY1" fmla="*/ 11261 h 19897"/>
              <a:gd name="connsiteX2" fmla="*/ 4605 w 15526"/>
              <a:gd name="connsiteY2" fmla="*/ 19175 h 19897"/>
              <a:gd name="connsiteX3" fmla="*/ 9941 w 15526"/>
              <a:gd name="connsiteY3" fmla="*/ 19270 h 19897"/>
              <a:gd name="connsiteX4" fmla="*/ 15526 w 15526"/>
              <a:gd name="connsiteY4" fmla="*/ 12424 h 19897"/>
              <a:gd name="connsiteX5" fmla="*/ 7703 w 15526"/>
              <a:gd name="connsiteY5" fmla="*/ 0 h 1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26" h="19897">
                <a:moveTo>
                  <a:pt x="7568" y="13"/>
                </a:moveTo>
                <a:cubicBezTo>
                  <a:pt x="6264" y="1667"/>
                  <a:pt x="2171" y="8223"/>
                  <a:pt x="0" y="11261"/>
                </a:cubicBezTo>
                <a:cubicBezTo>
                  <a:pt x="-23" y="14299"/>
                  <a:pt x="2463" y="17897"/>
                  <a:pt x="4605" y="19175"/>
                </a:cubicBezTo>
                <a:cubicBezTo>
                  <a:pt x="5935" y="19989"/>
                  <a:pt x="8592" y="20239"/>
                  <a:pt x="9941" y="19270"/>
                </a:cubicBezTo>
                <a:cubicBezTo>
                  <a:pt x="11291" y="18301"/>
                  <a:pt x="15474" y="15457"/>
                  <a:pt x="15526" y="12424"/>
                </a:cubicBezTo>
                <a:cubicBezTo>
                  <a:pt x="12895" y="8150"/>
                  <a:pt x="9044" y="2352"/>
                  <a:pt x="7703" y="0"/>
                </a:cubicBezTo>
              </a:path>
            </a:pathLst>
          </a:custGeom>
          <a:solidFill>
            <a:srgbClr val="FF6600">
              <a:alpha val="5803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CD232-22D4-0BDA-7079-A356E54985A6}"/>
              </a:ext>
            </a:extLst>
          </p:cNvPr>
          <p:cNvSpPr txBox="1"/>
          <p:nvPr/>
        </p:nvSpPr>
        <p:spPr>
          <a:xfrm>
            <a:off x="4600879" y="171990"/>
            <a:ext cx="364151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To-</a:t>
            </a:r>
            <a:r>
              <a:rPr lang="en-US" b="1" dirty="0" err="1"/>
              <a:t>restablish</a:t>
            </a:r>
            <a:r>
              <a:rPr lang="en-US" b="1" dirty="0"/>
              <a:t> the summit:</a:t>
            </a:r>
          </a:p>
          <a:p>
            <a:r>
              <a:rPr lang="en-US" b="1" dirty="0"/>
              <a:t>2950 m – 2175 m = add ~800 meters</a:t>
            </a:r>
          </a:p>
        </p:txBody>
      </p:sp>
      <p:pic>
        <p:nvPicPr>
          <p:cNvPr id="1026" name="Picture 2" descr="photos of Mt. Saint Helens before and after the 1980 eruption.  The early photo shows a mountain much higher.  The later photo shows a mountain with the top and north side blown away">
            <a:extLst>
              <a:ext uri="{FF2B5EF4-FFF2-40B4-BE49-F238E27FC236}">
                <a16:creationId xmlns:a16="http://schemas.microsoft.com/office/drawing/2014/main" id="{16B7E9A8-3F4A-62BD-B384-97A094DF6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5360"/>
            <a:ext cx="2971800" cy="259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240AEC3-DD05-DD29-DB1E-40580C9BBFF8}"/>
              </a:ext>
            </a:extLst>
          </p:cNvPr>
          <p:cNvSpPr/>
          <p:nvPr/>
        </p:nvSpPr>
        <p:spPr>
          <a:xfrm>
            <a:off x="3349487" y="1509223"/>
            <a:ext cx="5734878" cy="1194221"/>
          </a:xfrm>
          <a:custGeom>
            <a:avLst/>
            <a:gdLst>
              <a:gd name="connsiteX0" fmla="*/ 0 w 5734878"/>
              <a:gd name="connsiteY0" fmla="*/ 1476599 h 1541203"/>
              <a:gd name="connsiteX1" fmla="*/ 1311965 w 5734878"/>
              <a:gd name="connsiteY1" fmla="*/ 805708 h 1541203"/>
              <a:gd name="connsiteX2" fmla="*/ 2589143 w 5734878"/>
              <a:gd name="connsiteY2" fmla="*/ 638 h 1541203"/>
              <a:gd name="connsiteX3" fmla="*/ 3776870 w 5734878"/>
              <a:gd name="connsiteY3" fmla="*/ 686438 h 1541203"/>
              <a:gd name="connsiteX4" fmla="*/ 5734878 w 5734878"/>
              <a:gd name="connsiteY4" fmla="*/ 1541203 h 1541203"/>
              <a:gd name="connsiteX0" fmla="*/ 0 w 5734878"/>
              <a:gd name="connsiteY0" fmla="*/ 1150077 h 1214681"/>
              <a:gd name="connsiteX1" fmla="*/ 1311965 w 5734878"/>
              <a:gd name="connsiteY1" fmla="*/ 479186 h 1214681"/>
              <a:gd name="connsiteX2" fmla="*/ 2554356 w 5734878"/>
              <a:gd name="connsiteY2" fmla="*/ 2107 h 1214681"/>
              <a:gd name="connsiteX3" fmla="*/ 3776870 w 5734878"/>
              <a:gd name="connsiteY3" fmla="*/ 359916 h 1214681"/>
              <a:gd name="connsiteX4" fmla="*/ 5734878 w 5734878"/>
              <a:gd name="connsiteY4" fmla="*/ 1214681 h 1214681"/>
              <a:gd name="connsiteX0" fmla="*/ 0 w 5734878"/>
              <a:gd name="connsiteY0" fmla="*/ 1130524 h 1195128"/>
              <a:gd name="connsiteX1" fmla="*/ 1311965 w 5734878"/>
              <a:gd name="connsiteY1" fmla="*/ 459633 h 1195128"/>
              <a:gd name="connsiteX2" fmla="*/ 2295939 w 5734878"/>
              <a:gd name="connsiteY2" fmla="*/ 2432 h 1195128"/>
              <a:gd name="connsiteX3" fmla="*/ 3776870 w 5734878"/>
              <a:gd name="connsiteY3" fmla="*/ 340363 h 1195128"/>
              <a:gd name="connsiteX4" fmla="*/ 5734878 w 5734878"/>
              <a:gd name="connsiteY4" fmla="*/ 1195128 h 1195128"/>
              <a:gd name="connsiteX0" fmla="*/ 0 w 5734878"/>
              <a:gd name="connsiteY0" fmla="*/ 1140760 h 1205364"/>
              <a:gd name="connsiteX1" fmla="*/ 1311965 w 5734878"/>
              <a:gd name="connsiteY1" fmla="*/ 469869 h 1205364"/>
              <a:gd name="connsiteX2" fmla="*/ 2295939 w 5734878"/>
              <a:gd name="connsiteY2" fmla="*/ 12668 h 1205364"/>
              <a:gd name="connsiteX3" fmla="*/ 3220278 w 5734878"/>
              <a:gd name="connsiteY3" fmla="*/ 146846 h 1205364"/>
              <a:gd name="connsiteX4" fmla="*/ 3776870 w 5734878"/>
              <a:gd name="connsiteY4" fmla="*/ 350599 h 1205364"/>
              <a:gd name="connsiteX5" fmla="*/ 5734878 w 5734878"/>
              <a:gd name="connsiteY5" fmla="*/ 1205364 h 1205364"/>
              <a:gd name="connsiteX0" fmla="*/ 0 w 5734878"/>
              <a:gd name="connsiteY0" fmla="*/ 1175579 h 1240183"/>
              <a:gd name="connsiteX1" fmla="*/ 1311965 w 5734878"/>
              <a:gd name="connsiteY1" fmla="*/ 504688 h 1240183"/>
              <a:gd name="connsiteX2" fmla="*/ 2295939 w 5734878"/>
              <a:gd name="connsiteY2" fmla="*/ 47487 h 1240183"/>
              <a:gd name="connsiteX3" fmla="*/ 2852530 w 5734878"/>
              <a:gd name="connsiteY3" fmla="*/ 52457 h 1240183"/>
              <a:gd name="connsiteX4" fmla="*/ 3776870 w 5734878"/>
              <a:gd name="connsiteY4" fmla="*/ 385418 h 1240183"/>
              <a:gd name="connsiteX5" fmla="*/ 5734878 w 5734878"/>
              <a:gd name="connsiteY5" fmla="*/ 1240183 h 1240183"/>
              <a:gd name="connsiteX0" fmla="*/ 0 w 5734878"/>
              <a:gd name="connsiteY0" fmla="*/ 1156042 h 1220646"/>
              <a:gd name="connsiteX1" fmla="*/ 1311965 w 5734878"/>
              <a:gd name="connsiteY1" fmla="*/ 485151 h 1220646"/>
              <a:gd name="connsiteX2" fmla="*/ 2295939 w 5734878"/>
              <a:gd name="connsiteY2" fmla="*/ 27950 h 1220646"/>
              <a:gd name="connsiteX3" fmla="*/ 2852530 w 5734878"/>
              <a:gd name="connsiteY3" fmla="*/ 32920 h 1220646"/>
              <a:gd name="connsiteX4" fmla="*/ 3776870 w 5734878"/>
              <a:gd name="connsiteY4" fmla="*/ 365881 h 1220646"/>
              <a:gd name="connsiteX5" fmla="*/ 5734878 w 5734878"/>
              <a:gd name="connsiteY5" fmla="*/ 1220646 h 1220646"/>
              <a:gd name="connsiteX0" fmla="*/ 0 w 5734878"/>
              <a:gd name="connsiteY0" fmla="*/ 1147673 h 1212277"/>
              <a:gd name="connsiteX1" fmla="*/ 1311965 w 5734878"/>
              <a:gd name="connsiteY1" fmla="*/ 476782 h 1212277"/>
              <a:gd name="connsiteX2" fmla="*/ 2295939 w 5734878"/>
              <a:gd name="connsiteY2" fmla="*/ 19581 h 1212277"/>
              <a:gd name="connsiteX3" fmla="*/ 2852530 w 5734878"/>
              <a:gd name="connsiteY3" fmla="*/ 24551 h 1212277"/>
              <a:gd name="connsiteX4" fmla="*/ 3776870 w 5734878"/>
              <a:gd name="connsiteY4" fmla="*/ 357512 h 1212277"/>
              <a:gd name="connsiteX5" fmla="*/ 5734878 w 5734878"/>
              <a:gd name="connsiteY5" fmla="*/ 1212277 h 1212277"/>
              <a:gd name="connsiteX0" fmla="*/ 0 w 5734878"/>
              <a:gd name="connsiteY0" fmla="*/ 1129617 h 1194221"/>
              <a:gd name="connsiteX1" fmla="*/ 1311965 w 5734878"/>
              <a:gd name="connsiteY1" fmla="*/ 458726 h 1194221"/>
              <a:gd name="connsiteX2" fmla="*/ 2295939 w 5734878"/>
              <a:gd name="connsiteY2" fmla="*/ 1525 h 1194221"/>
              <a:gd name="connsiteX3" fmla="*/ 2852530 w 5734878"/>
              <a:gd name="connsiteY3" fmla="*/ 6495 h 1194221"/>
              <a:gd name="connsiteX4" fmla="*/ 3776870 w 5734878"/>
              <a:gd name="connsiteY4" fmla="*/ 339456 h 1194221"/>
              <a:gd name="connsiteX5" fmla="*/ 5734878 w 5734878"/>
              <a:gd name="connsiteY5" fmla="*/ 1194221 h 1194221"/>
              <a:gd name="connsiteX0" fmla="*/ 0 w 5734878"/>
              <a:gd name="connsiteY0" fmla="*/ 1129617 h 1194221"/>
              <a:gd name="connsiteX1" fmla="*/ 1311965 w 5734878"/>
              <a:gd name="connsiteY1" fmla="*/ 458726 h 1194221"/>
              <a:gd name="connsiteX2" fmla="*/ 2295939 w 5734878"/>
              <a:gd name="connsiteY2" fmla="*/ 1525 h 1194221"/>
              <a:gd name="connsiteX3" fmla="*/ 2852530 w 5734878"/>
              <a:gd name="connsiteY3" fmla="*/ 6495 h 1194221"/>
              <a:gd name="connsiteX4" fmla="*/ 3776870 w 5734878"/>
              <a:gd name="connsiteY4" fmla="*/ 339456 h 1194221"/>
              <a:gd name="connsiteX5" fmla="*/ 5734878 w 5734878"/>
              <a:gd name="connsiteY5" fmla="*/ 1194221 h 1194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34878" h="1194221">
                <a:moveTo>
                  <a:pt x="0" y="1129617"/>
                </a:moveTo>
                <a:cubicBezTo>
                  <a:pt x="440220" y="917168"/>
                  <a:pt x="929309" y="646741"/>
                  <a:pt x="1311965" y="458726"/>
                </a:cubicBezTo>
                <a:cubicBezTo>
                  <a:pt x="1694622" y="270711"/>
                  <a:pt x="2029239" y="17262"/>
                  <a:pt x="2295939" y="1525"/>
                </a:cubicBezTo>
                <a:cubicBezTo>
                  <a:pt x="2562639" y="-14212"/>
                  <a:pt x="2605708" y="99260"/>
                  <a:pt x="2852530" y="6495"/>
                </a:cubicBezTo>
                <a:cubicBezTo>
                  <a:pt x="3462130" y="147300"/>
                  <a:pt x="3357770" y="163036"/>
                  <a:pt x="3776870" y="339456"/>
                </a:cubicBezTo>
                <a:cubicBezTo>
                  <a:pt x="4301159" y="596217"/>
                  <a:pt x="5018018" y="895219"/>
                  <a:pt x="5734878" y="1194221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FD1508-79F9-7181-6F7C-46A79659F1DA}"/>
              </a:ext>
            </a:extLst>
          </p:cNvPr>
          <p:cNvCxnSpPr/>
          <p:nvPr/>
        </p:nvCxnSpPr>
        <p:spPr>
          <a:xfrm flipH="1">
            <a:off x="6281530" y="1463639"/>
            <a:ext cx="96078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23F4CC-73B4-FDD7-9A1C-E31B6440B63E}"/>
              </a:ext>
            </a:extLst>
          </p:cNvPr>
          <p:cNvSpPr txBox="1"/>
          <p:nvPr/>
        </p:nvSpPr>
        <p:spPr>
          <a:xfrm>
            <a:off x="7384774" y="1264065"/>
            <a:ext cx="135998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2950 meters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6E7B7-DEC2-A275-4F31-9374A371C1B8}"/>
              </a:ext>
            </a:extLst>
          </p:cNvPr>
          <p:cNvSpPr txBox="1"/>
          <p:nvPr/>
        </p:nvSpPr>
        <p:spPr>
          <a:xfrm>
            <a:off x="9580657" y="1307176"/>
            <a:ext cx="1412887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2539 meters </a:t>
            </a:r>
          </a:p>
          <a:p>
            <a:r>
              <a:rPr lang="en-US" dirty="0"/>
              <a:t>along rim </a:t>
            </a:r>
          </a:p>
          <a:p>
            <a:r>
              <a:rPr lang="en-US" dirty="0"/>
              <a:t>(2004 DEM)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DA6138-B363-72A9-6200-423A70CD4F04}"/>
              </a:ext>
            </a:extLst>
          </p:cNvPr>
          <p:cNvCxnSpPr/>
          <p:nvPr/>
        </p:nvCxnSpPr>
        <p:spPr>
          <a:xfrm flipH="1">
            <a:off x="6024722" y="2415172"/>
            <a:ext cx="960783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E59582-DF1D-0A87-4E82-CD62080F419D}"/>
              </a:ext>
            </a:extLst>
          </p:cNvPr>
          <p:cNvSpPr txBox="1"/>
          <p:nvPr/>
        </p:nvSpPr>
        <p:spPr>
          <a:xfrm>
            <a:off x="7078270" y="2230506"/>
            <a:ext cx="25176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1960 meters crater floor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3FBBAE-5846-CAC4-FFBD-C922ACDCDB72}"/>
              </a:ext>
            </a:extLst>
          </p:cNvPr>
          <p:cNvCxnSpPr>
            <a:cxnSpLocks/>
          </p:cNvCxnSpPr>
          <p:nvPr/>
        </p:nvCxnSpPr>
        <p:spPr>
          <a:xfrm flipV="1">
            <a:off x="3839400" y="2141883"/>
            <a:ext cx="2185322" cy="3982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420488-8406-1D98-20F4-62E46461FF5E}"/>
              </a:ext>
            </a:extLst>
          </p:cNvPr>
          <p:cNvSpPr txBox="1"/>
          <p:nvPr/>
        </p:nvSpPr>
        <p:spPr>
          <a:xfrm>
            <a:off x="1879426" y="2051381"/>
            <a:ext cx="17841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2175 meters top </a:t>
            </a:r>
          </a:p>
          <a:p>
            <a:r>
              <a:rPr lang="en-US" dirty="0"/>
              <a:t>of dome in 2004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A5A1D4-4851-1D0B-CAB1-046B34CEA735}"/>
              </a:ext>
            </a:extLst>
          </p:cNvPr>
          <p:cNvCxnSpPr>
            <a:cxnSpLocks/>
          </p:cNvCxnSpPr>
          <p:nvPr/>
        </p:nvCxnSpPr>
        <p:spPr>
          <a:xfrm flipH="1">
            <a:off x="6281530" y="1737906"/>
            <a:ext cx="3315977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7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 animBg="1"/>
      <p:bldP spid="3" grpId="0" animBg="1"/>
      <p:bldP spid="6" grpId="0" animBg="1"/>
      <p:bldP spid="9" grpId="0"/>
      <p:bldP spid="19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6F595E-2663-32EA-20E6-AAC429D22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6593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8E6B19-8820-8844-668A-91B5163FF287}"/>
              </a:ext>
            </a:extLst>
          </p:cNvPr>
          <p:cNvSpPr txBox="1"/>
          <p:nvPr/>
        </p:nvSpPr>
        <p:spPr>
          <a:xfrm>
            <a:off x="8868697" y="432620"/>
            <a:ext cx="2802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∆H/L cone adds ~800 m above the center of the crater. This ∆H/L cone has looks pretty good!</a:t>
            </a:r>
          </a:p>
        </p:txBody>
      </p:sp>
    </p:spTree>
    <p:extLst>
      <p:ext uri="{BB962C8B-B14F-4D97-AF65-F5344CB8AC3E}">
        <p14:creationId xmlns:p14="http://schemas.microsoft.com/office/powerpoint/2010/main" val="216671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E18FEF-9112-5536-7CF7-A62CE6748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755" y="2407572"/>
            <a:ext cx="5378245" cy="42216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3B49C0-1D87-340A-C2C7-C7F0B9B62E4C}"/>
              </a:ext>
            </a:extLst>
          </p:cNvPr>
          <p:cNvSpPr/>
          <p:nvPr/>
        </p:nvSpPr>
        <p:spPr>
          <a:xfrm>
            <a:off x="7023468" y="4326194"/>
            <a:ext cx="4978440" cy="442014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25E16-68A3-7962-EC02-71B3788D8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6" y="29851"/>
            <a:ext cx="6598587" cy="52493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EEA856-B2D3-EFFA-AB7E-7F61388AC0A2}"/>
              </a:ext>
            </a:extLst>
          </p:cNvPr>
          <p:cNvSpPr/>
          <p:nvPr/>
        </p:nvSpPr>
        <p:spPr>
          <a:xfrm>
            <a:off x="25076" y="3238646"/>
            <a:ext cx="6598586" cy="615953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36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iv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3524</TotalTime>
  <Words>2264</Words>
  <Application>Microsoft Office PowerPoint</Application>
  <PresentationFormat>Widescreen</PresentationFormat>
  <Paragraphs>785</Paragraphs>
  <Slides>42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Cambria Math</vt:lpstr>
      <vt:lpstr>Times New Roman</vt:lpstr>
      <vt:lpstr>Wingdings 2</vt:lpstr>
      <vt:lpstr>Civic</vt:lpstr>
      <vt:lpstr>1_Civic</vt:lpstr>
      <vt:lpstr>Stream networks and H/L ratio: more details</vt:lpstr>
      <vt:lpstr>Stream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decide on the stream threshold</vt:lpstr>
      <vt:lpstr>PowerPoint Presentation</vt:lpstr>
      <vt:lpstr>H/L or energy cones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H/L or  Heim coefficient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global record of analog volcanoes (PDC H/L values)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 networks and proximal hazard zone: more details</dc:title>
  <dc:creator>reviewer</dc:creator>
  <cp:lastModifiedBy>Ogburn, Sarah E</cp:lastModifiedBy>
  <cp:revision>19</cp:revision>
  <dcterms:created xsi:type="dcterms:W3CDTF">2019-06-09T21:41:24Z</dcterms:created>
  <dcterms:modified xsi:type="dcterms:W3CDTF">2024-06-14T22:06:23Z</dcterms:modified>
</cp:coreProperties>
</file>